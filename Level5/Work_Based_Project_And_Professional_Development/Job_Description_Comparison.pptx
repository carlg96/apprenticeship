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A1627-8FF0-3AF4-15DE-AB2CB921F8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A3EF01-7761-646F-D49E-AC61D130F6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D0DCB7-9492-D26A-6D12-DB7DA3968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12AD8-97C8-445B-A2F6-BE57BBD17214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61ABB-1B17-415A-DEFF-E1D81BADF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092FB-C8D8-2EC0-F8AB-418105738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FE13F-22DA-454E-AB75-59EDA5D65C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4130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860AA-7073-AF8C-6C68-9F7C85A79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FA9E8-467F-AE4C-1DDF-66CC7BFDF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54402-6B86-7B8C-45B3-5FBE3D3B8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12AD8-97C8-445B-A2F6-BE57BBD17214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C7BBC4-F396-C800-DE03-F117F0965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5CB09A-E2F5-809C-D417-3EE2F3292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FE13F-22DA-454E-AB75-59EDA5D65C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488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0F598-EC41-3358-B195-05ED75AC7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658B9C-8773-08A7-2955-F8B5C8EDC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D9F63-7164-88E7-E3C9-4CA5C1D95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12AD8-97C8-445B-A2F6-BE57BBD17214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026784-26B4-6DA0-286C-BA59D091E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F6169E-14DF-C14D-E801-7F011ED1C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FE13F-22DA-454E-AB75-59EDA5D65C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1374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5AEC5-389F-0F3A-F5D6-AE868FB15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54B33-B3CC-82B2-8960-7D50575F18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F61739-C1E3-E846-8E31-6D128DB6BF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3C80CE-1DD6-D4F5-1C77-583BB8EB7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12AD8-97C8-445B-A2F6-BE57BBD17214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5D3945-2127-D038-8568-62C07CAD1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EE0FB8-87A3-0557-7D4B-97311244A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FE13F-22DA-454E-AB75-59EDA5D65C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2438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76539-7A42-E509-4CC3-045EC3891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5FB020-5EA2-5F70-105B-6626710838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D83EFC-C3FF-06E6-FFE8-8AD92DE95F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88B2B1-D44E-6907-F515-62562279E2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40131D-3B54-4F89-0305-D3ECC92173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F49DFC-1650-C297-46C5-6104AF4D1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12AD8-97C8-445B-A2F6-BE57BBD17214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15D026-00B5-D861-67EF-949F3A50B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9FFF6E-EB05-F6AA-070F-73495B0BC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FE13F-22DA-454E-AB75-59EDA5D65C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7118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EB642-EC25-95AE-1666-9D08049BA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4198F7-41F1-A97C-218F-8FCE00FFB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12AD8-97C8-445B-A2F6-BE57BBD17214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5E0A8C-CDFB-E3A8-F692-24101355A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4116A3-EC25-FF7A-614C-D7C54DD28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FE13F-22DA-454E-AB75-59EDA5D65C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1741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BBD3FD-02AE-3591-1875-7357F3A62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12AD8-97C8-445B-A2F6-BE57BBD17214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9FFD22-6FBE-A8D7-6F8C-E5AA2FFFF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52397E-86A8-7E5B-08F9-F6D67557C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FE13F-22DA-454E-AB75-59EDA5D65C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6070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9F345-4DDD-C1C3-D6D3-F44C71B54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E608B-BF32-0AD3-404F-CBC387C5F5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7ECE18-F1D4-0D22-8EBE-447EFFC9AB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AE6F49-D3C9-1FFB-5D96-1EF0A5359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12AD8-97C8-445B-A2F6-BE57BBD17214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363995-5DAD-450C-1E69-743179CA3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211851-97F0-EF3C-0741-7CB9522D2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FE13F-22DA-454E-AB75-59EDA5D65C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5682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06BEF-6331-728C-144F-B0A422106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1532D2-6475-13A2-1DD8-8C5EC3FA87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6C8746-593E-2F30-84F1-01924154B8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A9916-1B79-EBDD-3CB4-F74B45AA9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12AD8-97C8-445B-A2F6-BE57BBD17214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2D28F2-0D9F-2E68-1005-AC6D74B97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406C27-6F27-17A9-F591-079D35A83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FE13F-22DA-454E-AB75-59EDA5D65C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3838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6F810-F813-7CC7-3657-A92458268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1C5513-DB94-38A2-783F-237761300D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8FB38B-2D28-74A1-D698-CF1995108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12AD8-97C8-445B-A2F6-BE57BBD17214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4FC45-8D3F-AC0C-BF2F-46BA80C34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D711C-6D67-A52D-6C03-8AFD69BC6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FE13F-22DA-454E-AB75-59EDA5D65C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8845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58BAF0-C7E3-B165-B292-6B89CAC140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9084C7-B744-D8D5-EA7C-9376E7ED38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05664E-E200-8ADC-83C7-7CFFB8143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12AD8-97C8-445B-A2F6-BE57BBD17214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251FE5-77DD-20DC-00B5-279B6CED2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C288D-B526-D563-20EE-DA0937BBF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FE13F-22DA-454E-AB75-59EDA5D65C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8688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6CF597-6F11-3438-AC95-5BAEB8286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124DCB-3712-8FBD-3C9D-E47AF15E15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77CE9-EBCF-EE60-CE02-32B9449BD6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B12AD8-97C8-445B-A2F6-BE57BBD17214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06712F-60C2-D387-8D89-0DDCF404C7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172C8-30EC-2E42-A328-CA53100F19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9FE13F-22DA-454E-AB75-59EDA5D65C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8207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60B57-CC70-1BCC-C8C3-B76CE457C2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Job Description Comparison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4C25FB-0560-2B72-6B75-A2C28E12AB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Carl Gardiner</a:t>
            </a:r>
          </a:p>
        </p:txBody>
      </p:sp>
    </p:spTree>
    <p:extLst>
      <p:ext uri="{BB962C8B-B14F-4D97-AF65-F5344CB8AC3E}">
        <p14:creationId xmlns:p14="http://schemas.microsoft.com/office/powerpoint/2010/main" val="3385593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5FD79-A5E7-3A23-AAA0-9760FE85B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Current Job Description at Ordnance Survey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4EBB117-999C-2AC2-B552-AF9949D777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3862" y="3177266"/>
            <a:ext cx="8964276" cy="164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3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87980-D763-9FF3-2916-55A947F7F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Other Aspects/ More Specific Aspects of My Job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1565C-296F-9218-CBBB-D73498DB3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Build and create deployment pipelines for cloud infrastructure</a:t>
            </a:r>
          </a:p>
          <a:p>
            <a:r>
              <a:rPr lang="en-GB" dirty="0"/>
              <a:t>Manage cloud networking and permissions/ RBAC systems for cloud security</a:t>
            </a:r>
          </a:p>
          <a:p>
            <a:r>
              <a:rPr lang="en-GB" dirty="0"/>
              <a:t>Use agile delivery methods to understand requirements for software systems in use in Ordnance Survey</a:t>
            </a:r>
          </a:p>
          <a:p>
            <a:r>
              <a:rPr lang="en-GB" dirty="0"/>
              <a:t>Architect software systems in Azure, using best practice</a:t>
            </a:r>
          </a:p>
          <a:p>
            <a:r>
              <a:rPr lang="en-GB" dirty="0"/>
              <a:t>Be comfortable using version control (Git)</a:t>
            </a:r>
          </a:p>
          <a:p>
            <a:r>
              <a:rPr lang="en-GB" dirty="0"/>
              <a:t>Use frontend frameworks and technologies such as React and TypeScript</a:t>
            </a:r>
          </a:p>
          <a:p>
            <a:r>
              <a:rPr lang="en-GB" dirty="0"/>
              <a:t>Be comfortable using .NET based APIs such as </a:t>
            </a:r>
            <a:r>
              <a:rPr lang="en-GB" dirty="0" err="1"/>
              <a:t>ASP.Net</a:t>
            </a:r>
            <a:r>
              <a:rPr lang="en-GB" dirty="0"/>
              <a:t> Core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9365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F2E13-CCD2-0795-8B46-1848F8166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Similar Job Profiles on LinkedIn – Job 1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EC5A81-D3A5-D78B-16A7-6B9B8DECE2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52283" y="1825625"/>
            <a:ext cx="568743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487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06F7D-25EF-35E6-43A4-4C162EC83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Job 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566BB6-4056-298C-B4CF-90C780914A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04335" y="1825625"/>
            <a:ext cx="478332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970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D065A-D93B-6D64-C970-DD9CF6462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Job 3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99400B9-F865-5EC4-72BB-0A61565C46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33825" y="1892807"/>
            <a:ext cx="4200525" cy="4284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323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F230C-EEDE-7FE1-D324-5C01FE05E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Comparison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6E14A48-9DEA-3AE9-C137-28E549652F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3810629"/>
              </p:ext>
            </p:extLst>
          </p:nvPr>
        </p:nvGraphicFramePr>
        <p:xfrm>
          <a:off x="838200" y="1690688"/>
          <a:ext cx="10582656" cy="49553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3776">
                  <a:extLst>
                    <a:ext uri="{9D8B030D-6E8A-4147-A177-3AD203B41FA5}">
                      <a16:colId xmlns:a16="http://schemas.microsoft.com/office/drawing/2014/main" val="4106757304"/>
                    </a:ext>
                  </a:extLst>
                </a:gridCol>
                <a:gridCol w="1763776">
                  <a:extLst>
                    <a:ext uri="{9D8B030D-6E8A-4147-A177-3AD203B41FA5}">
                      <a16:colId xmlns:a16="http://schemas.microsoft.com/office/drawing/2014/main" val="4279683522"/>
                    </a:ext>
                  </a:extLst>
                </a:gridCol>
                <a:gridCol w="1763776">
                  <a:extLst>
                    <a:ext uri="{9D8B030D-6E8A-4147-A177-3AD203B41FA5}">
                      <a16:colId xmlns:a16="http://schemas.microsoft.com/office/drawing/2014/main" val="2636141901"/>
                    </a:ext>
                  </a:extLst>
                </a:gridCol>
                <a:gridCol w="1763776">
                  <a:extLst>
                    <a:ext uri="{9D8B030D-6E8A-4147-A177-3AD203B41FA5}">
                      <a16:colId xmlns:a16="http://schemas.microsoft.com/office/drawing/2014/main" val="3127803174"/>
                    </a:ext>
                  </a:extLst>
                </a:gridCol>
                <a:gridCol w="1763776">
                  <a:extLst>
                    <a:ext uri="{9D8B030D-6E8A-4147-A177-3AD203B41FA5}">
                      <a16:colId xmlns:a16="http://schemas.microsoft.com/office/drawing/2014/main" val="2310398723"/>
                    </a:ext>
                  </a:extLst>
                </a:gridCol>
                <a:gridCol w="1763776">
                  <a:extLst>
                    <a:ext uri="{9D8B030D-6E8A-4147-A177-3AD203B41FA5}">
                      <a16:colId xmlns:a16="http://schemas.microsoft.com/office/drawing/2014/main" val="2514882452"/>
                    </a:ext>
                  </a:extLst>
                </a:gridCol>
              </a:tblGrid>
              <a:tr h="62274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Company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Agile</a:t>
                      </a:r>
                    </a:p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Frontend</a:t>
                      </a:r>
                    </a:p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Backend</a:t>
                      </a:r>
                    </a:p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Infrastructure</a:t>
                      </a:r>
                    </a:p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Culture</a:t>
                      </a:r>
                    </a:p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2380899"/>
                  </a:ext>
                </a:extLst>
              </a:tr>
              <a:tr h="749121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Ordnance 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Agile workplace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React and TypeScript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Azure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Fast-paced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1932627"/>
                  </a:ext>
                </a:extLst>
              </a:tr>
              <a:tr h="749121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Job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Not mentioned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JavaScript/ TypeScript/ React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Scala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Not mentioned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Open-source friendly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6114311"/>
                  </a:ext>
                </a:extLst>
              </a:tr>
              <a:tr h="749121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Job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Strongly hinted at with collaboration with product and design teams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Python/ </a:t>
                      </a:r>
                      <a:r>
                        <a:rPr lang="en-GB" dirty="0" err="1"/>
                        <a:t>FastAPI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Not mentioned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Fast-scaling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470141"/>
                  </a:ext>
                </a:extLst>
              </a:tr>
              <a:tr h="749121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Job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Strongly hinted at (same as Job 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TypeScript/ React Native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TypeScript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Genuine </a:t>
                      </a:r>
                      <a:r>
                        <a:rPr lang="en-GB"/>
                        <a:t>ownership culture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12809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3834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177</Words>
  <Application>Microsoft Office PowerPoint</Application>
  <PresentationFormat>Widescreen</PresentationFormat>
  <Paragraphs>45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Job Description Comparison</vt:lpstr>
      <vt:lpstr>Current Job Description at Ordnance Survey</vt:lpstr>
      <vt:lpstr>Other Aspects/ More Specific Aspects of My Job</vt:lpstr>
      <vt:lpstr>Similar Job Profiles on LinkedIn – Job 1</vt:lpstr>
      <vt:lpstr>Job 2</vt:lpstr>
      <vt:lpstr>Job 3</vt:lpstr>
      <vt:lpstr>Comparison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 Gardiner</dc:creator>
  <cp:lastModifiedBy>Carl Gardiner</cp:lastModifiedBy>
  <cp:revision>8</cp:revision>
  <dcterms:created xsi:type="dcterms:W3CDTF">2026-06-10T09:30:23Z</dcterms:created>
  <dcterms:modified xsi:type="dcterms:W3CDTF">2026-06-10T09:52:27Z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cde893e-0867-4da1-b808-8ec67389fdff_Enabled">
    <vt:lpwstr>true</vt:lpwstr>
  </property>
  <property fmtid="{D5CDD505-2E9C-101B-9397-08002B2CF9AE}" pid="3" name="MSIP_Label_3cde893e-0867-4da1-b808-8ec67389fdff_SetDate">
    <vt:lpwstr>2026-06-10T09:36:14Z</vt:lpwstr>
  </property>
  <property fmtid="{D5CDD505-2E9C-101B-9397-08002B2CF9AE}" pid="4" name="MSIP_Label_3cde893e-0867-4da1-b808-8ec67389fdff_Method">
    <vt:lpwstr>Privileged</vt:lpwstr>
  </property>
  <property fmtid="{D5CDD505-2E9C-101B-9397-08002B2CF9AE}" pid="5" name="MSIP_Label_3cde893e-0867-4da1-b808-8ec67389fdff_Name">
    <vt:lpwstr>NON-OS</vt:lpwstr>
  </property>
  <property fmtid="{D5CDD505-2E9C-101B-9397-08002B2CF9AE}" pid="6" name="MSIP_Label_3cde893e-0867-4da1-b808-8ec67389fdff_SiteId">
    <vt:lpwstr>7988742d-c543-4b9a-87a9-10a7b354d289</vt:lpwstr>
  </property>
  <property fmtid="{D5CDD505-2E9C-101B-9397-08002B2CF9AE}" pid="7" name="MSIP_Label_3cde893e-0867-4da1-b808-8ec67389fdff_ActionId">
    <vt:lpwstr>2f11719f-75ab-4edd-8602-4a5375b637ed</vt:lpwstr>
  </property>
  <property fmtid="{D5CDD505-2E9C-101B-9397-08002B2CF9AE}" pid="8" name="MSIP_Label_3cde893e-0867-4da1-b808-8ec67389fdff_ContentBits">
    <vt:lpwstr>0</vt:lpwstr>
  </property>
  <property fmtid="{D5CDD505-2E9C-101B-9397-08002B2CF9AE}" pid="9" name="MSIP_Label_3cde893e-0867-4da1-b808-8ec67389fdff_Tag">
    <vt:lpwstr>10, 0, 1, 1</vt:lpwstr>
  </property>
</Properties>
</file>