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914C0-4212-DCEF-D5B6-27B273CA94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014B2F-6893-722B-7159-C8AC1E7AA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CA843-206E-932C-0429-E41A8593F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49180-F4FD-4262-95ED-A8CEF20F1C78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EDE9D-ADA5-641F-6591-AEFAAE3BF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CE845-8184-F904-CABE-7851B0084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CEFF-7FBB-4C76-8356-53CDA64C5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5130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D3772-156E-3ED5-703B-E2B663996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A64F7A-B19B-7288-5A65-6F9185DFE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FFD58-7246-88BA-3533-12CDD5B15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49180-F4FD-4262-95ED-A8CEF20F1C78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0DA3EA-4D56-E69A-1F0C-8B1E46B0A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675C1-647C-4080-6878-E2309A1A4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CEFF-7FBB-4C76-8356-53CDA64C5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9016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6098F-7475-E06E-2758-F11760D28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EF7A04-BAB1-1D19-7E7A-06651F5090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D2CDFD-C986-72B2-8791-771EE974F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49180-F4FD-4262-95ED-A8CEF20F1C78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09A84-17D5-FB3D-F9B1-DBF2EF635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88FB67-2EBD-A000-1340-2DF0C9BB1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CEFF-7FBB-4C76-8356-53CDA64C5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5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FC324-5862-663D-674D-A7B1360F5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5E57B-74CE-93EE-E18C-A5CA54723F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D1C768-CED7-E98A-BCE3-DB0264EB4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36B9B6-FCF8-1B48-E567-F878EA396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49180-F4FD-4262-95ED-A8CEF20F1C78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4F7FC9-6C46-1485-6530-1F1B15DF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B7CCF-45D9-70CB-9BC4-F2C434E6C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CEFF-7FBB-4C76-8356-53CDA64C5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39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5E618E-788A-D3A2-8379-0F2A9B523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3A1F3-5F94-A758-4CAB-CBC5DDD60F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AAA32E-50F9-9695-924E-C7A44951E1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1BAC3B-7BF8-2CF7-6EA8-FA601E637E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52C97F-E4D3-4A8B-7FB8-B755E2149C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B4E159-5288-A8F6-440A-52F483574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49180-F4FD-4262-95ED-A8CEF20F1C78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F98D52-76EA-E7D1-32C3-E8C8D28FC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DA9672-A5F8-AC6D-B090-4A7564CD6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CEFF-7FBB-4C76-8356-53CDA64C5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1000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4C202-8348-1169-82D0-AD50A5F7B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5CD7D3-2695-BA3B-7C64-D31768B9C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49180-F4FD-4262-95ED-A8CEF20F1C78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642527-64B0-ECC8-44A0-C57D1D4C1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8A39C-56E0-80FA-2C25-2845A674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CEFF-7FBB-4C76-8356-53CDA64C5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850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79E298-0DC9-E6C0-E163-614BDC39F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49180-F4FD-4262-95ED-A8CEF20F1C78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386684F-F114-C39D-2F4F-8EE984436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A3EDF-BEBE-BE16-E074-B44D093E2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CEFF-7FBB-4C76-8356-53CDA64C5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0043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DB162-7B9F-3D31-B16F-32DF66893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2BF3E-C877-7BB8-AD52-90412F27D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4304FD-D050-EE36-1FC6-8137BB5F8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4C2BD-D673-CE31-3C33-0A408D980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49180-F4FD-4262-95ED-A8CEF20F1C78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1104E-4734-DEA1-2AC5-F1FAA0E4F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4FB86-2AA3-1566-2DB1-EDFCC9FBE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CEFF-7FBB-4C76-8356-53CDA64C5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61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71CCD-9759-D4EB-84C9-9A8F3EFE5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9D47F4-19DD-77A9-3CD5-3EB509D893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03AE3-9857-D77D-C4BD-8D5161F6D4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E45E87-B25F-5B4A-3C45-33D8892FC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49180-F4FD-4262-95ED-A8CEF20F1C78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0A128A-37D4-C08C-D72C-1D5AF7244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4483F-446C-8F4A-93A4-C8BA20C65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CEFF-7FBB-4C76-8356-53CDA64C5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193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CE223-32FD-A865-4AAC-AD9296E4E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06578-8B4D-F38B-624D-37B8D245E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42A53-2895-6B3E-62A5-E38BACD05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49180-F4FD-4262-95ED-A8CEF20F1C78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02BB9-7EFA-8B17-34F0-8E824A088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A4776-15A0-ACF5-46BF-47A0FDCF1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CEFF-7FBB-4C76-8356-53CDA64C5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249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583C9D-1519-6F7E-FA1A-3A4440D3BF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A6DEE-10EB-5682-FF1D-5F5F60749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76800-EDC6-24EB-35DF-7E270E730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49180-F4FD-4262-95ED-A8CEF20F1C78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BD143-0267-E1AD-F9EB-961B330F2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DC69D-C352-087B-0B25-B9B6B3D28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76CEFF-7FBB-4C76-8356-53CDA64C5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718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B82155-555A-3033-185E-F32A9C1C8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3B322-A0D2-82A7-5C89-87AA6C0B5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E557A-2733-995F-17D7-8CD82B2B12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149180-F4FD-4262-95ED-A8CEF20F1C78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FE8D7-EDD5-CBB9-EF51-AB7D997DFB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13C80-D529-1450-B1C5-8603C22346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76CEFF-7FBB-4C76-8356-53CDA64C58C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2164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9BDBA-0FB8-194E-15CF-2E0D0C7F2B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Career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680E3A-9E7D-4127-30F4-F61AE23DEA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Carl Gardiner</a:t>
            </a:r>
          </a:p>
        </p:txBody>
      </p:sp>
    </p:spTree>
    <p:extLst>
      <p:ext uri="{BB962C8B-B14F-4D97-AF65-F5344CB8AC3E}">
        <p14:creationId xmlns:p14="http://schemas.microsoft.com/office/powerpoint/2010/main" val="39343413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045EC-E47D-8403-47C8-312EAF921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Career Analysis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60B6B4-53C2-6D08-2D64-A3EF501EE41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1728568"/>
              </p:ext>
            </p:extLst>
          </p:nvPr>
        </p:nvGraphicFramePr>
        <p:xfrm>
          <a:off x="838200" y="1825625"/>
          <a:ext cx="105156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3623627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832248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4309918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1154572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Skill Required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Evidence Based Judgement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13637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Technical Skill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TypeScript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 1, 2,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Developing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2562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Soft Skill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Communication and collaboration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 1, 2,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Developing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3393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Technical Skills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Python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Job 2, multiple other jobs in this sector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761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50248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A8E42-25AB-C72E-0364-52D407486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KSB Mapping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8271C27-ED68-A606-DF3C-5757B8DEAC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2655472"/>
              </p:ext>
            </p:extLst>
          </p:nvPr>
        </p:nvGraphicFramePr>
        <p:xfrm>
          <a:off x="838200" y="1825625"/>
          <a:ext cx="10515597" cy="2839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435819626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78943731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7506363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Job Requirement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KSB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Current 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348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TypeScript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K26, K5, K22, K27, K28, B4, B7, S18, S19, S20, S21, S22, S23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Developing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2942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Communication and collaboration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K2, K3, K8, K24, B2, S1, S2, 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Developing</a:t>
                      </a:r>
                    </a:p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7714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Python 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dirty="0"/>
                        <a:t>K26, K5, K22, K27, K28, B4, B7, S18, S19, S20, S21, S22, S23</a:t>
                      </a:r>
                    </a:p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747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5374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0A725-7670-3D59-33FD-DD80B251B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Future Project Planning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D7303F4-23A9-18B9-5B35-1D195DD72B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7562253"/>
              </p:ext>
            </p:extLst>
          </p:nvPr>
        </p:nvGraphicFramePr>
        <p:xfrm>
          <a:off x="838200" y="2048256"/>
          <a:ext cx="10515600" cy="3472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06210997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8204279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0624175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23075976"/>
                    </a:ext>
                  </a:extLst>
                </a:gridCol>
              </a:tblGrid>
              <a:tr h="852678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Target KSBs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Gap Addressed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529282"/>
                  </a:ext>
                </a:extLst>
              </a:tr>
              <a:tr h="852678">
                <a:tc>
                  <a:txBody>
                    <a:bodyPr/>
                    <a:lstStyle/>
                    <a:p>
                      <a:r>
                        <a:rPr lang="en-GB" dirty="0"/>
                        <a:t>Lowering cost and green computing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Improve Teardown and Startup Deployment pipelines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K20, K15, B6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Management and identification of improvement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9726200"/>
                  </a:ext>
                </a:extLst>
              </a:tr>
              <a:tr h="852678">
                <a:tc>
                  <a:txBody>
                    <a:bodyPr/>
                    <a:lstStyle/>
                    <a:p>
                      <a:r>
                        <a:rPr lang="en-GB" dirty="0"/>
                        <a:t>Networking in Azure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Networking in Azure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Networking KSBs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Networking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994166"/>
                  </a:ext>
                </a:extLst>
              </a:tr>
              <a:tr h="852678">
                <a:tc>
                  <a:txBody>
                    <a:bodyPr/>
                    <a:lstStyle/>
                    <a:p>
                      <a:r>
                        <a:rPr lang="en-GB" dirty="0"/>
                        <a:t>Data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Data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Data Analysis KSBs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/>
                        <a:t>Data Analysis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180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9318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178</Words>
  <Application>Microsoft Office PowerPoint</Application>
  <PresentationFormat>Widescreen</PresentationFormat>
  <Paragraphs>49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Career Analysis</vt:lpstr>
      <vt:lpstr>Career Analysis</vt:lpstr>
      <vt:lpstr>KSB Mapping</vt:lpstr>
      <vt:lpstr>Future Project Planning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 Gardiner</dc:creator>
  <cp:lastModifiedBy>Carl Gardiner</cp:lastModifiedBy>
  <cp:revision>18</cp:revision>
  <dcterms:created xsi:type="dcterms:W3CDTF">2026-06-10T10:10:53Z</dcterms:created>
  <dcterms:modified xsi:type="dcterms:W3CDTF">2026-06-10T10:35:18Z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cde893e-0867-4da1-b808-8ec67389fdff_Enabled">
    <vt:lpwstr>true</vt:lpwstr>
  </property>
  <property fmtid="{D5CDD505-2E9C-101B-9397-08002B2CF9AE}" pid="3" name="MSIP_Label_3cde893e-0867-4da1-b808-8ec67389fdff_SetDate">
    <vt:lpwstr>2026-06-10T10:10:53Z</vt:lpwstr>
  </property>
  <property fmtid="{D5CDD505-2E9C-101B-9397-08002B2CF9AE}" pid="4" name="MSIP_Label_3cde893e-0867-4da1-b808-8ec67389fdff_Method">
    <vt:lpwstr>Privileged</vt:lpwstr>
  </property>
  <property fmtid="{D5CDD505-2E9C-101B-9397-08002B2CF9AE}" pid="5" name="MSIP_Label_3cde893e-0867-4da1-b808-8ec67389fdff_Name">
    <vt:lpwstr>NON-OS</vt:lpwstr>
  </property>
  <property fmtid="{D5CDD505-2E9C-101B-9397-08002B2CF9AE}" pid="6" name="MSIP_Label_3cde893e-0867-4da1-b808-8ec67389fdff_SiteId">
    <vt:lpwstr>7988742d-c543-4b9a-87a9-10a7b354d289</vt:lpwstr>
  </property>
  <property fmtid="{D5CDD505-2E9C-101B-9397-08002B2CF9AE}" pid="7" name="MSIP_Label_3cde893e-0867-4da1-b808-8ec67389fdff_ActionId">
    <vt:lpwstr>fdfe69c3-1ed9-4593-ab56-db7789f4967b</vt:lpwstr>
  </property>
  <property fmtid="{D5CDD505-2E9C-101B-9397-08002B2CF9AE}" pid="8" name="MSIP_Label_3cde893e-0867-4da1-b808-8ec67389fdff_ContentBits">
    <vt:lpwstr>0</vt:lpwstr>
  </property>
  <property fmtid="{D5CDD505-2E9C-101B-9397-08002B2CF9AE}" pid="9" name="MSIP_Label_3cde893e-0867-4da1-b808-8ec67389fdff_Tag">
    <vt:lpwstr>10, 0, 1, 1</vt:lpwstr>
  </property>
</Properties>
</file>