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3.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4.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5.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6.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7.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8.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19.xml" ContentType="application/vnd.openxmlformats-officedocument.presentationml.notesSlide+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20.xml" ContentType="application/vnd.openxmlformats-officedocument.presentationml.notesSlide+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notesSlides/notesSlide21.xml" ContentType="application/vnd.openxmlformats-officedocument.presentationml.notesSlide+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notesSlides/notesSlide24.xml" ContentType="application/vnd.openxmlformats-officedocument.presentationml.notesSlide+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3"/>
  </p:notesMasterIdLst>
  <p:sldIdLst>
    <p:sldId id="256" r:id="rId2"/>
    <p:sldId id="258" r:id="rId3"/>
    <p:sldId id="274" r:id="rId4"/>
    <p:sldId id="275" r:id="rId5"/>
    <p:sldId id="276" r:id="rId6"/>
    <p:sldId id="259" r:id="rId7"/>
    <p:sldId id="286" r:id="rId8"/>
    <p:sldId id="287" r:id="rId9"/>
    <p:sldId id="288" r:id="rId10"/>
    <p:sldId id="260" r:id="rId11"/>
    <p:sldId id="277" r:id="rId12"/>
    <p:sldId id="278" r:id="rId13"/>
    <p:sldId id="264" r:id="rId14"/>
    <p:sldId id="289" r:id="rId15"/>
    <p:sldId id="280" r:id="rId16"/>
    <p:sldId id="261" r:id="rId17"/>
    <p:sldId id="263" r:id="rId18"/>
    <p:sldId id="265" r:id="rId19"/>
    <p:sldId id="291" r:id="rId20"/>
    <p:sldId id="292" r:id="rId21"/>
    <p:sldId id="267" r:id="rId22"/>
    <p:sldId id="293" r:id="rId23"/>
    <p:sldId id="294" r:id="rId24"/>
    <p:sldId id="295" r:id="rId25"/>
    <p:sldId id="272" r:id="rId26"/>
    <p:sldId id="273" r:id="rId27"/>
    <p:sldId id="269" r:id="rId28"/>
    <p:sldId id="282" r:id="rId29"/>
    <p:sldId id="281" r:id="rId30"/>
    <p:sldId id="297" r:id="rId31"/>
    <p:sldId id="300" r:id="rId32"/>
    <p:sldId id="283" r:id="rId33"/>
    <p:sldId id="298" r:id="rId34"/>
    <p:sldId id="305" r:id="rId35"/>
    <p:sldId id="301" r:id="rId36"/>
    <p:sldId id="302" r:id="rId37"/>
    <p:sldId id="284" r:id="rId38"/>
    <p:sldId id="299" r:id="rId39"/>
    <p:sldId id="303" r:id="rId40"/>
    <p:sldId id="285" r:id="rId41"/>
    <p:sldId id="304"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1356" autoAdjust="0"/>
  </p:normalViewPr>
  <p:slideViewPr>
    <p:cSldViewPr snapToGrid="0">
      <p:cViewPr varScale="1">
        <p:scale>
          <a:sx n="90" d="100"/>
          <a:sy n="90" d="100"/>
        </p:scale>
        <p:origin x="1356" y="84"/>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s>
</file>

<file path=ppt/diagrams/_rels/data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 Id="rId4" Type="http://schemas.openxmlformats.org/officeDocument/2006/relationships/image" Target="../media/image4.svg"/></Relationships>
</file>

<file path=ppt/diagrams/_rels/data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s>
</file>

<file path=ppt/diagrams/_rels/data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12.svg"/><Relationship Id="rId1" Type="http://schemas.openxmlformats.org/officeDocument/2006/relationships/image" Target="../media/image11.svg"/></Relationships>
</file>

<file path=ppt/diagrams/_rels/data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14.svg"/><Relationship Id="rId1" Type="http://schemas.openxmlformats.org/officeDocument/2006/relationships/image" Target="../media/image13.svg"/><Relationship Id="rId4" Type="http://schemas.openxmlformats.org/officeDocument/2006/relationships/image" Target="../media/image4.svg"/></Relationships>
</file>

<file path=ppt/diagrams/_rels/data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16.svg"/><Relationship Id="rId1" Type="http://schemas.openxmlformats.org/officeDocument/2006/relationships/image" Target="../media/image15.svg"/><Relationship Id="rId4" Type="http://schemas.openxmlformats.org/officeDocument/2006/relationships/image" Target="../media/image10.svg"/></Relationships>
</file>

<file path=ppt/diagrams/_rels/data9.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svg"/><Relationship Id="rId1" Type="http://schemas.openxmlformats.org/officeDocument/2006/relationships/image" Target="../media/image20.svg"/><Relationship Id="rId4" Type="http://schemas.openxmlformats.org/officeDocument/2006/relationships/image" Target="../media/image4.svg"/></Relationships>
</file>

<file path=ppt/diagrams/_rels/data12.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svg"/><Relationship Id="rId1" Type="http://schemas.openxmlformats.org/officeDocument/2006/relationships/image" Target="../media/image15.svg"/><Relationship Id="rId5" Type="http://schemas.openxmlformats.org/officeDocument/2006/relationships/image" Target="../media/image3.svg"/><Relationship Id="rId4" Type="http://schemas.openxmlformats.org/officeDocument/2006/relationships/image" Target="../media/image9.svg"/></Relationships>
</file>

<file path=ppt/diagrams/_rels/data17.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9.svg"/><Relationship Id="rId1" Type="http://schemas.openxmlformats.org/officeDocument/2006/relationships/image" Target="../media/image4.svg"/><Relationship Id="rId4" Type="http://schemas.openxmlformats.org/officeDocument/2006/relationships/image" Target="../media/image31.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 Id="rId4" Type="http://schemas.openxmlformats.org/officeDocument/2006/relationships/image" Target="../media/image4.svg"/></Relationships>
</file>

<file path=ppt/diagrams/_rels/drawing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s>
</file>

<file path=ppt/diagrams/_rels/drawing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12.svg"/><Relationship Id="rId1" Type="http://schemas.openxmlformats.org/officeDocument/2006/relationships/image" Target="../media/image11.svg"/></Relationships>
</file>

<file path=ppt/diagrams/_rels/drawing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14.svg"/><Relationship Id="rId1" Type="http://schemas.openxmlformats.org/officeDocument/2006/relationships/image" Target="../media/image13.svg"/><Relationship Id="rId4" Type="http://schemas.openxmlformats.org/officeDocument/2006/relationships/image" Target="../media/image4.svg"/></Relationships>
</file>

<file path=ppt/diagrams/_rels/drawing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16.svg"/><Relationship Id="rId1" Type="http://schemas.openxmlformats.org/officeDocument/2006/relationships/image" Target="../media/image15.svg"/><Relationship Id="rId4" Type="http://schemas.openxmlformats.org/officeDocument/2006/relationships/image" Target="../media/image10.svg"/></Relationships>
</file>

<file path=ppt/diagrams/_rels/drawing9.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svg"/><Relationship Id="rId1" Type="http://schemas.openxmlformats.org/officeDocument/2006/relationships/image" Target="../media/image20.svg"/><Relationship Id="rId4" Type="http://schemas.openxmlformats.org/officeDocument/2006/relationships/image" Target="../media/image4.svg"/></Relationships>
</file>

<file path=ppt/diagrams/_rels/drawing12.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svg"/><Relationship Id="rId1" Type="http://schemas.openxmlformats.org/officeDocument/2006/relationships/image" Target="../media/image15.svg"/><Relationship Id="rId5" Type="http://schemas.openxmlformats.org/officeDocument/2006/relationships/image" Target="../media/image3.svg"/><Relationship Id="rId4" Type="http://schemas.openxmlformats.org/officeDocument/2006/relationships/image" Target="../media/image9.svg"/></Relationships>
</file>

<file path=ppt/diagrams/_rels/drawing17.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9.svg"/><Relationship Id="rId1" Type="http://schemas.openxmlformats.org/officeDocument/2006/relationships/image" Target="../media/image4.svg"/><Relationship Id="rId4" Type="http://schemas.openxmlformats.org/officeDocument/2006/relationships/image" Target="../media/image31.svg"/></Relationships>
</file>

<file path=ppt/diagrams/colors1.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61AB4B4-CB5E-4E1D-8926-306491D27CE7}" type="doc">
      <dgm:prSet loTypeId="urn:microsoft.com/office/officeart/2018/5/layout/IconCircleLabel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EAF6471C-B571-4BCD-B602-9998A7CD1719}">
      <dgm:prSet/>
      <dgm:spPr/>
      <dgm:t>
        <a:bodyPr/>
        <a:lstStyle/>
        <a:p>
          <a:pPr>
            <a:lnSpc>
              <a:spcPct val="100000"/>
            </a:lnSpc>
            <a:defRPr cap="all"/>
          </a:pPr>
          <a:r>
            <a:rPr lang="en-GB" dirty="0"/>
            <a:t>Ordnance Survey operates in Azure</a:t>
          </a:r>
          <a:endParaRPr lang="en-US" dirty="0"/>
        </a:p>
      </dgm:t>
    </dgm:pt>
    <dgm:pt modelId="{AEDCE42C-BD4D-48DE-A3C9-B67802C39058}" type="parTrans" cxnId="{161393CD-FB69-450C-9ED4-924806711548}">
      <dgm:prSet/>
      <dgm:spPr/>
      <dgm:t>
        <a:bodyPr/>
        <a:lstStyle/>
        <a:p>
          <a:endParaRPr lang="en-US"/>
        </a:p>
      </dgm:t>
    </dgm:pt>
    <dgm:pt modelId="{FB8A1AB1-0E0C-4A74-8BED-678E2331C4F0}" type="sibTrans" cxnId="{161393CD-FB69-450C-9ED4-924806711548}">
      <dgm:prSet/>
      <dgm:spPr/>
      <dgm:t>
        <a:bodyPr/>
        <a:lstStyle/>
        <a:p>
          <a:endParaRPr lang="en-US"/>
        </a:p>
      </dgm:t>
    </dgm:pt>
    <dgm:pt modelId="{87CACBD9-C2FF-4F55-832E-78A8BC2221F9}">
      <dgm:prSet/>
      <dgm:spPr/>
      <dgm:t>
        <a:bodyPr/>
        <a:lstStyle/>
        <a:p>
          <a:pPr>
            <a:lnSpc>
              <a:spcPct val="100000"/>
            </a:lnSpc>
            <a:defRPr cap="all"/>
          </a:pPr>
          <a:r>
            <a:rPr lang="en-GB" dirty="0"/>
            <a:t>Push towards flexibility, repeatability and consistency </a:t>
          </a:r>
          <a:endParaRPr lang="en-US" dirty="0"/>
        </a:p>
      </dgm:t>
    </dgm:pt>
    <dgm:pt modelId="{841E0C52-4958-4C13-AB36-33E227620EEE}" type="parTrans" cxnId="{25001717-89E3-4146-930B-BF75FD33DB6D}">
      <dgm:prSet/>
      <dgm:spPr/>
      <dgm:t>
        <a:bodyPr/>
        <a:lstStyle/>
        <a:p>
          <a:endParaRPr lang="en-US"/>
        </a:p>
      </dgm:t>
    </dgm:pt>
    <dgm:pt modelId="{F7FFBA16-3CB2-4695-9B06-02A250563220}" type="sibTrans" cxnId="{25001717-89E3-4146-930B-BF75FD33DB6D}">
      <dgm:prSet/>
      <dgm:spPr/>
      <dgm:t>
        <a:bodyPr/>
        <a:lstStyle/>
        <a:p>
          <a:endParaRPr lang="en-US"/>
        </a:p>
      </dgm:t>
    </dgm:pt>
    <dgm:pt modelId="{EBD9121E-4A77-48D2-BD13-BA43788F5322}">
      <dgm:prSet/>
      <dgm:spPr/>
      <dgm:t>
        <a:bodyPr/>
        <a:lstStyle/>
        <a:p>
          <a:pPr>
            <a:lnSpc>
              <a:spcPct val="100000"/>
            </a:lnSpc>
            <a:defRPr cap="all"/>
          </a:pPr>
          <a:r>
            <a:rPr lang="en-GB"/>
            <a:t>Save on costs, reduce development time, improve disaster recovery metrics and improve developer experience</a:t>
          </a:r>
          <a:endParaRPr lang="en-US"/>
        </a:p>
      </dgm:t>
    </dgm:pt>
    <dgm:pt modelId="{80553FAB-AB1D-4E9B-9332-2CD5A4F17842}" type="parTrans" cxnId="{C46B1846-806C-4AE4-8ECC-F3ABD65254E9}">
      <dgm:prSet/>
      <dgm:spPr/>
      <dgm:t>
        <a:bodyPr/>
        <a:lstStyle/>
        <a:p>
          <a:endParaRPr lang="en-US"/>
        </a:p>
      </dgm:t>
    </dgm:pt>
    <dgm:pt modelId="{E823885D-11E8-46FD-B73D-7CDB04185F4A}" type="sibTrans" cxnId="{C46B1846-806C-4AE4-8ECC-F3ABD65254E9}">
      <dgm:prSet/>
      <dgm:spPr/>
      <dgm:t>
        <a:bodyPr/>
        <a:lstStyle/>
        <a:p>
          <a:endParaRPr lang="en-US"/>
        </a:p>
      </dgm:t>
    </dgm:pt>
    <dgm:pt modelId="{6585E22B-73A6-427E-88FF-D846BAF64111}">
      <dgm:prSet/>
      <dgm:spPr/>
      <dgm:t>
        <a:bodyPr/>
        <a:lstStyle/>
        <a:p>
          <a:pPr>
            <a:lnSpc>
              <a:spcPct val="100000"/>
            </a:lnSpc>
            <a:defRPr cap="all"/>
          </a:pPr>
          <a:r>
            <a:rPr lang="en-GB"/>
            <a:t>Need multiple development or testing environments at one time</a:t>
          </a:r>
          <a:endParaRPr lang="en-US"/>
        </a:p>
      </dgm:t>
    </dgm:pt>
    <dgm:pt modelId="{638B73D4-C6E1-4BE4-B8E3-F02CB42E0586}" type="parTrans" cxnId="{8AF2B678-311D-44C7-BB25-583CA2707D0B}">
      <dgm:prSet/>
      <dgm:spPr/>
      <dgm:t>
        <a:bodyPr/>
        <a:lstStyle/>
        <a:p>
          <a:endParaRPr lang="en-US"/>
        </a:p>
      </dgm:t>
    </dgm:pt>
    <dgm:pt modelId="{0552575B-5CF3-4BA6-8131-BEE6FF5B9938}" type="sibTrans" cxnId="{8AF2B678-311D-44C7-BB25-583CA2707D0B}">
      <dgm:prSet/>
      <dgm:spPr/>
      <dgm:t>
        <a:bodyPr/>
        <a:lstStyle/>
        <a:p>
          <a:endParaRPr lang="en-US"/>
        </a:p>
      </dgm:t>
    </dgm:pt>
    <dgm:pt modelId="{C3F2F7EA-1453-4655-A91F-EEF357B4BA02}" type="pres">
      <dgm:prSet presAssocID="{061AB4B4-CB5E-4E1D-8926-306491D27CE7}" presName="root" presStyleCnt="0">
        <dgm:presLayoutVars>
          <dgm:dir/>
          <dgm:resizeHandles val="exact"/>
        </dgm:presLayoutVars>
      </dgm:prSet>
      <dgm:spPr/>
    </dgm:pt>
    <dgm:pt modelId="{4534E987-C6AF-46E4-9877-4A2C7E2451A3}" type="pres">
      <dgm:prSet presAssocID="{EAF6471C-B571-4BCD-B602-9998A7CD1719}" presName="compNode" presStyleCnt="0"/>
      <dgm:spPr/>
    </dgm:pt>
    <dgm:pt modelId="{38C0A081-463B-47AB-8804-E4DB7FC602D6}" type="pres">
      <dgm:prSet presAssocID="{EAF6471C-B571-4BCD-B602-9998A7CD1719}" presName="iconBgRect" presStyleLbl="bgShp" presStyleIdx="0" presStyleCnt="4"/>
      <dgm:spPr/>
    </dgm:pt>
    <dgm:pt modelId="{09770687-9BC7-4BD1-97FE-91B585C4E9CA}" type="pres">
      <dgm:prSet presAssocID="{EAF6471C-B571-4BCD-B602-9998A7CD1719}"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Marker"/>
        </a:ext>
      </dgm:extLst>
    </dgm:pt>
    <dgm:pt modelId="{7826173C-8BF9-43B3-A04D-BF290BF3D408}" type="pres">
      <dgm:prSet presAssocID="{EAF6471C-B571-4BCD-B602-9998A7CD1719}" presName="spaceRect" presStyleCnt="0"/>
      <dgm:spPr/>
    </dgm:pt>
    <dgm:pt modelId="{23748510-C4FF-476A-8260-E05AEA55A5AC}" type="pres">
      <dgm:prSet presAssocID="{EAF6471C-B571-4BCD-B602-9998A7CD1719}" presName="textRect" presStyleLbl="revTx" presStyleIdx="0" presStyleCnt="4">
        <dgm:presLayoutVars>
          <dgm:chMax val="1"/>
          <dgm:chPref val="1"/>
        </dgm:presLayoutVars>
      </dgm:prSet>
      <dgm:spPr/>
    </dgm:pt>
    <dgm:pt modelId="{0D337A1E-1758-440B-978F-E295492337B6}" type="pres">
      <dgm:prSet presAssocID="{FB8A1AB1-0E0C-4A74-8BED-678E2331C4F0}" presName="sibTrans" presStyleCnt="0"/>
      <dgm:spPr/>
    </dgm:pt>
    <dgm:pt modelId="{8E622DB7-D799-4AB7-A0D4-540EF23A8885}" type="pres">
      <dgm:prSet presAssocID="{87CACBD9-C2FF-4F55-832E-78A8BC2221F9}" presName="compNode" presStyleCnt="0"/>
      <dgm:spPr/>
    </dgm:pt>
    <dgm:pt modelId="{07FF5002-010F-47AF-9AE7-EF0AED76CE22}" type="pres">
      <dgm:prSet presAssocID="{87CACBD9-C2FF-4F55-832E-78A8BC2221F9}" presName="iconBgRect" presStyleLbl="bgShp" presStyleIdx="1" presStyleCnt="4"/>
      <dgm:spPr/>
    </dgm:pt>
    <dgm:pt modelId="{6D77C97B-ACF2-4AAA-8D78-91F78A8425C0}" type="pres">
      <dgm:prSet presAssocID="{87CACBD9-C2FF-4F55-832E-78A8BC2221F9}"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Minimize"/>
        </a:ext>
      </dgm:extLst>
    </dgm:pt>
    <dgm:pt modelId="{70BD4B7D-5711-4CA3-8CC1-FFCC80EFB095}" type="pres">
      <dgm:prSet presAssocID="{87CACBD9-C2FF-4F55-832E-78A8BC2221F9}" presName="spaceRect" presStyleCnt="0"/>
      <dgm:spPr/>
    </dgm:pt>
    <dgm:pt modelId="{FDEFA800-8E4A-4B34-974C-81971DF2FAE9}" type="pres">
      <dgm:prSet presAssocID="{87CACBD9-C2FF-4F55-832E-78A8BC2221F9}" presName="textRect" presStyleLbl="revTx" presStyleIdx="1" presStyleCnt="4">
        <dgm:presLayoutVars>
          <dgm:chMax val="1"/>
          <dgm:chPref val="1"/>
        </dgm:presLayoutVars>
      </dgm:prSet>
      <dgm:spPr/>
    </dgm:pt>
    <dgm:pt modelId="{5EBD4AD8-2D35-4AB8-8D62-4B76624F9DF8}" type="pres">
      <dgm:prSet presAssocID="{F7FFBA16-3CB2-4695-9B06-02A250563220}" presName="sibTrans" presStyleCnt="0"/>
      <dgm:spPr/>
    </dgm:pt>
    <dgm:pt modelId="{F3D3AF9F-A666-42A9-BE58-11F1A0DF81BC}" type="pres">
      <dgm:prSet presAssocID="{EBD9121E-4A77-48D2-BD13-BA43788F5322}" presName="compNode" presStyleCnt="0"/>
      <dgm:spPr/>
    </dgm:pt>
    <dgm:pt modelId="{43667106-9A88-4085-930E-5508EA2FD4FB}" type="pres">
      <dgm:prSet presAssocID="{EBD9121E-4A77-48D2-BD13-BA43788F5322}" presName="iconBgRect" presStyleLbl="bgShp" presStyleIdx="2" presStyleCnt="4"/>
      <dgm:spPr/>
    </dgm:pt>
    <dgm:pt modelId="{38AF7050-85B9-4F7C-B64C-53F79D37A21C}" type="pres">
      <dgm:prSet presAssocID="{EBD9121E-4A77-48D2-BD13-BA43788F5322}"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Upward trend"/>
        </a:ext>
      </dgm:extLst>
    </dgm:pt>
    <dgm:pt modelId="{7BA1351A-637D-417C-9F35-EB9819A9A034}" type="pres">
      <dgm:prSet presAssocID="{EBD9121E-4A77-48D2-BD13-BA43788F5322}" presName="spaceRect" presStyleCnt="0"/>
      <dgm:spPr/>
    </dgm:pt>
    <dgm:pt modelId="{D66F0E34-1EDF-4A97-BEC7-0328D0D3C2F4}" type="pres">
      <dgm:prSet presAssocID="{EBD9121E-4A77-48D2-BD13-BA43788F5322}" presName="textRect" presStyleLbl="revTx" presStyleIdx="2" presStyleCnt="4">
        <dgm:presLayoutVars>
          <dgm:chMax val="1"/>
          <dgm:chPref val="1"/>
        </dgm:presLayoutVars>
      </dgm:prSet>
      <dgm:spPr/>
    </dgm:pt>
    <dgm:pt modelId="{F25A8512-27EB-488A-9F26-4B9B95A475EB}" type="pres">
      <dgm:prSet presAssocID="{E823885D-11E8-46FD-B73D-7CDB04185F4A}" presName="sibTrans" presStyleCnt="0"/>
      <dgm:spPr/>
    </dgm:pt>
    <dgm:pt modelId="{E6E450F7-F2A7-49E0-A6B4-7D26AFDFD551}" type="pres">
      <dgm:prSet presAssocID="{6585E22B-73A6-427E-88FF-D846BAF64111}" presName="compNode" presStyleCnt="0"/>
      <dgm:spPr/>
    </dgm:pt>
    <dgm:pt modelId="{52A5D5B5-5BF6-48E5-80D0-34ED1CF299CE}" type="pres">
      <dgm:prSet presAssocID="{6585E22B-73A6-427E-88FF-D846BAF64111}" presName="iconBgRect" presStyleLbl="bgShp" presStyleIdx="3" presStyleCnt="4"/>
      <dgm:spPr/>
    </dgm:pt>
    <dgm:pt modelId="{D58B78B2-35B4-440A-96F9-42C9DB7160F3}" type="pres">
      <dgm:prSet presAssocID="{6585E22B-73A6-427E-88FF-D846BAF64111}"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C146EE97-A4C0-4824-9C45-D6CD78C3AD6B}" type="pres">
      <dgm:prSet presAssocID="{6585E22B-73A6-427E-88FF-D846BAF64111}" presName="spaceRect" presStyleCnt="0"/>
      <dgm:spPr/>
    </dgm:pt>
    <dgm:pt modelId="{48B5F1C7-FFED-4A20-8F74-6D3AF7357A08}" type="pres">
      <dgm:prSet presAssocID="{6585E22B-73A6-427E-88FF-D846BAF64111}" presName="textRect" presStyleLbl="revTx" presStyleIdx="3" presStyleCnt="4">
        <dgm:presLayoutVars>
          <dgm:chMax val="1"/>
          <dgm:chPref val="1"/>
        </dgm:presLayoutVars>
      </dgm:prSet>
      <dgm:spPr/>
    </dgm:pt>
  </dgm:ptLst>
  <dgm:cxnLst>
    <dgm:cxn modelId="{25001717-89E3-4146-930B-BF75FD33DB6D}" srcId="{061AB4B4-CB5E-4E1D-8926-306491D27CE7}" destId="{87CACBD9-C2FF-4F55-832E-78A8BC2221F9}" srcOrd="1" destOrd="0" parTransId="{841E0C52-4958-4C13-AB36-33E227620EEE}" sibTransId="{F7FFBA16-3CB2-4695-9B06-02A250563220}"/>
    <dgm:cxn modelId="{8859DF31-C556-4AA3-A0A4-476B9FAD0C65}" type="presOf" srcId="{EBD9121E-4A77-48D2-BD13-BA43788F5322}" destId="{D66F0E34-1EDF-4A97-BEC7-0328D0D3C2F4}" srcOrd="0" destOrd="0" presId="urn:microsoft.com/office/officeart/2018/5/layout/IconCircleLabelList"/>
    <dgm:cxn modelId="{C46B1846-806C-4AE4-8ECC-F3ABD65254E9}" srcId="{061AB4B4-CB5E-4E1D-8926-306491D27CE7}" destId="{EBD9121E-4A77-48D2-BD13-BA43788F5322}" srcOrd="2" destOrd="0" parTransId="{80553FAB-AB1D-4E9B-9332-2CD5A4F17842}" sibTransId="{E823885D-11E8-46FD-B73D-7CDB04185F4A}"/>
    <dgm:cxn modelId="{E112C351-194C-45C7-B73E-BDE35D2628C7}" type="presOf" srcId="{061AB4B4-CB5E-4E1D-8926-306491D27CE7}" destId="{C3F2F7EA-1453-4655-A91F-EEF357B4BA02}" srcOrd="0" destOrd="0" presId="urn:microsoft.com/office/officeart/2018/5/layout/IconCircleLabelList"/>
    <dgm:cxn modelId="{8AF2B678-311D-44C7-BB25-583CA2707D0B}" srcId="{061AB4B4-CB5E-4E1D-8926-306491D27CE7}" destId="{6585E22B-73A6-427E-88FF-D846BAF64111}" srcOrd="3" destOrd="0" parTransId="{638B73D4-C6E1-4BE4-B8E3-F02CB42E0586}" sibTransId="{0552575B-5CF3-4BA6-8131-BEE6FF5B9938}"/>
    <dgm:cxn modelId="{161393CD-FB69-450C-9ED4-924806711548}" srcId="{061AB4B4-CB5E-4E1D-8926-306491D27CE7}" destId="{EAF6471C-B571-4BCD-B602-9998A7CD1719}" srcOrd="0" destOrd="0" parTransId="{AEDCE42C-BD4D-48DE-A3C9-B67802C39058}" sibTransId="{FB8A1AB1-0E0C-4A74-8BED-678E2331C4F0}"/>
    <dgm:cxn modelId="{026202E7-6FD6-419E-BB04-3E910254D0DB}" type="presOf" srcId="{6585E22B-73A6-427E-88FF-D846BAF64111}" destId="{48B5F1C7-FFED-4A20-8F74-6D3AF7357A08}" srcOrd="0" destOrd="0" presId="urn:microsoft.com/office/officeart/2018/5/layout/IconCircleLabelList"/>
    <dgm:cxn modelId="{9EDAFDFA-DF7F-437F-8F10-1769ECB34027}" type="presOf" srcId="{87CACBD9-C2FF-4F55-832E-78A8BC2221F9}" destId="{FDEFA800-8E4A-4B34-974C-81971DF2FAE9}" srcOrd="0" destOrd="0" presId="urn:microsoft.com/office/officeart/2018/5/layout/IconCircleLabelList"/>
    <dgm:cxn modelId="{C15C9FFD-67CD-4859-B48B-D41B7CA01EB3}" type="presOf" srcId="{EAF6471C-B571-4BCD-B602-9998A7CD1719}" destId="{23748510-C4FF-476A-8260-E05AEA55A5AC}" srcOrd="0" destOrd="0" presId="urn:microsoft.com/office/officeart/2018/5/layout/IconCircleLabelList"/>
    <dgm:cxn modelId="{F69A6EAA-7927-435F-B46E-A030944C1025}" type="presParOf" srcId="{C3F2F7EA-1453-4655-A91F-EEF357B4BA02}" destId="{4534E987-C6AF-46E4-9877-4A2C7E2451A3}" srcOrd="0" destOrd="0" presId="urn:microsoft.com/office/officeart/2018/5/layout/IconCircleLabelList"/>
    <dgm:cxn modelId="{A2F02B1A-B95A-4C9C-A98C-BC6C4096FA88}" type="presParOf" srcId="{4534E987-C6AF-46E4-9877-4A2C7E2451A3}" destId="{38C0A081-463B-47AB-8804-E4DB7FC602D6}" srcOrd="0" destOrd="0" presId="urn:microsoft.com/office/officeart/2018/5/layout/IconCircleLabelList"/>
    <dgm:cxn modelId="{901C98A0-1C55-4B70-AEFA-1A12042C11B9}" type="presParOf" srcId="{4534E987-C6AF-46E4-9877-4A2C7E2451A3}" destId="{09770687-9BC7-4BD1-97FE-91B585C4E9CA}" srcOrd="1" destOrd="0" presId="urn:microsoft.com/office/officeart/2018/5/layout/IconCircleLabelList"/>
    <dgm:cxn modelId="{7DF79411-C74F-4CE1-9A43-6B5A99600A36}" type="presParOf" srcId="{4534E987-C6AF-46E4-9877-4A2C7E2451A3}" destId="{7826173C-8BF9-43B3-A04D-BF290BF3D408}" srcOrd="2" destOrd="0" presId="urn:microsoft.com/office/officeart/2018/5/layout/IconCircleLabelList"/>
    <dgm:cxn modelId="{16D179F6-03AE-4C0F-987A-DC5BBEE0B9C3}" type="presParOf" srcId="{4534E987-C6AF-46E4-9877-4A2C7E2451A3}" destId="{23748510-C4FF-476A-8260-E05AEA55A5AC}" srcOrd="3" destOrd="0" presId="urn:microsoft.com/office/officeart/2018/5/layout/IconCircleLabelList"/>
    <dgm:cxn modelId="{6ECC992D-0B21-4E5C-BD5E-746BB6933509}" type="presParOf" srcId="{C3F2F7EA-1453-4655-A91F-EEF357B4BA02}" destId="{0D337A1E-1758-440B-978F-E295492337B6}" srcOrd="1" destOrd="0" presId="urn:microsoft.com/office/officeart/2018/5/layout/IconCircleLabelList"/>
    <dgm:cxn modelId="{FBFC1FDB-B03E-4C1F-B1FF-0EEEA8F631A3}" type="presParOf" srcId="{C3F2F7EA-1453-4655-A91F-EEF357B4BA02}" destId="{8E622DB7-D799-4AB7-A0D4-540EF23A8885}" srcOrd="2" destOrd="0" presId="urn:microsoft.com/office/officeart/2018/5/layout/IconCircleLabelList"/>
    <dgm:cxn modelId="{C5A484BE-4C28-4931-8119-364E82B48800}" type="presParOf" srcId="{8E622DB7-D799-4AB7-A0D4-540EF23A8885}" destId="{07FF5002-010F-47AF-9AE7-EF0AED76CE22}" srcOrd="0" destOrd="0" presId="urn:microsoft.com/office/officeart/2018/5/layout/IconCircleLabelList"/>
    <dgm:cxn modelId="{31404432-D21D-4D96-A796-779616EB60D1}" type="presParOf" srcId="{8E622DB7-D799-4AB7-A0D4-540EF23A8885}" destId="{6D77C97B-ACF2-4AAA-8D78-91F78A8425C0}" srcOrd="1" destOrd="0" presId="urn:microsoft.com/office/officeart/2018/5/layout/IconCircleLabelList"/>
    <dgm:cxn modelId="{0FB65AB8-C72D-426D-B7D5-F305F7C1F3E5}" type="presParOf" srcId="{8E622DB7-D799-4AB7-A0D4-540EF23A8885}" destId="{70BD4B7D-5711-4CA3-8CC1-FFCC80EFB095}" srcOrd="2" destOrd="0" presId="urn:microsoft.com/office/officeart/2018/5/layout/IconCircleLabelList"/>
    <dgm:cxn modelId="{AF538045-491D-4094-AAFA-691C07936F1B}" type="presParOf" srcId="{8E622DB7-D799-4AB7-A0D4-540EF23A8885}" destId="{FDEFA800-8E4A-4B34-974C-81971DF2FAE9}" srcOrd="3" destOrd="0" presId="urn:microsoft.com/office/officeart/2018/5/layout/IconCircleLabelList"/>
    <dgm:cxn modelId="{4FF18ADF-BE84-4691-A982-4DC066E2A375}" type="presParOf" srcId="{C3F2F7EA-1453-4655-A91F-EEF357B4BA02}" destId="{5EBD4AD8-2D35-4AB8-8D62-4B76624F9DF8}" srcOrd="3" destOrd="0" presId="urn:microsoft.com/office/officeart/2018/5/layout/IconCircleLabelList"/>
    <dgm:cxn modelId="{4D1B3E07-801A-4477-A3E5-80BF3B7021B7}" type="presParOf" srcId="{C3F2F7EA-1453-4655-A91F-EEF357B4BA02}" destId="{F3D3AF9F-A666-42A9-BE58-11F1A0DF81BC}" srcOrd="4" destOrd="0" presId="urn:microsoft.com/office/officeart/2018/5/layout/IconCircleLabelList"/>
    <dgm:cxn modelId="{A757DDF2-DD8E-46E8-84A9-24A6AB0BA912}" type="presParOf" srcId="{F3D3AF9F-A666-42A9-BE58-11F1A0DF81BC}" destId="{43667106-9A88-4085-930E-5508EA2FD4FB}" srcOrd="0" destOrd="0" presId="urn:microsoft.com/office/officeart/2018/5/layout/IconCircleLabelList"/>
    <dgm:cxn modelId="{1C84EC5B-769A-4CD9-85EA-4E5D2E9B3177}" type="presParOf" srcId="{F3D3AF9F-A666-42A9-BE58-11F1A0DF81BC}" destId="{38AF7050-85B9-4F7C-B64C-53F79D37A21C}" srcOrd="1" destOrd="0" presId="urn:microsoft.com/office/officeart/2018/5/layout/IconCircleLabelList"/>
    <dgm:cxn modelId="{1FB29705-8C17-494B-A030-8A7259C65062}" type="presParOf" srcId="{F3D3AF9F-A666-42A9-BE58-11F1A0DF81BC}" destId="{7BA1351A-637D-417C-9F35-EB9819A9A034}" srcOrd="2" destOrd="0" presId="urn:microsoft.com/office/officeart/2018/5/layout/IconCircleLabelList"/>
    <dgm:cxn modelId="{DE4D827F-C7E1-4CB0-8B86-243BCBF7F987}" type="presParOf" srcId="{F3D3AF9F-A666-42A9-BE58-11F1A0DF81BC}" destId="{D66F0E34-1EDF-4A97-BEC7-0328D0D3C2F4}" srcOrd="3" destOrd="0" presId="urn:microsoft.com/office/officeart/2018/5/layout/IconCircleLabelList"/>
    <dgm:cxn modelId="{4F2FEFF8-652C-494B-A04D-E1F66D31E68D}" type="presParOf" srcId="{C3F2F7EA-1453-4655-A91F-EEF357B4BA02}" destId="{F25A8512-27EB-488A-9F26-4B9B95A475EB}" srcOrd="5" destOrd="0" presId="urn:microsoft.com/office/officeart/2018/5/layout/IconCircleLabelList"/>
    <dgm:cxn modelId="{AECB650B-0BC2-4B90-9171-803BEDA3CFB4}" type="presParOf" srcId="{C3F2F7EA-1453-4655-A91F-EEF357B4BA02}" destId="{E6E450F7-F2A7-49E0-A6B4-7D26AFDFD551}" srcOrd="6" destOrd="0" presId="urn:microsoft.com/office/officeart/2018/5/layout/IconCircleLabelList"/>
    <dgm:cxn modelId="{F3BD4365-4B41-416A-B47D-2F6D506EBEDD}" type="presParOf" srcId="{E6E450F7-F2A7-49E0-A6B4-7D26AFDFD551}" destId="{52A5D5B5-5BF6-48E5-80D0-34ED1CF299CE}" srcOrd="0" destOrd="0" presId="urn:microsoft.com/office/officeart/2018/5/layout/IconCircleLabelList"/>
    <dgm:cxn modelId="{24548AAC-E14E-4C39-9B23-AF164F781C70}" type="presParOf" srcId="{E6E450F7-F2A7-49E0-A6B4-7D26AFDFD551}" destId="{D58B78B2-35B4-440A-96F9-42C9DB7160F3}" srcOrd="1" destOrd="0" presId="urn:microsoft.com/office/officeart/2018/5/layout/IconCircleLabelList"/>
    <dgm:cxn modelId="{C8B8BC67-5109-411C-A38A-CE2CD6C6898B}" type="presParOf" srcId="{E6E450F7-F2A7-49E0-A6B4-7D26AFDFD551}" destId="{C146EE97-A4C0-4824-9C45-D6CD78C3AD6B}" srcOrd="2" destOrd="0" presId="urn:microsoft.com/office/officeart/2018/5/layout/IconCircleLabelList"/>
    <dgm:cxn modelId="{335379F0-6DCB-45A1-BF49-B1A4EB6138BC}" type="presParOf" srcId="{E6E450F7-F2A7-49E0-A6B4-7D26AFDFD551}" destId="{48B5F1C7-FFED-4A20-8F74-6D3AF7357A08}"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3629314-1628-43B3-B433-7A4664C9C000}" type="doc">
      <dgm:prSet loTypeId="urn:microsoft.com/office/officeart/2005/8/layout/default" loCatId="list" qsTypeId="urn:microsoft.com/office/officeart/2005/8/quickstyle/simple1" qsCatId="simple" csTypeId="urn:microsoft.com/office/officeart/2005/8/colors/colorful2" csCatId="colorful" phldr="1"/>
      <dgm:spPr/>
      <dgm:t>
        <a:bodyPr/>
        <a:lstStyle/>
        <a:p>
          <a:endParaRPr lang="en-US"/>
        </a:p>
      </dgm:t>
    </dgm:pt>
    <dgm:pt modelId="{0008B27A-426B-42AC-B53F-D6577B15BE82}">
      <dgm:prSet/>
      <dgm:spPr/>
      <dgm:t>
        <a:bodyPr/>
        <a:lstStyle/>
        <a:p>
          <a:r>
            <a:rPr lang="en-GB" dirty="0"/>
            <a:t>Outline: Create test data and place in data stores</a:t>
          </a:r>
          <a:endParaRPr lang="en-US" dirty="0"/>
        </a:p>
      </dgm:t>
    </dgm:pt>
    <dgm:pt modelId="{3A707FBE-CA58-4D7A-9C29-7A9CD03E585B}" type="parTrans" cxnId="{964E2FCB-E402-4D37-AB38-6FAEB03AA138}">
      <dgm:prSet/>
      <dgm:spPr/>
      <dgm:t>
        <a:bodyPr/>
        <a:lstStyle/>
        <a:p>
          <a:endParaRPr lang="en-US"/>
        </a:p>
      </dgm:t>
    </dgm:pt>
    <dgm:pt modelId="{D0E164DE-47FA-4377-BFBA-8342080C30F5}" type="sibTrans" cxnId="{964E2FCB-E402-4D37-AB38-6FAEB03AA138}">
      <dgm:prSet/>
      <dgm:spPr/>
      <dgm:t>
        <a:bodyPr/>
        <a:lstStyle/>
        <a:p>
          <a:endParaRPr lang="en-US"/>
        </a:p>
      </dgm:t>
    </dgm:pt>
    <dgm:pt modelId="{81D46E5A-D698-4E34-ACEF-022DFF129DBE}">
      <dgm:prSet/>
      <dgm:spPr/>
      <dgm:t>
        <a:bodyPr/>
        <a:lstStyle/>
        <a:p>
          <a:r>
            <a:rPr lang="en-GB"/>
            <a:t>Outline: </a:t>
          </a:r>
          <a:r>
            <a:rPr lang="en-GB" dirty="0"/>
            <a:t>For test and development environments</a:t>
          </a:r>
          <a:endParaRPr lang="en-US" dirty="0"/>
        </a:p>
      </dgm:t>
    </dgm:pt>
    <dgm:pt modelId="{5DC8FFAD-8A2C-4082-9701-0C8DE96635BB}" type="parTrans" cxnId="{24295581-1C0E-468E-8910-3202F964F37E}">
      <dgm:prSet/>
      <dgm:spPr/>
      <dgm:t>
        <a:bodyPr/>
        <a:lstStyle/>
        <a:p>
          <a:endParaRPr lang="en-US"/>
        </a:p>
      </dgm:t>
    </dgm:pt>
    <dgm:pt modelId="{F3308FF2-5620-4002-B782-1646EBBEEFEA}" type="sibTrans" cxnId="{24295581-1C0E-468E-8910-3202F964F37E}">
      <dgm:prSet/>
      <dgm:spPr/>
      <dgm:t>
        <a:bodyPr/>
        <a:lstStyle/>
        <a:p>
          <a:endParaRPr lang="en-US"/>
        </a:p>
      </dgm:t>
    </dgm:pt>
    <dgm:pt modelId="{AE8AA7E4-A1D0-4165-AF41-9F70962EFB07}">
      <dgm:prSet/>
      <dgm:spPr/>
      <dgm:t>
        <a:bodyPr/>
        <a:lstStyle/>
        <a:p>
          <a:r>
            <a:rPr lang="en-GB" dirty="0"/>
            <a:t>Justification: Allow for automated testing on the data</a:t>
          </a:r>
          <a:endParaRPr lang="en-US" dirty="0"/>
        </a:p>
      </dgm:t>
    </dgm:pt>
    <dgm:pt modelId="{3BE52788-FE7C-4A1F-9CEB-4B665F2987B8}" type="parTrans" cxnId="{8FDB778F-ED39-4DF5-B39C-86DEC1A820FF}">
      <dgm:prSet/>
      <dgm:spPr/>
      <dgm:t>
        <a:bodyPr/>
        <a:lstStyle/>
        <a:p>
          <a:endParaRPr lang="en-US"/>
        </a:p>
      </dgm:t>
    </dgm:pt>
    <dgm:pt modelId="{FAA17AB0-396C-445D-A498-00D3A3ED7A67}" type="sibTrans" cxnId="{8FDB778F-ED39-4DF5-B39C-86DEC1A820FF}">
      <dgm:prSet/>
      <dgm:spPr/>
      <dgm:t>
        <a:bodyPr/>
        <a:lstStyle/>
        <a:p>
          <a:endParaRPr lang="en-US"/>
        </a:p>
      </dgm:t>
    </dgm:pt>
    <dgm:pt modelId="{FBED18CD-28AD-4674-9DEE-D4E8F7EE16D2}">
      <dgm:prSet/>
      <dgm:spPr/>
      <dgm:t>
        <a:bodyPr/>
        <a:lstStyle/>
        <a:p>
          <a:r>
            <a:rPr lang="en-GB" dirty="0"/>
            <a:t>Justification: Easily disposable, useful environments</a:t>
          </a:r>
          <a:endParaRPr lang="en-US" dirty="0"/>
        </a:p>
      </dgm:t>
    </dgm:pt>
    <dgm:pt modelId="{A229F40F-64A9-4FDF-A2CD-4E175961D45B}" type="parTrans" cxnId="{456BD94E-38AA-4E83-A18E-833ED75050D7}">
      <dgm:prSet/>
      <dgm:spPr/>
      <dgm:t>
        <a:bodyPr/>
        <a:lstStyle/>
        <a:p>
          <a:endParaRPr lang="en-US"/>
        </a:p>
      </dgm:t>
    </dgm:pt>
    <dgm:pt modelId="{03BADCB1-7866-4F98-8699-A0F2648C794E}" type="sibTrans" cxnId="{456BD94E-38AA-4E83-A18E-833ED75050D7}">
      <dgm:prSet/>
      <dgm:spPr/>
      <dgm:t>
        <a:bodyPr/>
        <a:lstStyle/>
        <a:p>
          <a:endParaRPr lang="en-US"/>
        </a:p>
      </dgm:t>
    </dgm:pt>
    <dgm:pt modelId="{2278832E-A9C3-4044-9ED0-1EEB79FC5EE0}">
      <dgm:prSet/>
      <dgm:spPr/>
      <dgm:t>
        <a:bodyPr/>
        <a:lstStyle/>
        <a:p>
          <a:r>
            <a:rPr lang="en-GB" dirty="0"/>
            <a:t>Justification: Helps Disaster Recovery</a:t>
          </a:r>
          <a:endParaRPr lang="en-US" dirty="0"/>
        </a:p>
      </dgm:t>
    </dgm:pt>
    <dgm:pt modelId="{BD026742-4DC5-43C3-A947-3815A36D7D9F}" type="parTrans" cxnId="{2CC87DDA-C4DE-4893-972D-A603204C8A8D}">
      <dgm:prSet/>
      <dgm:spPr/>
      <dgm:t>
        <a:bodyPr/>
        <a:lstStyle/>
        <a:p>
          <a:endParaRPr lang="en-US"/>
        </a:p>
      </dgm:t>
    </dgm:pt>
    <dgm:pt modelId="{B1A430AD-EC7C-49F1-9F0C-1F1840BEA079}" type="sibTrans" cxnId="{2CC87DDA-C4DE-4893-972D-A603204C8A8D}">
      <dgm:prSet/>
      <dgm:spPr/>
      <dgm:t>
        <a:bodyPr/>
        <a:lstStyle/>
        <a:p>
          <a:endParaRPr lang="en-US"/>
        </a:p>
      </dgm:t>
    </dgm:pt>
    <dgm:pt modelId="{7132F9DD-8D31-4C19-8DDE-CA269A682C67}">
      <dgm:prSet/>
      <dgm:spPr/>
      <dgm:t>
        <a:bodyPr/>
        <a:lstStyle/>
        <a:p>
          <a:r>
            <a:rPr lang="en-GB" dirty="0"/>
            <a:t>Justification: ISO27001 Certification</a:t>
          </a:r>
          <a:endParaRPr lang="en-US" dirty="0"/>
        </a:p>
      </dgm:t>
    </dgm:pt>
    <dgm:pt modelId="{BB43BFE8-D29E-4DC6-9583-D06413D79145}" type="parTrans" cxnId="{AD17539F-384D-467D-8580-2BA909B09FB7}">
      <dgm:prSet/>
      <dgm:spPr/>
      <dgm:t>
        <a:bodyPr/>
        <a:lstStyle/>
        <a:p>
          <a:endParaRPr lang="en-US"/>
        </a:p>
      </dgm:t>
    </dgm:pt>
    <dgm:pt modelId="{0EF30486-8431-4ED8-AC5A-C2FBDF27010F}" type="sibTrans" cxnId="{AD17539F-384D-467D-8580-2BA909B09FB7}">
      <dgm:prSet/>
      <dgm:spPr/>
      <dgm:t>
        <a:bodyPr/>
        <a:lstStyle/>
        <a:p>
          <a:endParaRPr lang="en-US"/>
        </a:p>
      </dgm:t>
    </dgm:pt>
    <dgm:pt modelId="{E1D2EB03-832B-4DCF-91FF-C3552EF441F1}" type="pres">
      <dgm:prSet presAssocID="{13629314-1628-43B3-B433-7A4664C9C000}" presName="diagram" presStyleCnt="0">
        <dgm:presLayoutVars>
          <dgm:dir/>
          <dgm:resizeHandles val="exact"/>
        </dgm:presLayoutVars>
      </dgm:prSet>
      <dgm:spPr/>
    </dgm:pt>
    <dgm:pt modelId="{3D1A5227-FA57-4C34-8F01-D4FA0625A8D3}" type="pres">
      <dgm:prSet presAssocID="{0008B27A-426B-42AC-B53F-D6577B15BE82}" presName="node" presStyleLbl="node1" presStyleIdx="0" presStyleCnt="6">
        <dgm:presLayoutVars>
          <dgm:bulletEnabled val="1"/>
        </dgm:presLayoutVars>
      </dgm:prSet>
      <dgm:spPr/>
    </dgm:pt>
    <dgm:pt modelId="{7B684C90-6125-4F36-8195-15844877CD1C}" type="pres">
      <dgm:prSet presAssocID="{D0E164DE-47FA-4377-BFBA-8342080C30F5}" presName="sibTrans" presStyleCnt="0"/>
      <dgm:spPr/>
    </dgm:pt>
    <dgm:pt modelId="{D62E8A3B-E3BF-4501-ABE6-2271AA9D56D2}" type="pres">
      <dgm:prSet presAssocID="{81D46E5A-D698-4E34-ACEF-022DFF129DBE}" presName="node" presStyleLbl="node1" presStyleIdx="1" presStyleCnt="6">
        <dgm:presLayoutVars>
          <dgm:bulletEnabled val="1"/>
        </dgm:presLayoutVars>
      </dgm:prSet>
      <dgm:spPr/>
    </dgm:pt>
    <dgm:pt modelId="{E5D02DCC-8E83-430E-BB3F-C4E567D80DE7}" type="pres">
      <dgm:prSet presAssocID="{F3308FF2-5620-4002-B782-1646EBBEEFEA}" presName="sibTrans" presStyleCnt="0"/>
      <dgm:spPr/>
    </dgm:pt>
    <dgm:pt modelId="{69A9BF35-4ACD-4CC6-9417-BBBC8FCBF003}" type="pres">
      <dgm:prSet presAssocID="{AE8AA7E4-A1D0-4165-AF41-9F70962EFB07}" presName="node" presStyleLbl="node1" presStyleIdx="2" presStyleCnt="6">
        <dgm:presLayoutVars>
          <dgm:bulletEnabled val="1"/>
        </dgm:presLayoutVars>
      </dgm:prSet>
      <dgm:spPr/>
    </dgm:pt>
    <dgm:pt modelId="{EA296EF9-C4C4-434C-98FF-9E3FA7C832D9}" type="pres">
      <dgm:prSet presAssocID="{FAA17AB0-396C-445D-A498-00D3A3ED7A67}" presName="sibTrans" presStyleCnt="0"/>
      <dgm:spPr/>
    </dgm:pt>
    <dgm:pt modelId="{2971F6C9-6630-413C-9174-9C6EA1360398}" type="pres">
      <dgm:prSet presAssocID="{FBED18CD-28AD-4674-9DEE-D4E8F7EE16D2}" presName="node" presStyleLbl="node1" presStyleIdx="3" presStyleCnt="6">
        <dgm:presLayoutVars>
          <dgm:bulletEnabled val="1"/>
        </dgm:presLayoutVars>
      </dgm:prSet>
      <dgm:spPr/>
    </dgm:pt>
    <dgm:pt modelId="{54EFE6E2-20D1-4079-9E42-BF092FC55640}" type="pres">
      <dgm:prSet presAssocID="{03BADCB1-7866-4F98-8699-A0F2648C794E}" presName="sibTrans" presStyleCnt="0"/>
      <dgm:spPr/>
    </dgm:pt>
    <dgm:pt modelId="{92273A08-273C-4756-87A2-FBFF98162CB8}" type="pres">
      <dgm:prSet presAssocID="{2278832E-A9C3-4044-9ED0-1EEB79FC5EE0}" presName="node" presStyleLbl="node1" presStyleIdx="4" presStyleCnt="6">
        <dgm:presLayoutVars>
          <dgm:bulletEnabled val="1"/>
        </dgm:presLayoutVars>
      </dgm:prSet>
      <dgm:spPr/>
    </dgm:pt>
    <dgm:pt modelId="{356C8A77-4BE4-4AED-900A-56C7FCF3FF49}" type="pres">
      <dgm:prSet presAssocID="{B1A430AD-EC7C-49F1-9F0C-1F1840BEA079}" presName="sibTrans" presStyleCnt="0"/>
      <dgm:spPr/>
    </dgm:pt>
    <dgm:pt modelId="{9F517728-0AE6-406E-BDB5-B3FBB0F9E474}" type="pres">
      <dgm:prSet presAssocID="{7132F9DD-8D31-4C19-8DDE-CA269A682C67}" presName="node" presStyleLbl="node1" presStyleIdx="5" presStyleCnt="6">
        <dgm:presLayoutVars>
          <dgm:bulletEnabled val="1"/>
        </dgm:presLayoutVars>
      </dgm:prSet>
      <dgm:spPr/>
    </dgm:pt>
  </dgm:ptLst>
  <dgm:cxnLst>
    <dgm:cxn modelId="{1B5F8E1B-4CF4-4AD4-879E-413A93F51907}" type="presOf" srcId="{2278832E-A9C3-4044-9ED0-1EEB79FC5EE0}" destId="{92273A08-273C-4756-87A2-FBFF98162CB8}" srcOrd="0" destOrd="0" presId="urn:microsoft.com/office/officeart/2005/8/layout/default"/>
    <dgm:cxn modelId="{DD12615D-B12E-4B0A-80ED-6317F42AF2FB}" type="presOf" srcId="{FBED18CD-28AD-4674-9DEE-D4E8F7EE16D2}" destId="{2971F6C9-6630-413C-9174-9C6EA1360398}" srcOrd="0" destOrd="0" presId="urn:microsoft.com/office/officeart/2005/8/layout/default"/>
    <dgm:cxn modelId="{F4F6916D-5A25-4D96-BA3A-57047EC1EB17}" type="presOf" srcId="{7132F9DD-8D31-4C19-8DDE-CA269A682C67}" destId="{9F517728-0AE6-406E-BDB5-B3FBB0F9E474}" srcOrd="0" destOrd="0" presId="urn:microsoft.com/office/officeart/2005/8/layout/default"/>
    <dgm:cxn modelId="{456BD94E-38AA-4E83-A18E-833ED75050D7}" srcId="{13629314-1628-43B3-B433-7A4664C9C000}" destId="{FBED18CD-28AD-4674-9DEE-D4E8F7EE16D2}" srcOrd="3" destOrd="0" parTransId="{A229F40F-64A9-4FDF-A2CD-4E175961D45B}" sibTransId="{03BADCB1-7866-4F98-8699-A0F2648C794E}"/>
    <dgm:cxn modelId="{DEAAB473-03EF-4FE8-84F2-FBF31AF484E1}" type="presOf" srcId="{81D46E5A-D698-4E34-ACEF-022DFF129DBE}" destId="{D62E8A3B-E3BF-4501-ABE6-2271AA9D56D2}" srcOrd="0" destOrd="0" presId="urn:microsoft.com/office/officeart/2005/8/layout/default"/>
    <dgm:cxn modelId="{24295581-1C0E-468E-8910-3202F964F37E}" srcId="{13629314-1628-43B3-B433-7A4664C9C000}" destId="{81D46E5A-D698-4E34-ACEF-022DFF129DBE}" srcOrd="1" destOrd="0" parTransId="{5DC8FFAD-8A2C-4082-9701-0C8DE96635BB}" sibTransId="{F3308FF2-5620-4002-B782-1646EBBEEFEA}"/>
    <dgm:cxn modelId="{8FDB778F-ED39-4DF5-B39C-86DEC1A820FF}" srcId="{13629314-1628-43B3-B433-7A4664C9C000}" destId="{AE8AA7E4-A1D0-4165-AF41-9F70962EFB07}" srcOrd="2" destOrd="0" parTransId="{3BE52788-FE7C-4A1F-9CEB-4B665F2987B8}" sibTransId="{FAA17AB0-396C-445D-A498-00D3A3ED7A67}"/>
    <dgm:cxn modelId="{AD17539F-384D-467D-8580-2BA909B09FB7}" srcId="{13629314-1628-43B3-B433-7A4664C9C000}" destId="{7132F9DD-8D31-4C19-8DDE-CA269A682C67}" srcOrd="5" destOrd="0" parTransId="{BB43BFE8-D29E-4DC6-9583-D06413D79145}" sibTransId="{0EF30486-8431-4ED8-AC5A-C2FBDF27010F}"/>
    <dgm:cxn modelId="{0CC02EBE-0368-41FC-8D9F-8754ECB23B84}" type="presOf" srcId="{AE8AA7E4-A1D0-4165-AF41-9F70962EFB07}" destId="{69A9BF35-4ACD-4CC6-9417-BBBC8FCBF003}" srcOrd="0" destOrd="0" presId="urn:microsoft.com/office/officeart/2005/8/layout/default"/>
    <dgm:cxn modelId="{C76C7BC4-CABF-4DFD-A90E-1607BE08DF60}" type="presOf" srcId="{0008B27A-426B-42AC-B53F-D6577B15BE82}" destId="{3D1A5227-FA57-4C34-8F01-D4FA0625A8D3}" srcOrd="0" destOrd="0" presId="urn:microsoft.com/office/officeart/2005/8/layout/default"/>
    <dgm:cxn modelId="{964E2FCB-E402-4D37-AB38-6FAEB03AA138}" srcId="{13629314-1628-43B3-B433-7A4664C9C000}" destId="{0008B27A-426B-42AC-B53F-D6577B15BE82}" srcOrd="0" destOrd="0" parTransId="{3A707FBE-CA58-4D7A-9C29-7A9CD03E585B}" sibTransId="{D0E164DE-47FA-4377-BFBA-8342080C30F5}"/>
    <dgm:cxn modelId="{2CC87DDA-C4DE-4893-972D-A603204C8A8D}" srcId="{13629314-1628-43B3-B433-7A4664C9C000}" destId="{2278832E-A9C3-4044-9ED0-1EEB79FC5EE0}" srcOrd="4" destOrd="0" parTransId="{BD026742-4DC5-43C3-A947-3815A36D7D9F}" sibTransId="{B1A430AD-EC7C-49F1-9F0C-1F1840BEA079}"/>
    <dgm:cxn modelId="{23860DF0-FA50-4D80-82B0-3CFF80C052EE}" type="presOf" srcId="{13629314-1628-43B3-B433-7A4664C9C000}" destId="{E1D2EB03-832B-4DCF-91FF-C3552EF441F1}" srcOrd="0" destOrd="0" presId="urn:microsoft.com/office/officeart/2005/8/layout/default"/>
    <dgm:cxn modelId="{2564D825-D23E-4885-BC7B-CE4618F9E8B6}" type="presParOf" srcId="{E1D2EB03-832B-4DCF-91FF-C3552EF441F1}" destId="{3D1A5227-FA57-4C34-8F01-D4FA0625A8D3}" srcOrd="0" destOrd="0" presId="urn:microsoft.com/office/officeart/2005/8/layout/default"/>
    <dgm:cxn modelId="{3E9BF454-BD54-42B4-9E1D-3164FD3E2633}" type="presParOf" srcId="{E1D2EB03-832B-4DCF-91FF-C3552EF441F1}" destId="{7B684C90-6125-4F36-8195-15844877CD1C}" srcOrd="1" destOrd="0" presId="urn:microsoft.com/office/officeart/2005/8/layout/default"/>
    <dgm:cxn modelId="{98063DAA-0125-47FE-8230-B30E53F91BDC}" type="presParOf" srcId="{E1D2EB03-832B-4DCF-91FF-C3552EF441F1}" destId="{D62E8A3B-E3BF-4501-ABE6-2271AA9D56D2}" srcOrd="2" destOrd="0" presId="urn:microsoft.com/office/officeart/2005/8/layout/default"/>
    <dgm:cxn modelId="{CD957734-D344-4C85-9986-4D0280E95F89}" type="presParOf" srcId="{E1D2EB03-832B-4DCF-91FF-C3552EF441F1}" destId="{E5D02DCC-8E83-430E-BB3F-C4E567D80DE7}" srcOrd="3" destOrd="0" presId="urn:microsoft.com/office/officeart/2005/8/layout/default"/>
    <dgm:cxn modelId="{CCC09030-E96D-4A2E-806E-0D51A4679CCC}" type="presParOf" srcId="{E1D2EB03-832B-4DCF-91FF-C3552EF441F1}" destId="{69A9BF35-4ACD-4CC6-9417-BBBC8FCBF003}" srcOrd="4" destOrd="0" presId="urn:microsoft.com/office/officeart/2005/8/layout/default"/>
    <dgm:cxn modelId="{B5B894FC-FEB9-4770-B5AA-7BE414FDDA0D}" type="presParOf" srcId="{E1D2EB03-832B-4DCF-91FF-C3552EF441F1}" destId="{EA296EF9-C4C4-434C-98FF-9E3FA7C832D9}" srcOrd="5" destOrd="0" presId="urn:microsoft.com/office/officeart/2005/8/layout/default"/>
    <dgm:cxn modelId="{03DE8106-D7BA-4A90-9A84-38B224AFBA6B}" type="presParOf" srcId="{E1D2EB03-832B-4DCF-91FF-C3552EF441F1}" destId="{2971F6C9-6630-413C-9174-9C6EA1360398}" srcOrd="6" destOrd="0" presId="urn:microsoft.com/office/officeart/2005/8/layout/default"/>
    <dgm:cxn modelId="{CF7CF4F5-46E3-4413-B404-B9D0F04F1DBD}" type="presParOf" srcId="{E1D2EB03-832B-4DCF-91FF-C3552EF441F1}" destId="{54EFE6E2-20D1-4079-9E42-BF092FC55640}" srcOrd="7" destOrd="0" presId="urn:microsoft.com/office/officeart/2005/8/layout/default"/>
    <dgm:cxn modelId="{3B95DF5F-AB41-434B-9D85-B783F39620F2}" type="presParOf" srcId="{E1D2EB03-832B-4DCF-91FF-C3552EF441F1}" destId="{92273A08-273C-4756-87A2-FBFF98162CB8}" srcOrd="8" destOrd="0" presId="urn:microsoft.com/office/officeart/2005/8/layout/default"/>
    <dgm:cxn modelId="{7BC445BA-6D7D-49DC-9019-3A33A1A9395E}" type="presParOf" srcId="{E1D2EB03-832B-4DCF-91FF-C3552EF441F1}" destId="{356C8A77-4BE4-4AED-900A-56C7FCF3FF49}" srcOrd="9" destOrd="0" presId="urn:microsoft.com/office/officeart/2005/8/layout/default"/>
    <dgm:cxn modelId="{0EA3219B-3031-4F05-8E1E-F7D8A81C1F6E}" type="presParOf" srcId="{E1D2EB03-832B-4DCF-91FF-C3552EF441F1}" destId="{9F517728-0AE6-406E-BDB5-B3FBB0F9E474}"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84D97A5-A4EA-4178-9329-30323607E68C}" type="doc">
      <dgm:prSet loTypeId="urn:microsoft.com/office/officeart/2018/5/layout/IconLeafLabel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A4ADB6F1-2356-4EE9-9130-D9F5F018C06D}">
      <dgm:prSet/>
      <dgm:spPr/>
      <dgm:t>
        <a:bodyPr/>
        <a:lstStyle/>
        <a:p>
          <a:pPr>
            <a:defRPr cap="all"/>
          </a:pPr>
          <a:r>
            <a:rPr lang="en-GB" dirty="0"/>
            <a:t>A script which deploys data to the SQL DATABASE</a:t>
          </a:r>
          <a:endParaRPr lang="en-US" dirty="0"/>
        </a:p>
      </dgm:t>
    </dgm:pt>
    <dgm:pt modelId="{9EEC1577-EDC7-49B0-B17F-6849754752F4}" type="parTrans" cxnId="{B110E123-D6E2-40D9-ABF7-CD0382135758}">
      <dgm:prSet/>
      <dgm:spPr/>
      <dgm:t>
        <a:bodyPr/>
        <a:lstStyle/>
        <a:p>
          <a:endParaRPr lang="en-US"/>
        </a:p>
      </dgm:t>
    </dgm:pt>
    <dgm:pt modelId="{7FDCA5D3-FC6A-4F85-BD03-D2F14B03A622}" type="sibTrans" cxnId="{B110E123-D6E2-40D9-ABF7-CD0382135758}">
      <dgm:prSet/>
      <dgm:spPr/>
      <dgm:t>
        <a:bodyPr/>
        <a:lstStyle/>
        <a:p>
          <a:endParaRPr lang="en-US"/>
        </a:p>
      </dgm:t>
    </dgm:pt>
    <dgm:pt modelId="{F0555A89-1D79-45EB-B595-EA31A397A190}">
      <dgm:prSet/>
      <dgm:spPr/>
      <dgm:t>
        <a:bodyPr/>
        <a:lstStyle/>
        <a:p>
          <a:pPr>
            <a:defRPr cap="all"/>
          </a:pPr>
          <a:r>
            <a:rPr lang="en-US" dirty="0"/>
            <a:t>A SCRIPT which deploys image blobs into azure related to a record in the </a:t>
          </a:r>
          <a:r>
            <a:rPr lang="en-US" dirty="0" err="1"/>
            <a:t>sql</a:t>
          </a:r>
          <a:r>
            <a:rPr lang="en-US" dirty="0"/>
            <a:t> database</a:t>
          </a:r>
        </a:p>
      </dgm:t>
    </dgm:pt>
    <dgm:pt modelId="{4B6BC467-C0C9-4D0B-A5BF-A5FDE09DA043}" type="parTrans" cxnId="{6ECD05C6-08F5-4362-989E-D7C01B8CAA45}">
      <dgm:prSet/>
      <dgm:spPr/>
      <dgm:t>
        <a:bodyPr/>
        <a:lstStyle/>
        <a:p>
          <a:endParaRPr lang="en-US"/>
        </a:p>
      </dgm:t>
    </dgm:pt>
    <dgm:pt modelId="{2B8A3C77-0B8E-4AF1-93F2-D45DE484C573}" type="sibTrans" cxnId="{6ECD05C6-08F5-4362-989E-D7C01B8CAA45}">
      <dgm:prSet/>
      <dgm:spPr/>
      <dgm:t>
        <a:bodyPr/>
        <a:lstStyle/>
        <a:p>
          <a:endParaRPr lang="en-US"/>
        </a:p>
      </dgm:t>
    </dgm:pt>
    <dgm:pt modelId="{1B708E9F-3A8B-4297-81EA-DC9C29A80AEE}">
      <dgm:prSet/>
      <dgm:spPr/>
      <dgm:t>
        <a:bodyPr/>
        <a:lstStyle/>
        <a:p>
          <a:pPr>
            <a:defRPr cap="all"/>
          </a:pPr>
          <a:r>
            <a:rPr lang="en-US" dirty="0"/>
            <a:t>Retrieve these through a local frontend instance</a:t>
          </a:r>
        </a:p>
      </dgm:t>
    </dgm:pt>
    <dgm:pt modelId="{B6C8482C-B8AA-4EE9-A0B3-C70E09B433F4}" type="parTrans" cxnId="{9A1A9888-574F-4E36-B4C9-DED448F0EEAF}">
      <dgm:prSet/>
      <dgm:spPr/>
      <dgm:t>
        <a:bodyPr/>
        <a:lstStyle/>
        <a:p>
          <a:endParaRPr lang="en-US"/>
        </a:p>
      </dgm:t>
    </dgm:pt>
    <dgm:pt modelId="{0FE50424-62FE-472B-9BF4-982F83D64E53}" type="sibTrans" cxnId="{9A1A9888-574F-4E36-B4C9-DED448F0EEAF}">
      <dgm:prSet/>
      <dgm:spPr/>
      <dgm:t>
        <a:bodyPr/>
        <a:lstStyle/>
        <a:p>
          <a:endParaRPr lang="en-US"/>
        </a:p>
      </dgm:t>
    </dgm:pt>
    <dgm:pt modelId="{B7AA31EF-2769-4281-BAA6-D25564002CA3}" type="pres">
      <dgm:prSet presAssocID="{B84D97A5-A4EA-4178-9329-30323607E68C}" presName="root" presStyleCnt="0">
        <dgm:presLayoutVars>
          <dgm:dir/>
          <dgm:resizeHandles val="exact"/>
        </dgm:presLayoutVars>
      </dgm:prSet>
      <dgm:spPr/>
    </dgm:pt>
    <dgm:pt modelId="{80838249-8979-4E64-9503-4519FE960C6A}" type="pres">
      <dgm:prSet presAssocID="{A4ADB6F1-2356-4EE9-9130-D9F5F018C06D}" presName="compNode" presStyleCnt="0"/>
      <dgm:spPr/>
    </dgm:pt>
    <dgm:pt modelId="{5B14262F-F6F3-4C42-BB5B-B379AC4E99AC}" type="pres">
      <dgm:prSet presAssocID="{A4ADB6F1-2356-4EE9-9130-D9F5F018C06D}" presName="iconBgRect" presStyleLbl="bgShp" presStyleIdx="0" presStyleCnt="3"/>
      <dgm:spPr>
        <a:prstGeom prst="round2DiagRect">
          <a:avLst>
            <a:gd name="adj1" fmla="val 29727"/>
            <a:gd name="adj2" fmla="val 0"/>
          </a:avLst>
        </a:prstGeom>
      </dgm:spPr>
    </dgm:pt>
    <dgm:pt modelId="{48A07D33-94B9-41A2-B63B-62A0308ADC82}" type="pres">
      <dgm:prSet presAssocID="{A4ADB6F1-2356-4EE9-9130-D9F5F018C06D}"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Gears"/>
        </a:ext>
      </dgm:extLst>
    </dgm:pt>
    <dgm:pt modelId="{CE89DA78-07E2-4B17-A3B0-8992D2526371}" type="pres">
      <dgm:prSet presAssocID="{A4ADB6F1-2356-4EE9-9130-D9F5F018C06D}" presName="spaceRect" presStyleCnt="0"/>
      <dgm:spPr/>
    </dgm:pt>
    <dgm:pt modelId="{EA3D9DEE-4559-4F05-B3BE-ECAC0C533949}" type="pres">
      <dgm:prSet presAssocID="{A4ADB6F1-2356-4EE9-9130-D9F5F018C06D}" presName="textRect" presStyleLbl="revTx" presStyleIdx="0" presStyleCnt="3">
        <dgm:presLayoutVars>
          <dgm:chMax val="1"/>
          <dgm:chPref val="1"/>
        </dgm:presLayoutVars>
      </dgm:prSet>
      <dgm:spPr/>
    </dgm:pt>
    <dgm:pt modelId="{6752B611-1AEF-483C-B019-BEB00BA0A955}" type="pres">
      <dgm:prSet presAssocID="{7FDCA5D3-FC6A-4F85-BD03-D2F14B03A622}" presName="sibTrans" presStyleCnt="0"/>
      <dgm:spPr/>
    </dgm:pt>
    <dgm:pt modelId="{53BFC67D-B28A-444A-875A-285AB2E146D3}" type="pres">
      <dgm:prSet presAssocID="{F0555A89-1D79-45EB-B595-EA31A397A190}" presName="compNode" presStyleCnt="0"/>
      <dgm:spPr/>
    </dgm:pt>
    <dgm:pt modelId="{AA9E2796-FB97-4CDC-9540-56CFC24BF626}" type="pres">
      <dgm:prSet presAssocID="{F0555A89-1D79-45EB-B595-EA31A397A190}" presName="iconBgRect" presStyleLbl="bgShp" presStyleIdx="1" presStyleCnt="3"/>
      <dgm:spPr>
        <a:prstGeom prst="round2DiagRect">
          <a:avLst>
            <a:gd name="adj1" fmla="val 29727"/>
            <a:gd name="adj2" fmla="val 0"/>
          </a:avLst>
        </a:prstGeom>
      </dgm:spPr>
    </dgm:pt>
    <dgm:pt modelId="{EEAC1A35-4E91-4D73-B471-95106288857E}" type="pres">
      <dgm:prSet presAssocID="{F0555A89-1D79-45EB-B595-EA31A397A19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atabase"/>
        </a:ext>
      </dgm:extLst>
    </dgm:pt>
    <dgm:pt modelId="{6EAEB01E-B6C5-49FA-8D9E-3937B2C49833}" type="pres">
      <dgm:prSet presAssocID="{F0555A89-1D79-45EB-B595-EA31A397A190}" presName="spaceRect" presStyleCnt="0"/>
      <dgm:spPr/>
    </dgm:pt>
    <dgm:pt modelId="{F9D75060-847D-46D9-869B-2BDA1195A1F6}" type="pres">
      <dgm:prSet presAssocID="{F0555A89-1D79-45EB-B595-EA31A397A190}" presName="textRect" presStyleLbl="revTx" presStyleIdx="1" presStyleCnt="3">
        <dgm:presLayoutVars>
          <dgm:chMax val="1"/>
          <dgm:chPref val="1"/>
        </dgm:presLayoutVars>
      </dgm:prSet>
      <dgm:spPr/>
    </dgm:pt>
    <dgm:pt modelId="{B08E7813-805F-480B-97E4-9BACFC655B56}" type="pres">
      <dgm:prSet presAssocID="{2B8A3C77-0B8E-4AF1-93F2-D45DE484C573}" presName="sibTrans" presStyleCnt="0"/>
      <dgm:spPr/>
    </dgm:pt>
    <dgm:pt modelId="{B7B839AB-0E3F-443A-9602-32337812DE25}" type="pres">
      <dgm:prSet presAssocID="{1B708E9F-3A8B-4297-81EA-DC9C29A80AEE}" presName="compNode" presStyleCnt="0"/>
      <dgm:spPr/>
    </dgm:pt>
    <dgm:pt modelId="{9FBABE32-E843-4269-AA3A-A34150F4363E}" type="pres">
      <dgm:prSet presAssocID="{1B708E9F-3A8B-4297-81EA-DC9C29A80AEE}" presName="iconBgRect" presStyleLbl="bgShp" presStyleIdx="2" presStyleCnt="3"/>
      <dgm:spPr>
        <a:prstGeom prst="round2DiagRect">
          <a:avLst>
            <a:gd name="adj1" fmla="val 29727"/>
            <a:gd name="adj2" fmla="val 0"/>
          </a:avLst>
        </a:prstGeom>
      </dgm:spPr>
    </dgm:pt>
    <dgm:pt modelId="{749DCFFE-EEEE-4947-94C6-F71DAA4265B8}" type="pres">
      <dgm:prSet presAssocID="{1B708E9F-3A8B-4297-81EA-DC9C29A80AEE}"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Processor"/>
        </a:ext>
      </dgm:extLst>
    </dgm:pt>
    <dgm:pt modelId="{104AF071-81E1-4EC9-9057-D53BB40C3C9D}" type="pres">
      <dgm:prSet presAssocID="{1B708E9F-3A8B-4297-81EA-DC9C29A80AEE}" presName="spaceRect" presStyleCnt="0"/>
      <dgm:spPr/>
    </dgm:pt>
    <dgm:pt modelId="{A8492937-709C-4FDE-93B9-8F8D667D4912}" type="pres">
      <dgm:prSet presAssocID="{1B708E9F-3A8B-4297-81EA-DC9C29A80AEE}" presName="textRect" presStyleLbl="revTx" presStyleIdx="2" presStyleCnt="3">
        <dgm:presLayoutVars>
          <dgm:chMax val="1"/>
          <dgm:chPref val="1"/>
        </dgm:presLayoutVars>
      </dgm:prSet>
      <dgm:spPr/>
    </dgm:pt>
  </dgm:ptLst>
  <dgm:cxnLst>
    <dgm:cxn modelId="{B110E123-D6E2-40D9-ABF7-CD0382135758}" srcId="{B84D97A5-A4EA-4178-9329-30323607E68C}" destId="{A4ADB6F1-2356-4EE9-9130-D9F5F018C06D}" srcOrd="0" destOrd="0" parTransId="{9EEC1577-EDC7-49B0-B17F-6849754752F4}" sibTransId="{7FDCA5D3-FC6A-4F85-BD03-D2F14B03A622}"/>
    <dgm:cxn modelId="{36357B3A-06CF-4411-B8BB-98C38DE8239F}" type="presOf" srcId="{B84D97A5-A4EA-4178-9329-30323607E68C}" destId="{B7AA31EF-2769-4281-BAA6-D25564002CA3}" srcOrd="0" destOrd="0" presId="urn:microsoft.com/office/officeart/2018/5/layout/IconLeafLabelList"/>
    <dgm:cxn modelId="{E129915F-9ADD-4339-8DD7-F15CF89512CB}" type="presOf" srcId="{A4ADB6F1-2356-4EE9-9130-D9F5F018C06D}" destId="{EA3D9DEE-4559-4F05-B3BE-ECAC0C533949}" srcOrd="0" destOrd="0" presId="urn:microsoft.com/office/officeart/2018/5/layout/IconLeafLabelList"/>
    <dgm:cxn modelId="{9A1A9888-574F-4E36-B4C9-DED448F0EEAF}" srcId="{B84D97A5-A4EA-4178-9329-30323607E68C}" destId="{1B708E9F-3A8B-4297-81EA-DC9C29A80AEE}" srcOrd="2" destOrd="0" parTransId="{B6C8482C-B8AA-4EE9-A0B3-C70E09B433F4}" sibTransId="{0FE50424-62FE-472B-9BF4-982F83D64E53}"/>
    <dgm:cxn modelId="{706B7FB4-19C0-4B97-90D1-751612BB8DE8}" type="presOf" srcId="{F0555A89-1D79-45EB-B595-EA31A397A190}" destId="{F9D75060-847D-46D9-869B-2BDA1195A1F6}" srcOrd="0" destOrd="0" presId="urn:microsoft.com/office/officeart/2018/5/layout/IconLeafLabelList"/>
    <dgm:cxn modelId="{D5FFCDC0-9E86-4192-9FC2-8B46B4413C3B}" type="presOf" srcId="{1B708E9F-3A8B-4297-81EA-DC9C29A80AEE}" destId="{A8492937-709C-4FDE-93B9-8F8D667D4912}" srcOrd="0" destOrd="0" presId="urn:microsoft.com/office/officeart/2018/5/layout/IconLeafLabelList"/>
    <dgm:cxn modelId="{6ECD05C6-08F5-4362-989E-D7C01B8CAA45}" srcId="{B84D97A5-A4EA-4178-9329-30323607E68C}" destId="{F0555A89-1D79-45EB-B595-EA31A397A190}" srcOrd="1" destOrd="0" parTransId="{4B6BC467-C0C9-4D0B-A5BF-A5FDE09DA043}" sibTransId="{2B8A3C77-0B8E-4AF1-93F2-D45DE484C573}"/>
    <dgm:cxn modelId="{EFB8F556-8DB5-4BC6-B8E1-51953CBB6652}" type="presParOf" srcId="{B7AA31EF-2769-4281-BAA6-D25564002CA3}" destId="{80838249-8979-4E64-9503-4519FE960C6A}" srcOrd="0" destOrd="0" presId="urn:microsoft.com/office/officeart/2018/5/layout/IconLeafLabelList"/>
    <dgm:cxn modelId="{0213D5B9-B75F-46A1-9A1F-8458D6812B12}" type="presParOf" srcId="{80838249-8979-4E64-9503-4519FE960C6A}" destId="{5B14262F-F6F3-4C42-BB5B-B379AC4E99AC}" srcOrd="0" destOrd="0" presId="urn:microsoft.com/office/officeart/2018/5/layout/IconLeafLabelList"/>
    <dgm:cxn modelId="{77A327E7-4AD0-484B-BEE4-110C3007AB73}" type="presParOf" srcId="{80838249-8979-4E64-9503-4519FE960C6A}" destId="{48A07D33-94B9-41A2-B63B-62A0308ADC82}" srcOrd="1" destOrd="0" presId="urn:microsoft.com/office/officeart/2018/5/layout/IconLeafLabelList"/>
    <dgm:cxn modelId="{4EA40A79-EC90-4699-A9BB-C6EE0D49E5FE}" type="presParOf" srcId="{80838249-8979-4E64-9503-4519FE960C6A}" destId="{CE89DA78-07E2-4B17-A3B0-8992D2526371}" srcOrd="2" destOrd="0" presId="urn:microsoft.com/office/officeart/2018/5/layout/IconLeafLabelList"/>
    <dgm:cxn modelId="{5A8ED04D-24CA-4868-B374-0DAF5AE7D7D0}" type="presParOf" srcId="{80838249-8979-4E64-9503-4519FE960C6A}" destId="{EA3D9DEE-4559-4F05-B3BE-ECAC0C533949}" srcOrd="3" destOrd="0" presId="urn:microsoft.com/office/officeart/2018/5/layout/IconLeafLabelList"/>
    <dgm:cxn modelId="{7BE4F5BA-B0BD-4742-AE40-CA7E5B9D919D}" type="presParOf" srcId="{B7AA31EF-2769-4281-BAA6-D25564002CA3}" destId="{6752B611-1AEF-483C-B019-BEB00BA0A955}" srcOrd="1" destOrd="0" presId="urn:microsoft.com/office/officeart/2018/5/layout/IconLeafLabelList"/>
    <dgm:cxn modelId="{30BFD78D-1247-4E5A-94CD-C3DFB68CD9BF}" type="presParOf" srcId="{B7AA31EF-2769-4281-BAA6-D25564002CA3}" destId="{53BFC67D-B28A-444A-875A-285AB2E146D3}" srcOrd="2" destOrd="0" presId="urn:microsoft.com/office/officeart/2018/5/layout/IconLeafLabelList"/>
    <dgm:cxn modelId="{E6798B41-9674-4FFC-9042-4459D271EBDC}" type="presParOf" srcId="{53BFC67D-B28A-444A-875A-285AB2E146D3}" destId="{AA9E2796-FB97-4CDC-9540-56CFC24BF626}" srcOrd="0" destOrd="0" presId="urn:microsoft.com/office/officeart/2018/5/layout/IconLeafLabelList"/>
    <dgm:cxn modelId="{A8A3362D-E2DD-48B1-B4C2-F895E52A1DDB}" type="presParOf" srcId="{53BFC67D-B28A-444A-875A-285AB2E146D3}" destId="{EEAC1A35-4E91-4D73-B471-95106288857E}" srcOrd="1" destOrd="0" presId="urn:microsoft.com/office/officeart/2018/5/layout/IconLeafLabelList"/>
    <dgm:cxn modelId="{9C0A031E-2F72-47E8-901E-0E2690311472}" type="presParOf" srcId="{53BFC67D-B28A-444A-875A-285AB2E146D3}" destId="{6EAEB01E-B6C5-49FA-8D9E-3937B2C49833}" srcOrd="2" destOrd="0" presId="urn:microsoft.com/office/officeart/2018/5/layout/IconLeafLabelList"/>
    <dgm:cxn modelId="{950B1434-EC14-4D26-BC74-0570F593306C}" type="presParOf" srcId="{53BFC67D-B28A-444A-875A-285AB2E146D3}" destId="{F9D75060-847D-46D9-869B-2BDA1195A1F6}" srcOrd="3" destOrd="0" presId="urn:microsoft.com/office/officeart/2018/5/layout/IconLeafLabelList"/>
    <dgm:cxn modelId="{813BFF4C-FAB0-47EB-95D8-5C960AD6C8A0}" type="presParOf" srcId="{B7AA31EF-2769-4281-BAA6-D25564002CA3}" destId="{B08E7813-805F-480B-97E4-9BACFC655B56}" srcOrd="3" destOrd="0" presId="urn:microsoft.com/office/officeart/2018/5/layout/IconLeafLabelList"/>
    <dgm:cxn modelId="{247D6072-0940-46F6-A7F1-1DA724C3E876}" type="presParOf" srcId="{B7AA31EF-2769-4281-BAA6-D25564002CA3}" destId="{B7B839AB-0E3F-443A-9602-32337812DE25}" srcOrd="4" destOrd="0" presId="urn:microsoft.com/office/officeart/2018/5/layout/IconLeafLabelList"/>
    <dgm:cxn modelId="{E90985CA-52DD-430B-ACAA-8E2C0FD9EE00}" type="presParOf" srcId="{B7B839AB-0E3F-443A-9602-32337812DE25}" destId="{9FBABE32-E843-4269-AA3A-A34150F4363E}" srcOrd="0" destOrd="0" presId="urn:microsoft.com/office/officeart/2018/5/layout/IconLeafLabelList"/>
    <dgm:cxn modelId="{53A9EEBE-5C71-48D3-AD01-E2FA34D41741}" type="presParOf" srcId="{B7B839AB-0E3F-443A-9602-32337812DE25}" destId="{749DCFFE-EEEE-4947-94C6-F71DAA4265B8}" srcOrd="1" destOrd="0" presId="urn:microsoft.com/office/officeart/2018/5/layout/IconLeafLabelList"/>
    <dgm:cxn modelId="{A03FAFCF-4E12-4CF1-BE56-2C8161EF7749}" type="presParOf" srcId="{B7B839AB-0E3F-443A-9602-32337812DE25}" destId="{104AF071-81E1-4EC9-9057-D53BB40C3C9D}" srcOrd="2" destOrd="0" presId="urn:microsoft.com/office/officeart/2018/5/layout/IconLeafLabelList"/>
    <dgm:cxn modelId="{F6B39450-FAC3-4BFF-847B-DF402A42BB2D}" type="presParOf" srcId="{B7B839AB-0E3F-443A-9602-32337812DE25}" destId="{A8492937-709C-4FDE-93B9-8F8D667D4912}"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2440489B-9965-473D-88C2-AC5D4DE92AB6}" type="doc">
      <dgm:prSet loTypeId="urn:microsoft.com/office/officeart/2018/5/layout/IconCircleLabel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AAD05B66-47DD-4BDC-B599-C4B4ED88592A}">
      <dgm:prSet/>
      <dgm:spPr/>
      <dgm:t>
        <a:bodyPr/>
        <a:lstStyle/>
        <a:p>
          <a:pPr>
            <a:defRPr cap="all"/>
          </a:pPr>
          <a:r>
            <a:rPr lang="en-GB" dirty="0"/>
            <a:t>The data seeding script does not run for a significantly long time in relation to the deployment pipeline. </a:t>
          </a:r>
          <a:endParaRPr lang="en-US" dirty="0"/>
        </a:p>
      </dgm:t>
    </dgm:pt>
    <dgm:pt modelId="{917E8B30-9A71-4B20-8405-75EF81EF9AE2}" type="parTrans" cxnId="{EBCD02D8-B415-46D2-8341-DEC5C56AB962}">
      <dgm:prSet/>
      <dgm:spPr/>
      <dgm:t>
        <a:bodyPr/>
        <a:lstStyle/>
        <a:p>
          <a:endParaRPr lang="en-US"/>
        </a:p>
      </dgm:t>
    </dgm:pt>
    <dgm:pt modelId="{D4A16479-A45B-4C9E-9894-581EC3A0DD6F}" type="sibTrans" cxnId="{EBCD02D8-B415-46D2-8341-DEC5C56AB962}">
      <dgm:prSet/>
      <dgm:spPr/>
      <dgm:t>
        <a:bodyPr/>
        <a:lstStyle/>
        <a:p>
          <a:endParaRPr lang="en-US"/>
        </a:p>
      </dgm:t>
    </dgm:pt>
    <dgm:pt modelId="{1A02FF2B-4B80-4185-890C-9CA8E7C3C7BB}">
      <dgm:prSet/>
      <dgm:spPr/>
      <dgm:t>
        <a:bodyPr/>
        <a:lstStyle/>
        <a:p>
          <a:pPr>
            <a:defRPr cap="all"/>
          </a:pPr>
          <a:r>
            <a:rPr lang="en-US" dirty="0"/>
            <a:t>ENVIRONMENTS KEPT TO A MINIMUM</a:t>
          </a:r>
        </a:p>
      </dgm:t>
    </dgm:pt>
    <dgm:pt modelId="{D4879D12-8D2C-47AB-A4C4-39F6CCC277EB}" type="parTrans" cxnId="{39FC52FC-2516-411C-9725-4DD29E97C4B4}">
      <dgm:prSet/>
      <dgm:spPr/>
      <dgm:t>
        <a:bodyPr/>
        <a:lstStyle/>
        <a:p>
          <a:endParaRPr lang="en-US"/>
        </a:p>
      </dgm:t>
    </dgm:pt>
    <dgm:pt modelId="{E12F5B31-E8ED-4CEF-B758-754785E2465C}" type="sibTrans" cxnId="{39FC52FC-2516-411C-9725-4DD29E97C4B4}">
      <dgm:prSet/>
      <dgm:spPr/>
      <dgm:t>
        <a:bodyPr/>
        <a:lstStyle/>
        <a:p>
          <a:endParaRPr lang="en-US"/>
        </a:p>
      </dgm:t>
    </dgm:pt>
    <dgm:pt modelId="{1A28BAB0-89B7-4C99-8156-C5763E478C02}">
      <dgm:prSet/>
      <dgm:spPr/>
      <dgm:t>
        <a:bodyPr/>
        <a:lstStyle/>
        <a:p>
          <a:pPr>
            <a:defRPr cap="all"/>
          </a:pPr>
          <a:r>
            <a:rPr lang="en-US" dirty="0"/>
            <a:t>THE DATA SEEDING SCRIPT IS FLEXIBLE AND ADAPTABLE ENOUGH TO BE EXTENDED</a:t>
          </a:r>
        </a:p>
      </dgm:t>
    </dgm:pt>
    <dgm:pt modelId="{9DC4D6AD-9930-4C36-9F64-EC54CA7688B1}" type="parTrans" cxnId="{C1C825F0-A5F6-44EC-8494-132225CE4A9E}">
      <dgm:prSet/>
      <dgm:spPr/>
      <dgm:t>
        <a:bodyPr/>
        <a:lstStyle/>
        <a:p>
          <a:endParaRPr lang="en-US"/>
        </a:p>
      </dgm:t>
    </dgm:pt>
    <dgm:pt modelId="{E80465A2-10E4-4706-AA0B-CB41DEF8BA98}" type="sibTrans" cxnId="{C1C825F0-A5F6-44EC-8494-132225CE4A9E}">
      <dgm:prSet/>
      <dgm:spPr/>
      <dgm:t>
        <a:bodyPr/>
        <a:lstStyle/>
        <a:p>
          <a:endParaRPr lang="en-US"/>
        </a:p>
      </dgm:t>
    </dgm:pt>
    <dgm:pt modelId="{9BD14C41-B647-490C-9314-873C76D5F10D}" type="pres">
      <dgm:prSet presAssocID="{2440489B-9965-473D-88C2-AC5D4DE92AB6}" presName="root" presStyleCnt="0">
        <dgm:presLayoutVars>
          <dgm:dir/>
          <dgm:resizeHandles val="exact"/>
        </dgm:presLayoutVars>
      </dgm:prSet>
      <dgm:spPr/>
    </dgm:pt>
    <dgm:pt modelId="{6A26A94A-0710-48C7-A084-2EF78BDDDDAB}" type="pres">
      <dgm:prSet presAssocID="{AAD05B66-47DD-4BDC-B599-C4B4ED88592A}" presName="compNode" presStyleCnt="0"/>
      <dgm:spPr/>
    </dgm:pt>
    <dgm:pt modelId="{FF9EA248-DF1B-4BF1-B69A-222535A7FE43}" type="pres">
      <dgm:prSet presAssocID="{AAD05B66-47DD-4BDC-B599-C4B4ED88592A}" presName="iconBgRect" presStyleLbl="bgShp" presStyleIdx="0" presStyleCnt="3"/>
      <dgm:spPr/>
    </dgm:pt>
    <dgm:pt modelId="{694EE658-D40D-404E-88AF-3C714B5F659E}" type="pres">
      <dgm:prSet presAssocID="{AAD05B66-47DD-4BDC-B599-C4B4ED88592A}"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Flowchart"/>
        </a:ext>
      </dgm:extLst>
    </dgm:pt>
    <dgm:pt modelId="{573108DD-12F7-436B-96E3-892654AD1533}" type="pres">
      <dgm:prSet presAssocID="{AAD05B66-47DD-4BDC-B599-C4B4ED88592A}" presName="spaceRect" presStyleCnt="0"/>
      <dgm:spPr/>
    </dgm:pt>
    <dgm:pt modelId="{CE76C250-AA5E-46FA-ACC6-ADD663D0A857}" type="pres">
      <dgm:prSet presAssocID="{AAD05B66-47DD-4BDC-B599-C4B4ED88592A}" presName="textRect" presStyleLbl="revTx" presStyleIdx="0" presStyleCnt="3">
        <dgm:presLayoutVars>
          <dgm:chMax val="1"/>
          <dgm:chPref val="1"/>
        </dgm:presLayoutVars>
      </dgm:prSet>
      <dgm:spPr/>
    </dgm:pt>
    <dgm:pt modelId="{D9737CCA-DAE2-450E-954C-937DBA3EE731}" type="pres">
      <dgm:prSet presAssocID="{D4A16479-A45B-4C9E-9894-581EC3A0DD6F}" presName="sibTrans" presStyleCnt="0"/>
      <dgm:spPr/>
    </dgm:pt>
    <dgm:pt modelId="{633081A8-C9C8-4DB7-864A-A9E9CD69CE21}" type="pres">
      <dgm:prSet presAssocID="{1A02FF2B-4B80-4185-890C-9CA8E7C3C7BB}" presName="compNode" presStyleCnt="0"/>
      <dgm:spPr/>
    </dgm:pt>
    <dgm:pt modelId="{3C03964C-66BA-4CAB-8C24-5F2A4979DDBB}" type="pres">
      <dgm:prSet presAssocID="{1A02FF2B-4B80-4185-890C-9CA8E7C3C7BB}" presName="iconBgRect" presStyleLbl="bgShp" presStyleIdx="1" presStyleCnt="3"/>
      <dgm:spPr/>
    </dgm:pt>
    <dgm:pt modelId="{69A7F323-E3ED-4A7E-BE79-8E13D933EAC3}" type="pres">
      <dgm:prSet presAssocID="{1A02FF2B-4B80-4185-890C-9CA8E7C3C7BB}"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esentation with Checklist"/>
        </a:ext>
      </dgm:extLst>
    </dgm:pt>
    <dgm:pt modelId="{77F75523-140C-4B2D-841D-052CD0AAC54C}" type="pres">
      <dgm:prSet presAssocID="{1A02FF2B-4B80-4185-890C-9CA8E7C3C7BB}" presName="spaceRect" presStyleCnt="0"/>
      <dgm:spPr/>
    </dgm:pt>
    <dgm:pt modelId="{1B2B52BF-A510-4269-B780-5E5D90D92556}" type="pres">
      <dgm:prSet presAssocID="{1A02FF2B-4B80-4185-890C-9CA8E7C3C7BB}" presName="textRect" presStyleLbl="revTx" presStyleIdx="1" presStyleCnt="3" custLinFactNeighborX="-373" custLinFactNeighborY="-1375">
        <dgm:presLayoutVars>
          <dgm:chMax val="1"/>
          <dgm:chPref val="1"/>
        </dgm:presLayoutVars>
      </dgm:prSet>
      <dgm:spPr/>
    </dgm:pt>
    <dgm:pt modelId="{30E0591C-1F0D-4B26-BAB8-718E40F1B5CD}" type="pres">
      <dgm:prSet presAssocID="{E12F5B31-E8ED-4CEF-B758-754785E2465C}" presName="sibTrans" presStyleCnt="0"/>
      <dgm:spPr/>
    </dgm:pt>
    <dgm:pt modelId="{FCDEE568-0D0A-4E73-B86F-ECCE747E3E6A}" type="pres">
      <dgm:prSet presAssocID="{1A28BAB0-89B7-4C99-8156-C5763E478C02}" presName="compNode" presStyleCnt="0"/>
      <dgm:spPr/>
    </dgm:pt>
    <dgm:pt modelId="{D10FDD1A-9082-4114-B374-7224D3437E74}" type="pres">
      <dgm:prSet presAssocID="{1A28BAB0-89B7-4C99-8156-C5763E478C02}" presName="iconBgRect" presStyleLbl="bgShp" presStyleIdx="2" presStyleCnt="3"/>
      <dgm:spPr/>
    </dgm:pt>
    <dgm:pt modelId="{093941C7-4064-4935-A8D4-B01F81CE88A8}" type="pres">
      <dgm:prSet presAssocID="{1A28BAB0-89B7-4C99-8156-C5763E478C02}"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atabase"/>
        </a:ext>
      </dgm:extLst>
    </dgm:pt>
    <dgm:pt modelId="{4916FA8E-DE80-44FC-BCF2-8A41EB9F43D4}" type="pres">
      <dgm:prSet presAssocID="{1A28BAB0-89B7-4C99-8156-C5763E478C02}" presName="spaceRect" presStyleCnt="0"/>
      <dgm:spPr/>
    </dgm:pt>
    <dgm:pt modelId="{BE1FFB9E-0BA1-4BEF-A2B2-BC4A42DEE932}" type="pres">
      <dgm:prSet presAssocID="{1A28BAB0-89B7-4C99-8156-C5763E478C02}" presName="textRect" presStyleLbl="revTx" presStyleIdx="2" presStyleCnt="3">
        <dgm:presLayoutVars>
          <dgm:chMax val="1"/>
          <dgm:chPref val="1"/>
        </dgm:presLayoutVars>
      </dgm:prSet>
      <dgm:spPr/>
    </dgm:pt>
  </dgm:ptLst>
  <dgm:cxnLst>
    <dgm:cxn modelId="{C9F69510-7037-4D03-B152-D404C992F658}" type="presOf" srcId="{1A02FF2B-4B80-4185-890C-9CA8E7C3C7BB}" destId="{1B2B52BF-A510-4269-B780-5E5D90D92556}" srcOrd="0" destOrd="0" presId="urn:microsoft.com/office/officeart/2018/5/layout/IconCircleLabelList"/>
    <dgm:cxn modelId="{F6F8223E-1026-4989-919B-EED1CE426E90}" type="presOf" srcId="{AAD05B66-47DD-4BDC-B599-C4B4ED88592A}" destId="{CE76C250-AA5E-46FA-ACC6-ADD663D0A857}" srcOrd="0" destOrd="0" presId="urn:microsoft.com/office/officeart/2018/5/layout/IconCircleLabelList"/>
    <dgm:cxn modelId="{FEF7E248-B901-4BEB-90CC-224C7CC9D6CE}" type="presOf" srcId="{1A28BAB0-89B7-4C99-8156-C5763E478C02}" destId="{BE1FFB9E-0BA1-4BEF-A2B2-BC4A42DEE932}" srcOrd="0" destOrd="0" presId="urn:microsoft.com/office/officeart/2018/5/layout/IconCircleLabelList"/>
    <dgm:cxn modelId="{96B926CE-0183-43CA-8622-F31DF20DFFC6}" type="presOf" srcId="{2440489B-9965-473D-88C2-AC5D4DE92AB6}" destId="{9BD14C41-B647-490C-9314-873C76D5F10D}" srcOrd="0" destOrd="0" presId="urn:microsoft.com/office/officeart/2018/5/layout/IconCircleLabelList"/>
    <dgm:cxn modelId="{EBCD02D8-B415-46D2-8341-DEC5C56AB962}" srcId="{2440489B-9965-473D-88C2-AC5D4DE92AB6}" destId="{AAD05B66-47DD-4BDC-B599-C4B4ED88592A}" srcOrd="0" destOrd="0" parTransId="{917E8B30-9A71-4B20-8405-75EF81EF9AE2}" sibTransId="{D4A16479-A45B-4C9E-9894-581EC3A0DD6F}"/>
    <dgm:cxn modelId="{C1C825F0-A5F6-44EC-8494-132225CE4A9E}" srcId="{2440489B-9965-473D-88C2-AC5D4DE92AB6}" destId="{1A28BAB0-89B7-4C99-8156-C5763E478C02}" srcOrd="2" destOrd="0" parTransId="{9DC4D6AD-9930-4C36-9F64-EC54CA7688B1}" sibTransId="{E80465A2-10E4-4706-AA0B-CB41DEF8BA98}"/>
    <dgm:cxn modelId="{39FC52FC-2516-411C-9725-4DD29E97C4B4}" srcId="{2440489B-9965-473D-88C2-AC5D4DE92AB6}" destId="{1A02FF2B-4B80-4185-890C-9CA8E7C3C7BB}" srcOrd="1" destOrd="0" parTransId="{D4879D12-8D2C-47AB-A4C4-39F6CCC277EB}" sibTransId="{E12F5B31-E8ED-4CEF-B758-754785E2465C}"/>
    <dgm:cxn modelId="{56DF16BA-900C-4E44-B961-8BD861910514}" type="presParOf" srcId="{9BD14C41-B647-490C-9314-873C76D5F10D}" destId="{6A26A94A-0710-48C7-A084-2EF78BDDDDAB}" srcOrd="0" destOrd="0" presId="urn:microsoft.com/office/officeart/2018/5/layout/IconCircleLabelList"/>
    <dgm:cxn modelId="{DE7877B6-6399-4AB2-A9C5-02D5F8B13E0C}" type="presParOf" srcId="{6A26A94A-0710-48C7-A084-2EF78BDDDDAB}" destId="{FF9EA248-DF1B-4BF1-B69A-222535A7FE43}" srcOrd="0" destOrd="0" presId="urn:microsoft.com/office/officeart/2018/5/layout/IconCircleLabelList"/>
    <dgm:cxn modelId="{C80F8073-64D5-40E6-AB0B-3E51070B24E2}" type="presParOf" srcId="{6A26A94A-0710-48C7-A084-2EF78BDDDDAB}" destId="{694EE658-D40D-404E-88AF-3C714B5F659E}" srcOrd="1" destOrd="0" presId="urn:microsoft.com/office/officeart/2018/5/layout/IconCircleLabelList"/>
    <dgm:cxn modelId="{9C8499B9-A70F-4DC4-B94A-06C6D3FE95FD}" type="presParOf" srcId="{6A26A94A-0710-48C7-A084-2EF78BDDDDAB}" destId="{573108DD-12F7-436B-96E3-892654AD1533}" srcOrd="2" destOrd="0" presId="urn:microsoft.com/office/officeart/2018/5/layout/IconCircleLabelList"/>
    <dgm:cxn modelId="{CA62E15E-0339-48B0-B11D-71B84A088D0A}" type="presParOf" srcId="{6A26A94A-0710-48C7-A084-2EF78BDDDDAB}" destId="{CE76C250-AA5E-46FA-ACC6-ADD663D0A857}" srcOrd="3" destOrd="0" presId="urn:microsoft.com/office/officeart/2018/5/layout/IconCircleLabelList"/>
    <dgm:cxn modelId="{9889819B-B805-4454-9961-31754CEA1536}" type="presParOf" srcId="{9BD14C41-B647-490C-9314-873C76D5F10D}" destId="{D9737CCA-DAE2-450E-954C-937DBA3EE731}" srcOrd="1" destOrd="0" presId="urn:microsoft.com/office/officeart/2018/5/layout/IconCircleLabelList"/>
    <dgm:cxn modelId="{2F5FA804-6469-428C-8519-A650F68DC42F}" type="presParOf" srcId="{9BD14C41-B647-490C-9314-873C76D5F10D}" destId="{633081A8-C9C8-4DB7-864A-A9E9CD69CE21}" srcOrd="2" destOrd="0" presId="urn:microsoft.com/office/officeart/2018/5/layout/IconCircleLabelList"/>
    <dgm:cxn modelId="{0B8FA03D-ED4D-4879-B189-578AECA0FFB8}" type="presParOf" srcId="{633081A8-C9C8-4DB7-864A-A9E9CD69CE21}" destId="{3C03964C-66BA-4CAB-8C24-5F2A4979DDBB}" srcOrd="0" destOrd="0" presId="urn:microsoft.com/office/officeart/2018/5/layout/IconCircleLabelList"/>
    <dgm:cxn modelId="{D112F75A-AF42-45A6-9CA4-E130BF7EE6DB}" type="presParOf" srcId="{633081A8-C9C8-4DB7-864A-A9E9CD69CE21}" destId="{69A7F323-E3ED-4A7E-BE79-8E13D933EAC3}" srcOrd="1" destOrd="0" presId="urn:microsoft.com/office/officeart/2018/5/layout/IconCircleLabelList"/>
    <dgm:cxn modelId="{9853D2E7-93BA-4A23-81BE-C66A8C764576}" type="presParOf" srcId="{633081A8-C9C8-4DB7-864A-A9E9CD69CE21}" destId="{77F75523-140C-4B2D-841D-052CD0AAC54C}" srcOrd="2" destOrd="0" presId="urn:microsoft.com/office/officeart/2018/5/layout/IconCircleLabelList"/>
    <dgm:cxn modelId="{D6CFBAD8-9EBE-4939-8366-2F29134500B1}" type="presParOf" srcId="{633081A8-C9C8-4DB7-864A-A9E9CD69CE21}" destId="{1B2B52BF-A510-4269-B780-5E5D90D92556}" srcOrd="3" destOrd="0" presId="urn:microsoft.com/office/officeart/2018/5/layout/IconCircleLabelList"/>
    <dgm:cxn modelId="{73264C85-3EF7-4520-BD1B-BE00DE799D11}" type="presParOf" srcId="{9BD14C41-B647-490C-9314-873C76D5F10D}" destId="{30E0591C-1F0D-4B26-BAB8-718E40F1B5CD}" srcOrd="3" destOrd="0" presId="urn:microsoft.com/office/officeart/2018/5/layout/IconCircleLabelList"/>
    <dgm:cxn modelId="{C232A6E2-22F9-4FC5-BBF2-F36BCC602F73}" type="presParOf" srcId="{9BD14C41-B647-490C-9314-873C76D5F10D}" destId="{FCDEE568-0D0A-4E73-B86F-ECCE747E3E6A}" srcOrd="4" destOrd="0" presId="urn:microsoft.com/office/officeart/2018/5/layout/IconCircleLabelList"/>
    <dgm:cxn modelId="{AEC7C37F-69CD-4842-966C-9DB86CE4B867}" type="presParOf" srcId="{FCDEE568-0D0A-4E73-B86F-ECCE747E3E6A}" destId="{D10FDD1A-9082-4114-B374-7224D3437E74}" srcOrd="0" destOrd="0" presId="urn:microsoft.com/office/officeart/2018/5/layout/IconCircleLabelList"/>
    <dgm:cxn modelId="{29A7D4CD-3011-473F-B8B9-DD9B99D3C0F9}" type="presParOf" srcId="{FCDEE568-0D0A-4E73-B86F-ECCE747E3E6A}" destId="{093941C7-4064-4935-A8D4-B01F81CE88A8}" srcOrd="1" destOrd="0" presId="urn:microsoft.com/office/officeart/2018/5/layout/IconCircleLabelList"/>
    <dgm:cxn modelId="{DA2C6AD8-59DC-4F21-807A-0EEA8D0F25B0}" type="presParOf" srcId="{FCDEE568-0D0A-4E73-B86F-ECCE747E3E6A}" destId="{4916FA8E-DE80-44FC-BCF2-8A41EB9F43D4}" srcOrd="2" destOrd="0" presId="urn:microsoft.com/office/officeart/2018/5/layout/IconCircleLabelList"/>
    <dgm:cxn modelId="{0A962571-CA83-4420-96DC-ED050058D422}" type="presParOf" srcId="{FCDEE568-0D0A-4E73-B86F-ECCE747E3E6A}" destId="{BE1FFB9E-0BA1-4BEF-A2B2-BC4A42DEE932}"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DF6B7F7-6CC1-4C4B-B5BE-ED3DD6326563}" type="doc">
      <dgm:prSet loTypeId="urn:microsoft.com/office/officeart/2018/2/layout/IconCircle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32F65F8D-6C7E-4825-A4E3-4C690FB47B10}">
      <dgm:prSet/>
      <dgm:spPr/>
      <dgm:t>
        <a:bodyPr/>
        <a:lstStyle/>
        <a:p>
          <a:r>
            <a:rPr lang="en-US" dirty="0"/>
            <a:t>USE KEY VAULTS INSTEAD OF HARDCODED CREDENTIALS</a:t>
          </a:r>
        </a:p>
      </dgm:t>
    </dgm:pt>
    <dgm:pt modelId="{43904B6D-B172-42ED-B973-C2C6227156B6}" type="parTrans" cxnId="{56441726-38EC-457A-AF94-9D697519D3E3}">
      <dgm:prSet/>
      <dgm:spPr/>
      <dgm:t>
        <a:bodyPr/>
        <a:lstStyle/>
        <a:p>
          <a:endParaRPr lang="en-US"/>
        </a:p>
      </dgm:t>
    </dgm:pt>
    <dgm:pt modelId="{7BB38C15-1B69-4064-A323-1DB844C5919A}" type="sibTrans" cxnId="{56441726-38EC-457A-AF94-9D697519D3E3}">
      <dgm:prSet/>
      <dgm:spPr/>
      <dgm:t>
        <a:bodyPr/>
        <a:lstStyle/>
        <a:p>
          <a:endParaRPr lang="en-US"/>
        </a:p>
      </dgm:t>
    </dgm:pt>
    <dgm:pt modelId="{5895785F-0176-419E-98FC-B97A0B339F19}">
      <dgm:prSet/>
      <dgm:spPr/>
      <dgm:t>
        <a:bodyPr/>
        <a:lstStyle/>
        <a:p>
          <a:r>
            <a:rPr lang="en-US" dirty="0"/>
            <a:t>DATA SEEDING SCRIPT SHOULD USE LOWEST PERMISSION RBAC</a:t>
          </a:r>
        </a:p>
      </dgm:t>
    </dgm:pt>
    <dgm:pt modelId="{B391A0EC-2DF2-4218-98DB-E708CB009705}" type="parTrans" cxnId="{6AB931E4-393F-491B-8F65-D4C5C7531312}">
      <dgm:prSet/>
      <dgm:spPr/>
      <dgm:t>
        <a:bodyPr/>
        <a:lstStyle/>
        <a:p>
          <a:endParaRPr lang="en-US"/>
        </a:p>
      </dgm:t>
    </dgm:pt>
    <dgm:pt modelId="{B14C2A91-C74D-45CF-88D3-2185E85D9D68}" type="sibTrans" cxnId="{6AB931E4-393F-491B-8F65-D4C5C7531312}">
      <dgm:prSet/>
      <dgm:spPr/>
      <dgm:t>
        <a:bodyPr/>
        <a:lstStyle/>
        <a:p>
          <a:endParaRPr lang="en-US"/>
        </a:p>
      </dgm:t>
    </dgm:pt>
    <dgm:pt modelId="{ACB25DBE-90E2-43D0-B267-348356370F69}">
      <dgm:prSet/>
      <dgm:spPr/>
      <dgm:t>
        <a:bodyPr/>
        <a:lstStyle/>
        <a:p>
          <a:r>
            <a:rPr lang="en-US" dirty="0"/>
            <a:t>ACCESS TO DEVOPS REPO RESTRICTED TO AUTHORISED PERSONNEL</a:t>
          </a:r>
        </a:p>
      </dgm:t>
    </dgm:pt>
    <dgm:pt modelId="{4E894B02-3A1B-4EC1-BB1D-976C86702AD6}" type="parTrans" cxnId="{EFA05503-C2D3-450B-BB62-12B507E3C7DD}">
      <dgm:prSet/>
      <dgm:spPr/>
      <dgm:t>
        <a:bodyPr/>
        <a:lstStyle/>
        <a:p>
          <a:endParaRPr lang="en-US"/>
        </a:p>
      </dgm:t>
    </dgm:pt>
    <dgm:pt modelId="{B1FE0566-91EB-409D-A882-8344CC39C525}" type="sibTrans" cxnId="{EFA05503-C2D3-450B-BB62-12B507E3C7DD}">
      <dgm:prSet/>
      <dgm:spPr/>
      <dgm:t>
        <a:bodyPr/>
        <a:lstStyle/>
        <a:p>
          <a:endParaRPr lang="en-US"/>
        </a:p>
      </dgm:t>
    </dgm:pt>
    <dgm:pt modelId="{62AAA11C-195F-401C-B445-205BFFD9828E}">
      <dgm:prSet/>
      <dgm:spPr/>
      <dgm:t>
        <a:bodyPr/>
        <a:lstStyle/>
        <a:p>
          <a:r>
            <a:rPr lang="en-US" dirty="0"/>
            <a:t>ALL PR RECOMMENDATIONS ARE DEALT WITH SATISFACTORILY</a:t>
          </a:r>
        </a:p>
      </dgm:t>
    </dgm:pt>
    <dgm:pt modelId="{6D67A839-9419-48B7-A8D1-D98E748ADC71}" type="parTrans" cxnId="{563B5A5C-465A-4530-8321-4F81EA5F4721}">
      <dgm:prSet/>
      <dgm:spPr/>
      <dgm:t>
        <a:bodyPr/>
        <a:lstStyle/>
        <a:p>
          <a:endParaRPr lang="en-US"/>
        </a:p>
      </dgm:t>
    </dgm:pt>
    <dgm:pt modelId="{6E21997E-E05F-4D23-853F-70E2329C786C}" type="sibTrans" cxnId="{563B5A5C-465A-4530-8321-4F81EA5F4721}">
      <dgm:prSet/>
      <dgm:spPr/>
      <dgm:t>
        <a:bodyPr/>
        <a:lstStyle/>
        <a:p>
          <a:endParaRPr lang="en-US"/>
        </a:p>
      </dgm:t>
    </dgm:pt>
    <dgm:pt modelId="{08196C50-CCDD-4490-9AE0-9B3DDFFE4991}" type="pres">
      <dgm:prSet presAssocID="{5DF6B7F7-6CC1-4C4B-B5BE-ED3DD6326563}" presName="root" presStyleCnt="0">
        <dgm:presLayoutVars>
          <dgm:dir/>
          <dgm:resizeHandles val="exact"/>
        </dgm:presLayoutVars>
      </dgm:prSet>
      <dgm:spPr/>
    </dgm:pt>
    <dgm:pt modelId="{2C94DC2C-F138-48B5-B23D-7E6E3E8A1E67}" type="pres">
      <dgm:prSet presAssocID="{5DF6B7F7-6CC1-4C4B-B5BE-ED3DD6326563}" presName="container" presStyleCnt="0">
        <dgm:presLayoutVars>
          <dgm:dir/>
          <dgm:resizeHandles val="exact"/>
        </dgm:presLayoutVars>
      </dgm:prSet>
      <dgm:spPr/>
    </dgm:pt>
    <dgm:pt modelId="{ADFC815E-D80B-4550-9A5F-CBBED3597602}" type="pres">
      <dgm:prSet presAssocID="{32F65F8D-6C7E-4825-A4E3-4C690FB47B10}" presName="compNode" presStyleCnt="0"/>
      <dgm:spPr/>
    </dgm:pt>
    <dgm:pt modelId="{83C5883C-9D04-44EF-A8D2-FED70BE3E05E}" type="pres">
      <dgm:prSet presAssocID="{32F65F8D-6C7E-4825-A4E3-4C690FB47B10}" presName="iconBgRect" presStyleLbl="bgShp" presStyleIdx="0" presStyleCnt="4"/>
      <dgm:spPr/>
    </dgm:pt>
    <dgm:pt modelId="{2888767F-976A-4D44-9E85-F86924470068}" type="pres">
      <dgm:prSet presAssocID="{32F65F8D-6C7E-4825-A4E3-4C690FB47B10}"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Lock"/>
        </a:ext>
      </dgm:extLst>
    </dgm:pt>
    <dgm:pt modelId="{2364B311-4A48-481C-B44D-C8946DCDFD9D}" type="pres">
      <dgm:prSet presAssocID="{32F65F8D-6C7E-4825-A4E3-4C690FB47B10}" presName="spaceRect" presStyleCnt="0"/>
      <dgm:spPr/>
    </dgm:pt>
    <dgm:pt modelId="{63FBECDE-DD2C-4992-A0E3-7324CA3CF25E}" type="pres">
      <dgm:prSet presAssocID="{32F65F8D-6C7E-4825-A4E3-4C690FB47B10}" presName="textRect" presStyleLbl="revTx" presStyleIdx="0" presStyleCnt="4">
        <dgm:presLayoutVars>
          <dgm:chMax val="1"/>
          <dgm:chPref val="1"/>
        </dgm:presLayoutVars>
      </dgm:prSet>
      <dgm:spPr/>
    </dgm:pt>
    <dgm:pt modelId="{AE9B5ADB-4EE0-4035-A71E-1FBAB12CE4C3}" type="pres">
      <dgm:prSet presAssocID="{7BB38C15-1B69-4064-A323-1DB844C5919A}" presName="sibTrans" presStyleLbl="sibTrans2D1" presStyleIdx="0" presStyleCnt="0"/>
      <dgm:spPr/>
    </dgm:pt>
    <dgm:pt modelId="{183CDF3D-B2F5-4477-9D8D-9700C47E8A0F}" type="pres">
      <dgm:prSet presAssocID="{5895785F-0176-419E-98FC-B97A0B339F19}" presName="compNode" presStyleCnt="0"/>
      <dgm:spPr/>
    </dgm:pt>
    <dgm:pt modelId="{463B4BB1-6829-40DD-96EA-B79BC3B549CD}" type="pres">
      <dgm:prSet presAssocID="{5895785F-0176-419E-98FC-B97A0B339F19}" presName="iconBgRect" presStyleLbl="bgShp" presStyleIdx="1" presStyleCnt="4"/>
      <dgm:spPr/>
    </dgm:pt>
    <dgm:pt modelId="{5AC35E90-17B3-4DE4-BF68-2EAAFF5021A9}" type="pres">
      <dgm:prSet presAssocID="{5895785F-0176-419E-98FC-B97A0B339F19}"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Unlock"/>
        </a:ext>
      </dgm:extLst>
    </dgm:pt>
    <dgm:pt modelId="{8913CAA0-BB90-4DFC-9375-96A339808981}" type="pres">
      <dgm:prSet presAssocID="{5895785F-0176-419E-98FC-B97A0B339F19}" presName="spaceRect" presStyleCnt="0"/>
      <dgm:spPr/>
    </dgm:pt>
    <dgm:pt modelId="{EA23AC8F-E5A7-4DF4-B319-E23318BEC352}" type="pres">
      <dgm:prSet presAssocID="{5895785F-0176-419E-98FC-B97A0B339F19}" presName="textRect" presStyleLbl="revTx" presStyleIdx="1" presStyleCnt="4">
        <dgm:presLayoutVars>
          <dgm:chMax val="1"/>
          <dgm:chPref val="1"/>
        </dgm:presLayoutVars>
      </dgm:prSet>
      <dgm:spPr/>
    </dgm:pt>
    <dgm:pt modelId="{30EBEA3A-28AC-47D4-A09A-09381E902F7B}" type="pres">
      <dgm:prSet presAssocID="{B14C2A91-C74D-45CF-88D3-2185E85D9D68}" presName="sibTrans" presStyleLbl="sibTrans2D1" presStyleIdx="0" presStyleCnt="0"/>
      <dgm:spPr/>
    </dgm:pt>
    <dgm:pt modelId="{D50BC7CB-CE74-4826-87A4-F151C72B5A2A}" type="pres">
      <dgm:prSet presAssocID="{ACB25DBE-90E2-43D0-B267-348356370F69}" presName="compNode" presStyleCnt="0"/>
      <dgm:spPr/>
    </dgm:pt>
    <dgm:pt modelId="{5A6CDBD1-5AA2-4247-9B55-3ACE9D711612}" type="pres">
      <dgm:prSet presAssocID="{ACB25DBE-90E2-43D0-B267-348356370F69}" presName="iconBgRect" presStyleLbl="bgShp" presStyleIdx="2" presStyleCnt="4"/>
      <dgm:spPr/>
    </dgm:pt>
    <dgm:pt modelId="{4DE7550F-CBF7-4822-B660-D0EE84352006}" type="pres">
      <dgm:prSet presAssocID="{ACB25DBE-90E2-43D0-B267-348356370F69}"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atabase"/>
        </a:ext>
      </dgm:extLst>
    </dgm:pt>
    <dgm:pt modelId="{A2A953BA-DC18-4944-8000-BB1F85983BF5}" type="pres">
      <dgm:prSet presAssocID="{ACB25DBE-90E2-43D0-B267-348356370F69}" presName="spaceRect" presStyleCnt="0"/>
      <dgm:spPr/>
    </dgm:pt>
    <dgm:pt modelId="{37E1C419-3700-459D-8897-C944846510E8}" type="pres">
      <dgm:prSet presAssocID="{ACB25DBE-90E2-43D0-B267-348356370F69}" presName="textRect" presStyleLbl="revTx" presStyleIdx="2" presStyleCnt="4">
        <dgm:presLayoutVars>
          <dgm:chMax val="1"/>
          <dgm:chPref val="1"/>
        </dgm:presLayoutVars>
      </dgm:prSet>
      <dgm:spPr/>
    </dgm:pt>
    <dgm:pt modelId="{3ADC42AE-8BC2-4BC6-A880-19ECD6F353A7}" type="pres">
      <dgm:prSet presAssocID="{B1FE0566-91EB-409D-A882-8344CC39C525}" presName="sibTrans" presStyleLbl="sibTrans2D1" presStyleIdx="0" presStyleCnt="0"/>
      <dgm:spPr/>
    </dgm:pt>
    <dgm:pt modelId="{42CEEB4A-283D-4B78-AB11-70C58F1863A6}" type="pres">
      <dgm:prSet presAssocID="{62AAA11C-195F-401C-B445-205BFFD9828E}" presName="compNode" presStyleCnt="0"/>
      <dgm:spPr/>
    </dgm:pt>
    <dgm:pt modelId="{4155F27C-8BAE-4950-A75C-0BDF5448B961}" type="pres">
      <dgm:prSet presAssocID="{62AAA11C-195F-401C-B445-205BFFD9828E}" presName="iconBgRect" presStyleLbl="bgShp" presStyleIdx="3" presStyleCnt="4"/>
      <dgm:spPr/>
    </dgm:pt>
    <dgm:pt modelId="{73968F5A-6BE3-4D78-BD23-38EDE2B9B1AC}" type="pres">
      <dgm:prSet presAssocID="{62AAA11C-195F-401C-B445-205BFFD9828E}"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AEBC203B-788A-48CE-8D4C-9E85F662621A}" type="pres">
      <dgm:prSet presAssocID="{62AAA11C-195F-401C-B445-205BFFD9828E}" presName="spaceRect" presStyleCnt="0"/>
      <dgm:spPr/>
    </dgm:pt>
    <dgm:pt modelId="{CB82A89F-2DD8-46C7-8844-BBB00AF3D06B}" type="pres">
      <dgm:prSet presAssocID="{62AAA11C-195F-401C-B445-205BFFD9828E}" presName="textRect" presStyleLbl="revTx" presStyleIdx="3" presStyleCnt="4">
        <dgm:presLayoutVars>
          <dgm:chMax val="1"/>
          <dgm:chPref val="1"/>
        </dgm:presLayoutVars>
      </dgm:prSet>
      <dgm:spPr/>
    </dgm:pt>
  </dgm:ptLst>
  <dgm:cxnLst>
    <dgm:cxn modelId="{EFA05503-C2D3-450B-BB62-12B507E3C7DD}" srcId="{5DF6B7F7-6CC1-4C4B-B5BE-ED3DD6326563}" destId="{ACB25DBE-90E2-43D0-B267-348356370F69}" srcOrd="2" destOrd="0" parTransId="{4E894B02-3A1B-4EC1-BB1D-976C86702AD6}" sibTransId="{B1FE0566-91EB-409D-A882-8344CC39C525}"/>
    <dgm:cxn modelId="{56441726-38EC-457A-AF94-9D697519D3E3}" srcId="{5DF6B7F7-6CC1-4C4B-B5BE-ED3DD6326563}" destId="{32F65F8D-6C7E-4825-A4E3-4C690FB47B10}" srcOrd="0" destOrd="0" parTransId="{43904B6D-B172-42ED-B973-C2C6227156B6}" sibTransId="{7BB38C15-1B69-4064-A323-1DB844C5919A}"/>
    <dgm:cxn modelId="{563B5A5C-465A-4530-8321-4F81EA5F4721}" srcId="{5DF6B7F7-6CC1-4C4B-B5BE-ED3DD6326563}" destId="{62AAA11C-195F-401C-B445-205BFFD9828E}" srcOrd="3" destOrd="0" parTransId="{6D67A839-9419-48B7-A8D1-D98E748ADC71}" sibTransId="{6E21997E-E05F-4D23-853F-70E2329C786C}"/>
    <dgm:cxn modelId="{258C9044-7243-4B43-A792-9889E85F05A8}" type="presOf" srcId="{5895785F-0176-419E-98FC-B97A0B339F19}" destId="{EA23AC8F-E5A7-4DF4-B319-E23318BEC352}" srcOrd="0" destOrd="0" presId="urn:microsoft.com/office/officeart/2018/2/layout/IconCircleList"/>
    <dgm:cxn modelId="{E3F7186F-ABAB-4E58-AF3B-568A246D838B}" type="presOf" srcId="{32F65F8D-6C7E-4825-A4E3-4C690FB47B10}" destId="{63FBECDE-DD2C-4992-A0E3-7324CA3CF25E}" srcOrd="0" destOrd="0" presId="urn:microsoft.com/office/officeart/2018/2/layout/IconCircleList"/>
    <dgm:cxn modelId="{417D2DA9-9282-4D0A-B833-7E60BD8F2B0C}" type="presOf" srcId="{5DF6B7F7-6CC1-4C4B-B5BE-ED3DD6326563}" destId="{08196C50-CCDD-4490-9AE0-9B3DDFFE4991}" srcOrd="0" destOrd="0" presId="urn:microsoft.com/office/officeart/2018/2/layout/IconCircleList"/>
    <dgm:cxn modelId="{8F4AC2B5-53AD-448A-A9EB-859F85FB3C52}" type="presOf" srcId="{7BB38C15-1B69-4064-A323-1DB844C5919A}" destId="{AE9B5ADB-4EE0-4035-A71E-1FBAB12CE4C3}" srcOrd="0" destOrd="0" presId="urn:microsoft.com/office/officeart/2018/2/layout/IconCircleList"/>
    <dgm:cxn modelId="{2CDBBFB9-B8D1-4D6E-8D37-8DCBF91630EE}" type="presOf" srcId="{62AAA11C-195F-401C-B445-205BFFD9828E}" destId="{CB82A89F-2DD8-46C7-8844-BBB00AF3D06B}" srcOrd="0" destOrd="0" presId="urn:microsoft.com/office/officeart/2018/2/layout/IconCircleList"/>
    <dgm:cxn modelId="{13CD2DD1-5AAC-4263-AF1B-22AFC2CB8741}" type="presOf" srcId="{ACB25DBE-90E2-43D0-B267-348356370F69}" destId="{37E1C419-3700-459D-8897-C944846510E8}" srcOrd="0" destOrd="0" presId="urn:microsoft.com/office/officeart/2018/2/layout/IconCircleList"/>
    <dgm:cxn modelId="{79F8BED4-0DF1-46D3-9E20-8B844485FDA0}" type="presOf" srcId="{B1FE0566-91EB-409D-A882-8344CC39C525}" destId="{3ADC42AE-8BC2-4BC6-A880-19ECD6F353A7}" srcOrd="0" destOrd="0" presId="urn:microsoft.com/office/officeart/2018/2/layout/IconCircleList"/>
    <dgm:cxn modelId="{6AB931E4-393F-491B-8F65-D4C5C7531312}" srcId="{5DF6B7F7-6CC1-4C4B-B5BE-ED3DD6326563}" destId="{5895785F-0176-419E-98FC-B97A0B339F19}" srcOrd="1" destOrd="0" parTransId="{B391A0EC-2DF2-4218-98DB-E708CB009705}" sibTransId="{B14C2A91-C74D-45CF-88D3-2185E85D9D68}"/>
    <dgm:cxn modelId="{D70BC3E7-E6F1-4513-9761-0188D6BCDFC3}" type="presOf" srcId="{B14C2A91-C74D-45CF-88D3-2185E85D9D68}" destId="{30EBEA3A-28AC-47D4-A09A-09381E902F7B}" srcOrd="0" destOrd="0" presId="urn:microsoft.com/office/officeart/2018/2/layout/IconCircleList"/>
    <dgm:cxn modelId="{7BA00ACB-E7D9-493D-9572-B3D9D960651E}" type="presParOf" srcId="{08196C50-CCDD-4490-9AE0-9B3DDFFE4991}" destId="{2C94DC2C-F138-48B5-B23D-7E6E3E8A1E67}" srcOrd="0" destOrd="0" presId="urn:microsoft.com/office/officeart/2018/2/layout/IconCircleList"/>
    <dgm:cxn modelId="{3F19A116-FE36-4EF1-9622-93C928703B2B}" type="presParOf" srcId="{2C94DC2C-F138-48B5-B23D-7E6E3E8A1E67}" destId="{ADFC815E-D80B-4550-9A5F-CBBED3597602}" srcOrd="0" destOrd="0" presId="urn:microsoft.com/office/officeart/2018/2/layout/IconCircleList"/>
    <dgm:cxn modelId="{9EB21014-863F-42BD-9CE7-03A4FD7A99AA}" type="presParOf" srcId="{ADFC815E-D80B-4550-9A5F-CBBED3597602}" destId="{83C5883C-9D04-44EF-A8D2-FED70BE3E05E}" srcOrd="0" destOrd="0" presId="urn:microsoft.com/office/officeart/2018/2/layout/IconCircleList"/>
    <dgm:cxn modelId="{4608E715-B419-45B0-BB26-A5BD3311B4C3}" type="presParOf" srcId="{ADFC815E-D80B-4550-9A5F-CBBED3597602}" destId="{2888767F-976A-4D44-9E85-F86924470068}" srcOrd="1" destOrd="0" presId="urn:microsoft.com/office/officeart/2018/2/layout/IconCircleList"/>
    <dgm:cxn modelId="{2C1EFE68-0C20-4F61-A956-AC1CBE2D2AF4}" type="presParOf" srcId="{ADFC815E-D80B-4550-9A5F-CBBED3597602}" destId="{2364B311-4A48-481C-B44D-C8946DCDFD9D}" srcOrd="2" destOrd="0" presId="urn:microsoft.com/office/officeart/2018/2/layout/IconCircleList"/>
    <dgm:cxn modelId="{ED2C5DD6-A7E6-4681-86BF-00B802570F6F}" type="presParOf" srcId="{ADFC815E-D80B-4550-9A5F-CBBED3597602}" destId="{63FBECDE-DD2C-4992-A0E3-7324CA3CF25E}" srcOrd="3" destOrd="0" presId="urn:microsoft.com/office/officeart/2018/2/layout/IconCircleList"/>
    <dgm:cxn modelId="{51DE6450-9816-4264-97F6-9E0486FA36C8}" type="presParOf" srcId="{2C94DC2C-F138-48B5-B23D-7E6E3E8A1E67}" destId="{AE9B5ADB-4EE0-4035-A71E-1FBAB12CE4C3}" srcOrd="1" destOrd="0" presId="urn:microsoft.com/office/officeart/2018/2/layout/IconCircleList"/>
    <dgm:cxn modelId="{2D3A2320-C054-4EF5-A614-2549DC513BE7}" type="presParOf" srcId="{2C94DC2C-F138-48B5-B23D-7E6E3E8A1E67}" destId="{183CDF3D-B2F5-4477-9D8D-9700C47E8A0F}" srcOrd="2" destOrd="0" presId="urn:microsoft.com/office/officeart/2018/2/layout/IconCircleList"/>
    <dgm:cxn modelId="{E3A1A901-853D-43DF-B41F-071AFBA2FAE2}" type="presParOf" srcId="{183CDF3D-B2F5-4477-9D8D-9700C47E8A0F}" destId="{463B4BB1-6829-40DD-96EA-B79BC3B549CD}" srcOrd="0" destOrd="0" presId="urn:microsoft.com/office/officeart/2018/2/layout/IconCircleList"/>
    <dgm:cxn modelId="{C9334358-D663-4CB8-89CA-B48770277DBF}" type="presParOf" srcId="{183CDF3D-B2F5-4477-9D8D-9700C47E8A0F}" destId="{5AC35E90-17B3-4DE4-BF68-2EAAFF5021A9}" srcOrd="1" destOrd="0" presId="urn:microsoft.com/office/officeart/2018/2/layout/IconCircleList"/>
    <dgm:cxn modelId="{C1FDF0BE-AE15-4DCF-A0A8-49649B0CA13A}" type="presParOf" srcId="{183CDF3D-B2F5-4477-9D8D-9700C47E8A0F}" destId="{8913CAA0-BB90-4DFC-9375-96A339808981}" srcOrd="2" destOrd="0" presId="urn:microsoft.com/office/officeart/2018/2/layout/IconCircleList"/>
    <dgm:cxn modelId="{8C8820CD-0B70-400D-8667-A0609706B4BD}" type="presParOf" srcId="{183CDF3D-B2F5-4477-9D8D-9700C47E8A0F}" destId="{EA23AC8F-E5A7-4DF4-B319-E23318BEC352}" srcOrd="3" destOrd="0" presId="urn:microsoft.com/office/officeart/2018/2/layout/IconCircleList"/>
    <dgm:cxn modelId="{B7FF8DEE-5C7D-4F57-9096-23EC7C27CA8F}" type="presParOf" srcId="{2C94DC2C-F138-48B5-B23D-7E6E3E8A1E67}" destId="{30EBEA3A-28AC-47D4-A09A-09381E902F7B}" srcOrd="3" destOrd="0" presId="urn:microsoft.com/office/officeart/2018/2/layout/IconCircleList"/>
    <dgm:cxn modelId="{DFDB46D1-C32C-4F8E-90CA-DD9FD0226A78}" type="presParOf" srcId="{2C94DC2C-F138-48B5-B23D-7E6E3E8A1E67}" destId="{D50BC7CB-CE74-4826-87A4-F151C72B5A2A}" srcOrd="4" destOrd="0" presId="urn:microsoft.com/office/officeart/2018/2/layout/IconCircleList"/>
    <dgm:cxn modelId="{21338FDD-B174-47CE-83C4-0A0BA6D56FED}" type="presParOf" srcId="{D50BC7CB-CE74-4826-87A4-F151C72B5A2A}" destId="{5A6CDBD1-5AA2-4247-9B55-3ACE9D711612}" srcOrd="0" destOrd="0" presId="urn:microsoft.com/office/officeart/2018/2/layout/IconCircleList"/>
    <dgm:cxn modelId="{21807DBA-3825-429C-A8AD-FFBD36318FE0}" type="presParOf" srcId="{D50BC7CB-CE74-4826-87A4-F151C72B5A2A}" destId="{4DE7550F-CBF7-4822-B660-D0EE84352006}" srcOrd="1" destOrd="0" presId="urn:microsoft.com/office/officeart/2018/2/layout/IconCircleList"/>
    <dgm:cxn modelId="{7C47D2E8-82B9-4693-B7DD-4181D1D88B61}" type="presParOf" srcId="{D50BC7CB-CE74-4826-87A4-F151C72B5A2A}" destId="{A2A953BA-DC18-4944-8000-BB1F85983BF5}" srcOrd="2" destOrd="0" presId="urn:microsoft.com/office/officeart/2018/2/layout/IconCircleList"/>
    <dgm:cxn modelId="{7E277BED-7089-4F9E-A2AE-0114839210E0}" type="presParOf" srcId="{D50BC7CB-CE74-4826-87A4-F151C72B5A2A}" destId="{37E1C419-3700-459D-8897-C944846510E8}" srcOrd="3" destOrd="0" presId="urn:microsoft.com/office/officeart/2018/2/layout/IconCircleList"/>
    <dgm:cxn modelId="{046A3309-63FB-4953-A4FA-FEC712893EC0}" type="presParOf" srcId="{2C94DC2C-F138-48B5-B23D-7E6E3E8A1E67}" destId="{3ADC42AE-8BC2-4BC6-A880-19ECD6F353A7}" srcOrd="5" destOrd="0" presId="urn:microsoft.com/office/officeart/2018/2/layout/IconCircleList"/>
    <dgm:cxn modelId="{2D503924-F9BB-46D5-B813-F318D3FADCF7}" type="presParOf" srcId="{2C94DC2C-F138-48B5-B23D-7E6E3E8A1E67}" destId="{42CEEB4A-283D-4B78-AB11-70C58F1863A6}" srcOrd="6" destOrd="0" presId="urn:microsoft.com/office/officeart/2018/2/layout/IconCircleList"/>
    <dgm:cxn modelId="{73D8D320-A176-4995-B4E1-C70812E96D68}" type="presParOf" srcId="{42CEEB4A-283D-4B78-AB11-70C58F1863A6}" destId="{4155F27C-8BAE-4950-A75C-0BDF5448B961}" srcOrd="0" destOrd="0" presId="urn:microsoft.com/office/officeart/2018/2/layout/IconCircleList"/>
    <dgm:cxn modelId="{9DB508FE-3134-43D2-AD60-7B215A60C8F2}" type="presParOf" srcId="{42CEEB4A-283D-4B78-AB11-70C58F1863A6}" destId="{73968F5A-6BE3-4D78-BD23-38EDE2B9B1AC}" srcOrd="1" destOrd="0" presId="urn:microsoft.com/office/officeart/2018/2/layout/IconCircleList"/>
    <dgm:cxn modelId="{CA59059B-40A7-4257-8125-D9DB6FC72C83}" type="presParOf" srcId="{42CEEB4A-283D-4B78-AB11-70C58F1863A6}" destId="{AEBC203B-788A-48CE-8D4C-9E85F662621A}" srcOrd="2" destOrd="0" presId="urn:microsoft.com/office/officeart/2018/2/layout/IconCircleList"/>
    <dgm:cxn modelId="{33C03967-354A-4885-B833-93BC1850F606}" type="presParOf" srcId="{42CEEB4A-283D-4B78-AB11-70C58F1863A6}" destId="{CB82A89F-2DD8-46C7-8844-BBB00AF3D06B}" srcOrd="3" destOrd="0" presId="urn:microsoft.com/office/officeart/2018/2/layout/IconCircle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841946B7-96A1-4B0F-97F9-2F5326723F2F}" type="doc">
      <dgm:prSet loTypeId="urn:microsoft.com/office/officeart/2005/8/layout/list1" loCatId="list" qsTypeId="urn:microsoft.com/office/officeart/2005/8/quickstyle/simple4" qsCatId="simple" csTypeId="urn:microsoft.com/office/officeart/2005/8/colors/colorful1" csCatId="colorful"/>
      <dgm:spPr/>
      <dgm:t>
        <a:bodyPr/>
        <a:lstStyle/>
        <a:p>
          <a:endParaRPr lang="en-US"/>
        </a:p>
      </dgm:t>
    </dgm:pt>
    <dgm:pt modelId="{9889E168-1C74-4A52-8E07-4B8C569C7F77}">
      <dgm:prSet/>
      <dgm:spPr/>
      <dgm:t>
        <a:bodyPr/>
        <a:lstStyle/>
        <a:p>
          <a:r>
            <a:rPr lang="en-GB"/>
            <a:t>Human</a:t>
          </a:r>
          <a:endParaRPr lang="en-US"/>
        </a:p>
      </dgm:t>
    </dgm:pt>
    <dgm:pt modelId="{EB471097-4F09-402C-9A98-A133C4F112B5}" type="parTrans" cxnId="{13474262-C031-4550-B1AA-E3C023D9BCEB}">
      <dgm:prSet/>
      <dgm:spPr/>
      <dgm:t>
        <a:bodyPr/>
        <a:lstStyle/>
        <a:p>
          <a:endParaRPr lang="en-US"/>
        </a:p>
      </dgm:t>
    </dgm:pt>
    <dgm:pt modelId="{D89524A3-5927-49BE-BF18-9CF2A1661210}" type="sibTrans" cxnId="{13474262-C031-4550-B1AA-E3C023D9BCEB}">
      <dgm:prSet/>
      <dgm:spPr/>
      <dgm:t>
        <a:bodyPr/>
        <a:lstStyle/>
        <a:p>
          <a:endParaRPr lang="en-US"/>
        </a:p>
      </dgm:t>
    </dgm:pt>
    <dgm:pt modelId="{A7ADF756-E4CC-43D1-A669-274747880CE9}">
      <dgm:prSet/>
      <dgm:spPr/>
      <dgm:t>
        <a:bodyPr/>
        <a:lstStyle/>
        <a:p>
          <a:r>
            <a:rPr lang="en-GB"/>
            <a:t>Technological</a:t>
          </a:r>
          <a:endParaRPr lang="en-US"/>
        </a:p>
      </dgm:t>
    </dgm:pt>
    <dgm:pt modelId="{02043C01-80FC-4099-85AF-A8922C17DA19}" type="parTrans" cxnId="{11FEEB20-DD6A-45FD-AC20-A843FA7FC701}">
      <dgm:prSet/>
      <dgm:spPr/>
      <dgm:t>
        <a:bodyPr/>
        <a:lstStyle/>
        <a:p>
          <a:endParaRPr lang="en-US"/>
        </a:p>
      </dgm:t>
    </dgm:pt>
    <dgm:pt modelId="{B7CCBDC8-D892-488A-B6DB-2AEADF8C26F9}" type="sibTrans" cxnId="{11FEEB20-DD6A-45FD-AC20-A843FA7FC701}">
      <dgm:prSet/>
      <dgm:spPr/>
      <dgm:t>
        <a:bodyPr/>
        <a:lstStyle/>
        <a:p>
          <a:endParaRPr lang="en-US"/>
        </a:p>
      </dgm:t>
    </dgm:pt>
    <dgm:pt modelId="{949C6AE8-13C1-4F01-A5DA-DE53A28A43BC}">
      <dgm:prSet/>
      <dgm:spPr/>
      <dgm:t>
        <a:bodyPr/>
        <a:lstStyle/>
        <a:p>
          <a:r>
            <a:rPr lang="en-GB"/>
            <a:t>Financial</a:t>
          </a:r>
          <a:endParaRPr lang="en-US"/>
        </a:p>
      </dgm:t>
    </dgm:pt>
    <dgm:pt modelId="{AECE301A-0A10-419C-AF6D-BDD7588757DB}" type="parTrans" cxnId="{8D7C73E8-2D95-45EE-972E-9DCC3B21C3B5}">
      <dgm:prSet/>
      <dgm:spPr/>
      <dgm:t>
        <a:bodyPr/>
        <a:lstStyle/>
        <a:p>
          <a:endParaRPr lang="en-US"/>
        </a:p>
      </dgm:t>
    </dgm:pt>
    <dgm:pt modelId="{44F55262-D27F-4EDD-A379-BDD6EFA13997}" type="sibTrans" cxnId="{8D7C73E8-2D95-45EE-972E-9DCC3B21C3B5}">
      <dgm:prSet/>
      <dgm:spPr/>
      <dgm:t>
        <a:bodyPr/>
        <a:lstStyle/>
        <a:p>
          <a:endParaRPr lang="en-US"/>
        </a:p>
      </dgm:t>
    </dgm:pt>
    <dgm:pt modelId="{5D2DFBBE-7E12-4850-84E2-5373626CD971}">
      <dgm:prSet/>
      <dgm:spPr/>
      <dgm:t>
        <a:bodyPr/>
        <a:lstStyle/>
        <a:p>
          <a:r>
            <a:rPr lang="en-GB"/>
            <a:t>Time and Scope</a:t>
          </a:r>
          <a:endParaRPr lang="en-US"/>
        </a:p>
      </dgm:t>
    </dgm:pt>
    <dgm:pt modelId="{5D8E9935-225E-4123-9FC2-E4B370572153}" type="parTrans" cxnId="{87BEA89B-CDF2-4464-82FA-786A3975DF9E}">
      <dgm:prSet/>
      <dgm:spPr/>
      <dgm:t>
        <a:bodyPr/>
        <a:lstStyle/>
        <a:p>
          <a:endParaRPr lang="en-US"/>
        </a:p>
      </dgm:t>
    </dgm:pt>
    <dgm:pt modelId="{5F1E8D58-28CA-4A89-B5E7-80D675A87F66}" type="sibTrans" cxnId="{87BEA89B-CDF2-4464-82FA-786A3975DF9E}">
      <dgm:prSet/>
      <dgm:spPr/>
      <dgm:t>
        <a:bodyPr/>
        <a:lstStyle/>
        <a:p>
          <a:endParaRPr lang="en-US"/>
        </a:p>
      </dgm:t>
    </dgm:pt>
    <dgm:pt modelId="{EE5A3470-8031-47E5-B995-77190AC362A2}" type="pres">
      <dgm:prSet presAssocID="{841946B7-96A1-4B0F-97F9-2F5326723F2F}" presName="linear" presStyleCnt="0">
        <dgm:presLayoutVars>
          <dgm:dir/>
          <dgm:animLvl val="lvl"/>
          <dgm:resizeHandles val="exact"/>
        </dgm:presLayoutVars>
      </dgm:prSet>
      <dgm:spPr/>
    </dgm:pt>
    <dgm:pt modelId="{8AD36F25-D64A-49A2-A879-E6814689EDB9}" type="pres">
      <dgm:prSet presAssocID="{9889E168-1C74-4A52-8E07-4B8C569C7F77}" presName="parentLin" presStyleCnt="0"/>
      <dgm:spPr/>
    </dgm:pt>
    <dgm:pt modelId="{44A25CB3-A422-4517-969D-5E1947B759C1}" type="pres">
      <dgm:prSet presAssocID="{9889E168-1C74-4A52-8E07-4B8C569C7F77}" presName="parentLeftMargin" presStyleLbl="node1" presStyleIdx="0" presStyleCnt="4"/>
      <dgm:spPr/>
    </dgm:pt>
    <dgm:pt modelId="{2ACC55D0-45F4-4074-BD7A-9FF4592F9B98}" type="pres">
      <dgm:prSet presAssocID="{9889E168-1C74-4A52-8E07-4B8C569C7F77}" presName="parentText" presStyleLbl="node1" presStyleIdx="0" presStyleCnt="4">
        <dgm:presLayoutVars>
          <dgm:chMax val="0"/>
          <dgm:bulletEnabled val="1"/>
        </dgm:presLayoutVars>
      </dgm:prSet>
      <dgm:spPr/>
    </dgm:pt>
    <dgm:pt modelId="{1D4F5DE3-D5D7-44C2-8427-19475E33677E}" type="pres">
      <dgm:prSet presAssocID="{9889E168-1C74-4A52-8E07-4B8C569C7F77}" presName="negativeSpace" presStyleCnt="0"/>
      <dgm:spPr/>
    </dgm:pt>
    <dgm:pt modelId="{5CB5DAB0-A49F-456E-B8BC-E6669CC87039}" type="pres">
      <dgm:prSet presAssocID="{9889E168-1C74-4A52-8E07-4B8C569C7F77}" presName="childText" presStyleLbl="conFgAcc1" presStyleIdx="0" presStyleCnt="4">
        <dgm:presLayoutVars>
          <dgm:bulletEnabled val="1"/>
        </dgm:presLayoutVars>
      </dgm:prSet>
      <dgm:spPr/>
    </dgm:pt>
    <dgm:pt modelId="{C68B08D8-4A3D-4308-AA6D-6E89FBCA118D}" type="pres">
      <dgm:prSet presAssocID="{D89524A3-5927-49BE-BF18-9CF2A1661210}" presName="spaceBetweenRectangles" presStyleCnt="0"/>
      <dgm:spPr/>
    </dgm:pt>
    <dgm:pt modelId="{B6AE5E85-7534-40AD-84FC-338751276646}" type="pres">
      <dgm:prSet presAssocID="{A7ADF756-E4CC-43D1-A669-274747880CE9}" presName="parentLin" presStyleCnt="0"/>
      <dgm:spPr/>
    </dgm:pt>
    <dgm:pt modelId="{EB17F2B8-935A-4268-BD7A-C9B656D2007C}" type="pres">
      <dgm:prSet presAssocID="{A7ADF756-E4CC-43D1-A669-274747880CE9}" presName="parentLeftMargin" presStyleLbl="node1" presStyleIdx="0" presStyleCnt="4"/>
      <dgm:spPr/>
    </dgm:pt>
    <dgm:pt modelId="{E5529F31-055B-4F66-88A7-4D98815E5992}" type="pres">
      <dgm:prSet presAssocID="{A7ADF756-E4CC-43D1-A669-274747880CE9}" presName="parentText" presStyleLbl="node1" presStyleIdx="1" presStyleCnt="4">
        <dgm:presLayoutVars>
          <dgm:chMax val="0"/>
          <dgm:bulletEnabled val="1"/>
        </dgm:presLayoutVars>
      </dgm:prSet>
      <dgm:spPr/>
    </dgm:pt>
    <dgm:pt modelId="{72FCB4A3-B64B-45C4-9106-4B6AA5866D45}" type="pres">
      <dgm:prSet presAssocID="{A7ADF756-E4CC-43D1-A669-274747880CE9}" presName="negativeSpace" presStyleCnt="0"/>
      <dgm:spPr/>
    </dgm:pt>
    <dgm:pt modelId="{8C68D97F-7CA0-438A-9536-E465CEB64AE7}" type="pres">
      <dgm:prSet presAssocID="{A7ADF756-E4CC-43D1-A669-274747880CE9}" presName="childText" presStyleLbl="conFgAcc1" presStyleIdx="1" presStyleCnt="4">
        <dgm:presLayoutVars>
          <dgm:bulletEnabled val="1"/>
        </dgm:presLayoutVars>
      </dgm:prSet>
      <dgm:spPr/>
    </dgm:pt>
    <dgm:pt modelId="{4C889921-54EB-4B6B-8B07-301CD9C048E2}" type="pres">
      <dgm:prSet presAssocID="{B7CCBDC8-D892-488A-B6DB-2AEADF8C26F9}" presName="spaceBetweenRectangles" presStyleCnt="0"/>
      <dgm:spPr/>
    </dgm:pt>
    <dgm:pt modelId="{AF69C013-C48B-41CD-980D-12B636C7D55A}" type="pres">
      <dgm:prSet presAssocID="{949C6AE8-13C1-4F01-A5DA-DE53A28A43BC}" presName="parentLin" presStyleCnt="0"/>
      <dgm:spPr/>
    </dgm:pt>
    <dgm:pt modelId="{814E449A-98CD-4CB7-968E-61E7E9A73865}" type="pres">
      <dgm:prSet presAssocID="{949C6AE8-13C1-4F01-A5DA-DE53A28A43BC}" presName="parentLeftMargin" presStyleLbl="node1" presStyleIdx="1" presStyleCnt="4"/>
      <dgm:spPr/>
    </dgm:pt>
    <dgm:pt modelId="{3C6032AF-06AE-43F3-A6A2-A3EB89AB60B9}" type="pres">
      <dgm:prSet presAssocID="{949C6AE8-13C1-4F01-A5DA-DE53A28A43BC}" presName="parentText" presStyleLbl="node1" presStyleIdx="2" presStyleCnt="4">
        <dgm:presLayoutVars>
          <dgm:chMax val="0"/>
          <dgm:bulletEnabled val="1"/>
        </dgm:presLayoutVars>
      </dgm:prSet>
      <dgm:spPr/>
    </dgm:pt>
    <dgm:pt modelId="{E473711E-A0FE-4430-A637-C42A5F1CD654}" type="pres">
      <dgm:prSet presAssocID="{949C6AE8-13C1-4F01-A5DA-DE53A28A43BC}" presName="negativeSpace" presStyleCnt="0"/>
      <dgm:spPr/>
    </dgm:pt>
    <dgm:pt modelId="{1E970960-CC30-40DC-89D4-E6F5225696C7}" type="pres">
      <dgm:prSet presAssocID="{949C6AE8-13C1-4F01-A5DA-DE53A28A43BC}" presName="childText" presStyleLbl="conFgAcc1" presStyleIdx="2" presStyleCnt="4">
        <dgm:presLayoutVars>
          <dgm:bulletEnabled val="1"/>
        </dgm:presLayoutVars>
      </dgm:prSet>
      <dgm:spPr/>
    </dgm:pt>
    <dgm:pt modelId="{428F769F-7421-4B0A-A15C-C995CC66727B}" type="pres">
      <dgm:prSet presAssocID="{44F55262-D27F-4EDD-A379-BDD6EFA13997}" presName="spaceBetweenRectangles" presStyleCnt="0"/>
      <dgm:spPr/>
    </dgm:pt>
    <dgm:pt modelId="{B1EF2F0C-BC45-480F-B234-3AD5382A1AC7}" type="pres">
      <dgm:prSet presAssocID="{5D2DFBBE-7E12-4850-84E2-5373626CD971}" presName="parentLin" presStyleCnt="0"/>
      <dgm:spPr/>
    </dgm:pt>
    <dgm:pt modelId="{276A99E4-5539-4CE9-AF25-1C6500B9306D}" type="pres">
      <dgm:prSet presAssocID="{5D2DFBBE-7E12-4850-84E2-5373626CD971}" presName="parentLeftMargin" presStyleLbl="node1" presStyleIdx="2" presStyleCnt="4"/>
      <dgm:spPr/>
    </dgm:pt>
    <dgm:pt modelId="{0E633187-DE98-4DF9-85F4-112CC3247D7C}" type="pres">
      <dgm:prSet presAssocID="{5D2DFBBE-7E12-4850-84E2-5373626CD971}" presName="parentText" presStyleLbl="node1" presStyleIdx="3" presStyleCnt="4">
        <dgm:presLayoutVars>
          <dgm:chMax val="0"/>
          <dgm:bulletEnabled val="1"/>
        </dgm:presLayoutVars>
      </dgm:prSet>
      <dgm:spPr/>
    </dgm:pt>
    <dgm:pt modelId="{C328F913-BD1E-4E82-B32D-E39A6D1E21F3}" type="pres">
      <dgm:prSet presAssocID="{5D2DFBBE-7E12-4850-84E2-5373626CD971}" presName="negativeSpace" presStyleCnt="0"/>
      <dgm:spPr/>
    </dgm:pt>
    <dgm:pt modelId="{742F3694-DD20-4567-A865-020F10AC8BF5}" type="pres">
      <dgm:prSet presAssocID="{5D2DFBBE-7E12-4850-84E2-5373626CD971}" presName="childText" presStyleLbl="conFgAcc1" presStyleIdx="3" presStyleCnt="4">
        <dgm:presLayoutVars>
          <dgm:bulletEnabled val="1"/>
        </dgm:presLayoutVars>
      </dgm:prSet>
      <dgm:spPr/>
    </dgm:pt>
  </dgm:ptLst>
  <dgm:cxnLst>
    <dgm:cxn modelId="{07F58C0F-E977-44E6-ADBD-0A856358E6A1}" type="presOf" srcId="{9889E168-1C74-4A52-8E07-4B8C569C7F77}" destId="{44A25CB3-A422-4517-969D-5E1947B759C1}" srcOrd="0" destOrd="0" presId="urn:microsoft.com/office/officeart/2005/8/layout/list1"/>
    <dgm:cxn modelId="{11FEEB20-DD6A-45FD-AC20-A843FA7FC701}" srcId="{841946B7-96A1-4B0F-97F9-2F5326723F2F}" destId="{A7ADF756-E4CC-43D1-A669-274747880CE9}" srcOrd="1" destOrd="0" parTransId="{02043C01-80FC-4099-85AF-A8922C17DA19}" sibTransId="{B7CCBDC8-D892-488A-B6DB-2AEADF8C26F9}"/>
    <dgm:cxn modelId="{87352862-966D-4A03-BB9D-734F0DE03753}" type="presOf" srcId="{949C6AE8-13C1-4F01-A5DA-DE53A28A43BC}" destId="{814E449A-98CD-4CB7-968E-61E7E9A73865}" srcOrd="0" destOrd="0" presId="urn:microsoft.com/office/officeart/2005/8/layout/list1"/>
    <dgm:cxn modelId="{13474262-C031-4550-B1AA-E3C023D9BCEB}" srcId="{841946B7-96A1-4B0F-97F9-2F5326723F2F}" destId="{9889E168-1C74-4A52-8E07-4B8C569C7F77}" srcOrd="0" destOrd="0" parTransId="{EB471097-4F09-402C-9A98-A133C4F112B5}" sibTransId="{D89524A3-5927-49BE-BF18-9CF2A1661210}"/>
    <dgm:cxn modelId="{707EBA8B-3B8F-43D9-92AB-995BCDC9ECFE}" type="presOf" srcId="{841946B7-96A1-4B0F-97F9-2F5326723F2F}" destId="{EE5A3470-8031-47E5-B995-77190AC362A2}" srcOrd="0" destOrd="0" presId="urn:microsoft.com/office/officeart/2005/8/layout/list1"/>
    <dgm:cxn modelId="{71DF7392-3998-47DA-AD81-28E0F87156F4}" type="presOf" srcId="{A7ADF756-E4CC-43D1-A669-274747880CE9}" destId="{EB17F2B8-935A-4268-BD7A-C9B656D2007C}" srcOrd="0" destOrd="0" presId="urn:microsoft.com/office/officeart/2005/8/layout/list1"/>
    <dgm:cxn modelId="{575E6896-1FA0-40D0-B4A6-5F418C85D9E5}" type="presOf" srcId="{949C6AE8-13C1-4F01-A5DA-DE53A28A43BC}" destId="{3C6032AF-06AE-43F3-A6A2-A3EB89AB60B9}" srcOrd="1" destOrd="0" presId="urn:microsoft.com/office/officeart/2005/8/layout/list1"/>
    <dgm:cxn modelId="{87BEA89B-CDF2-4464-82FA-786A3975DF9E}" srcId="{841946B7-96A1-4B0F-97F9-2F5326723F2F}" destId="{5D2DFBBE-7E12-4850-84E2-5373626CD971}" srcOrd="3" destOrd="0" parTransId="{5D8E9935-225E-4123-9FC2-E4B370572153}" sibTransId="{5F1E8D58-28CA-4A89-B5E7-80D675A87F66}"/>
    <dgm:cxn modelId="{0D06F29F-54BB-4031-93AB-F94F05E86F0F}" type="presOf" srcId="{A7ADF756-E4CC-43D1-A669-274747880CE9}" destId="{E5529F31-055B-4F66-88A7-4D98815E5992}" srcOrd="1" destOrd="0" presId="urn:microsoft.com/office/officeart/2005/8/layout/list1"/>
    <dgm:cxn modelId="{9E9007D0-0FBD-4029-8F7A-3E688007178C}" type="presOf" srcId="{5D2DFBBE-7E12-4850-84E2-5373626CD971}" destId="{0E633187-DE98-4DF9-85F4-112CC3247D7C}" srcOrd="1" destOrd="0" presId="urn:microsoft.com/office/officeart/2005/8/layout/list1"/>
    <dgm:cxn modelId="{ECF593DE-4725-4873-B1CA-FBC1FF61950E}" type="presOf" srcId="{5D2DFBBE-7E12-4850-84E2-5373626CD971}" destId="{276A99E4-5539-4CE9-AF25-1C6500B9306D}" srcOrd="0" destOrd="0" presId="urn:microsoft.com/office/officeart/2005/8/layout/list1"/>
    <dgm:cxn modelId="{8D7C73E8-2D95-45EE-972E-9DCC3B21C3B5}" srcId="{841946B7-96A1-4B0F-97F9-2F5326723F2F}" destId="{949C6AE8-13C1-4F01-A5DA-DE53A28A43BC}" srcOrd="2" destOrd="0" parTransId="{AECE301A-0A10-419C-AF6D-BDD7588757DB}" sibTransId="{44F55262-D27F-4EDD-A379-BDD6EFA13997}"/>
    <dgm:cxn modelId="{2603CEF5-E64C-4279-A45E-7B26206BB6C6}" type="presOf" srcId="{9889E168-1C74-4A52-8E07-4B8C569C7F77}" destId="{2ACC55D0-45F4-4074-BD7A-9FF4592F9B98}" srcOrd="1" destOrd="0" presId="urn:microsoft.com/office/officeart/2005/8/layout/list1"/>
    <dgm:cxn modelId="{A1DFBD53-EF5B-4AD0-AB75-680702A3C2A8}" type="presParOf" srcId="{EE5A3470-8031-47E5-B995-77190AC362A2}" destId="{8AD36F25-D64A-49A2-A879-E6814689EDB9}" srcOrd="0" destOrd="0" presId="urn:microsoft.com/office/officeart/2005/8/layout/list1"/>
    <dgm:cxn modelId="{635309D4-B72C-4569-BC99-B9EA5A86448F}" type="presParOf" srcId="{8AD36F25-D64A-49A2-A879-E6814689EDB9}" destId="{44A25CB3-A422-4517-969D-5E1947B759C1}" srcOrd="0" destOrd="0" presId="urn:microsoft.com/office/officeart/2005/8/layout/list1"/>
    <dgm:cxn modelId="{8D121224-EDE1-41A4-9476-00958369DAD3}" type="presParOf" srcId="{8AD36F25-D64A-49A2-A879-E6814689EDB9}" destId="{2ACC55D0-45F4-4074-BD7A-9FF4592F9B98}" srcOrd="1" destOrd="0" presId="urn:microsoft.com/office/officeart/2005/8/layout/list1"/>
    <dgm:cxn modelId="{817031ED-FD45-407E-907E-DE509533E21A}" type="presParOf" srcId="{EE5A3470-8031-47E5-B995-77190AC362A2}" destId="{1D4F5DE3-D5D7-44C2-8427-19475E33677E}" srcOrd="1" destOrd="0" presId="urn:microsoft.com/office/officeart/2005/8/layout/list1"/>
    <dgm:cxn modelId="{98DCB27F-743C-426F-A62A-D16DEDB35B06}" type="presParOf" srcId="{EE5A3470-8031-47E5-B995-77190AC362A2}" destId="{5CB5DAB0-A49F-456E-B8BC-E6669CC87039}" srcOrd="2" destOrd="0" presId="urn:microsoft.com/office/officeart/2005/8/layout/list1"/>
    <dgm:cxn modelId="{2C76781A-F7DE-48F4-9859-A990C3FEB1EA}" type="presParOf" srcId="{EE5A3470-8031-47E5-B995-77190AC362A2}" destId="{C68B08D8-4A3D-4308-AA6D-6E89FBCA118D}" srcOrd="3" destOrd="0" presId="urn:microsoft.com/office/officeart/2005/8/layout/list1"/>
    <dgm:cxn modelId="{96D7EA6E-5E3E-4B58-AF1D-904FADCADF46}" type="presParOf" srcId="{EE5A3470-8031-47E5-B995-77190AC362A2}" destId="{B6AE5E85-7534-40AD-84FC-338751276646}" srcOrd="4" destOrd="0" presId="urn:microsoft.com/office/officeart/2005/8/layout/list1"/>
    <dgm:cxn modelId="{AE9460B0-DD31-436C-9DF5-CAACBDDB59FE}" type="presParOf" srcId="{B6AE5E85-7534-40AD-84FC-338751276646}" destId="{EB17F2B8-935A-4268-BD7A-C9B656D2007C}" srcOrd="0" destOrd="0" presId="urn:microsoft.com/office/officeart/2005/8/layout/list1"/>
    <dgm:cxn modelId="{8E9F0101-90B5-4A4F-955E-D0F21621D3B9}" type="presParOf" srcId="{B6AE5E85-7534-40AD-84FC-338751276646}" destId="{E5529F31-055B-4F66-88A7-4D98815E5992}" srcOrd="1" destOrd="0" presId="urn:microsoft.com/office/officeart/2005/8/layout/list1"/>
    <dgm:cxn modelId="{4D641D16-FF07-4BB9-BFA6-82BB8689EFD3}" type="presParOf" srcId="{EE5A3470-8031-47E5-B995-77190AC362A2}" destId="{72FCB4A3-B64B-45C4-9106-4B6AA5866D45}" srcOrd="5" destOrd="0" presId="urn:microsoft.com/office/officeart/2005/8/layout/list1"/>
    <dgm:cxn modelId="{5F6A8C9C-7A06-4F1A-8817-8DF560DEE22A}" type="presParOf" srcId="{EE5A3470-8031-47E5-B995-77190AC362A2}" destId="{8C68D97F-7CA0-438A-9536-E465CEB64AE7}" srcOrd="6" destOrd="0" presId="urn:microsoft.com/office/officeart/2005/8/layout/list1"/>
    <dgm:cxn modelId="{CDEAABFB-139A-481B-97EC-551B3E18B489}" type="presParOf" srcId="{EE5A3470-8031-47E5-B995-77190AC362A2}" destId="{4C889921-54EB-4B6B-8B07-301CD9C048E2}" srcOrd="7" destOrd="0" presId="urn:microsoft.com/office/officeart/2005/8/layout/list1"/>
    <dgm:cxn modelId="{C5C8EBA4-0A71-48EB-8D9E-F5CEC6AB2F14}" type="presParOf" srcId="{EE5A3470-8031-47E5-B995-77190AC362A2}" destId="{AF69C013-C48B-41CD-980D-12B636C7D55A}" srcOrd="8" destOrd="0" presId="urn:microsoft.com/office/officeart/2005/8/layout/list1"/>
    <dgm:cxn modelId="{F514213E-4B10-48CA-9ADA-7AF90FACC96F}" type="presParOf" srcId="{AF69C013-C48B-41CD-980D-12B636C7D55A}" destId="{814E449A-98CD-4CB7-968E-61E7E9A73865}" srcOrd="0" destOrd="0" presId="urn:microsoft.com/office/officeart/2005/8/layout/list1"/>
    <dgm:cxn modelId="{8A7FDCE0-EC8C-4470-809E-22257865AC3E}" type="presParOf" srcId="{AF69C013-C48B-41CD-980D-12B636C7D55A}" destId="{3C6032AF-06AE-43F3-A6A2-A3EB89AB60B9}" srcOrd="1" destOrd="0" presId="urn:microsoft.com/office/officeart/2005/8/layout/list1"/>
    <dgm:cxn modelId="{7F265687-56C1-4E51-A709-FA4E8D0408CF}" type="presParOf" srcId="{EE5A3470-8031-47E5-B995-77190AC362A2}" destId="{E473711E-A0FE-4430-A637-C42A5F1CD654}" srcOrd="9" destOrd="0" presId="urn:microsoft.com/office/officeart/2005/8/layout/list1"/>
    <dgm:cxn modelId="{6B130810-6E98-45C1-858E-04E0BFCAAF74}" type="presParOf" srcId="{EE5A3470-8031-47E5-B995-77190AC362A2}" destId="{1E970960-CC30-40DC-89D4-E6F5225696C7}" srcOrd="10" destOrd="0" presId="urn:microsoft.com/office/officeart/2005/8/layout/list1"/>
    <dgm:cxn modelId="{2B4BEF0B-87AB-45DD-A374-9A9E9927595D}" type="presParOf" srcId="{EE5A3470-8031-47E5-B995-77190AC362A2}" destId="{428F769F-7421-4B0A-A15C-C995CC66727B}" srcOrd="11" destOrd="0" presId="urn:microsoft.com/office/officeart/2005/8/layout/list1"/>
    <dgm:cxn modelId="{D0E1B6DC-8FC8-438C-BAD4-E6F3C7EF912E}" type="presParOf" srcId="{EE5A3470-8031-47E5-B995-77190AC362A2}" destId="{B1EF2F0C-BC45-480F-B234-3AD5382A1AC7}" srcOrd="12" destOrd="0" presId="urn:microsoft.com/office/officeart/2005/8/layout/list1"/>
    <dgm:cxn modelId="{E8124DB2-4AF1-4D2B-8274-5AA1F67A72B7}" type="presParOf" srcId="{B1EF2F0C-BC45-480F-B234-3AD5382A1AC7}" destId="{276A99E4-5539-4CE9-AF25-1C6500B9306D}" srcOrd="0" destOrd="0" presId="urn:microsoft.com/office/officeart/2005/8/layout/list1"/>
    <dgm:cxn modelId="{0C950B4E-61BD-4EE8-8DA8-570EAC8AD0E8}" type="presParOf" srcId="{B1EF2F0C-BC45-480F-B234-3AD5382A1AC7}" destId="{0E633187-DE98-4DF9-85F4-112CC3247D7C}" srcOrd="1" destOrd="0" presId="urn:microsoft.com/office/officeart/2005/8/layout/list1"/>
    <dgm:cxn modelId="{8F7B63CA-695E-414E-B68C-2BE84799D67B}" type="presParOf" srcId="{EE5A3470-8031-47E5-B995-77190AC362A2}" destId="{C328F913-BD1E-4E82-B32D-E39A6D1E21F3}" srcOrd="13" destOrd="0" presId="urn:microsoft.com/office/officeart/2005/8/layout/list1"/>
    <dgm:cxn modelId="{A3511729-DC74-49EC-9916-5F116ECC4FC6}" type="presParOf" srcId="{EE5A3470-8031-47E5-B995-77190AC362A2}" destId="{742F3694-DD20-4567-A865-020F10AC8BF5}" srcOrd="14"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A4D0342-718D-49AE-A59F-276215C25F24}" type="doc">
      <dgm:prSet loTypeId="urn:microsoft.com/office/officeart/2018/2/layout/IconCircle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BF79E11E-6F17-4753-BC1A-EBAB602ADC0D}">
      <dgm:prSet/>
      <dgm:spPr/>
      <dgm:t>
        <a:bodyPr/>
        <a:lstStyle/>
        <a:p>
          <a:r>
            <a:rPr lang="en-GB" dirty="0"/>
            <a:t>- Carried out by team overseeing Errors and Omissions service</a:t>
          </a:r>
          <a:endParaRPr lang="en-US" dirty="0"/>
        </a:p>
      </dgm:t>
    </dgm:pt>
    <dgm:pt modelId="{58705D95-618E-49FE-A943-9D1E268F6A99}" type="parTrans" cxnId="{44F36139-73EE-4BC9-8E17-59876FD3E86A}">
      <dgm:prSet/>
      <dgm:spPr/>
      <dgm:t>
        <a:bodyPr/>
        <a:lstStyle/>
        <a:p>
          <a:endParaRPr lang="en-US"/>
        </a:p>
      </dgm:t>
    </dgm:pt>
    <dgm:pt modelId="{7F8899FD-1FB2-4A8B-AD9B-9498C93C07F5}" type="sibTrans" cxnId="{44F36139-73EE-4BC9-8E17-59876FD3E86A}">
      <dgm:prSet/>
      <dgm:spPr/>
      <dgm:t>
        <a:bodyPr/>
        <a:lstStyle/>
        <a:p>
          <a:endParaRPr lang="en-US"/>
        </a:p>
      </dgm:t>
    </dgm:pt>
    <dgm:pt modelId="{3DDDFEB0-A88A-4BD8-A26A-42A671BCDEAD}">
      <dgm:prSet/>
      <dgm:spPr/>
      <dgm:t>
        <a:bodyPr/>
        <a:lstStyle/>
        <a:p>
          <a:r>
            <a:rPr lang="en-GB"/>
            <a:t>- Consists of one Senior Software Engineer, two Engineers and one Test Engineer</a:t>
          </a:r>
          <a:endParaRPr lang="en-US"/>
        </a:p>
      </dgm:t>
    </dgm:pt>
    <dgm:pt modelId="{8A6DD98A-47D9-4466-B1D4-EBD4E9557D8D}" type="parTrans" cxnId="{7D31E2BD-6479-452A-8744-6D01BF4CE86B}">
      <dgm:prSet/>
      <dgm:spPr/>
      <dgm:t>
        <a:bodyPr/>
        <a:lstStyle/>
        <a:p>
          <a:endParaRPr lang="en-US"/>
        </a:p>
      </dgm:t>
    </dgm:pt>
    <dgm:pt modelId="{DDDA94AF-A981-4986-8FCD-064BCFAF96C3}" type="sibTrans" cxnId="{7D31E2BD-6479-452A-8744-6D01BF4CE86B}">
      <dgm:prSet/>
      <dgm:spPr/>
      <dgm:t>
        <a:bodyPr/>
        <a:lstStyle/>
        <a:p>
          <a:endParaRPr lang="en-US"/>
        </a:p>
      </dgm:t>
    </dgm:pt>
    <dgm:pt modelId="{D46178D5-AB65-4B13-9214-D5CEF272F8AF}">
      <dgm:prSet/>
      <dgm:spPr/>
      <dgm:t>
        <a:bodyPr/>
        <a:lstStyle/>
        <a:p>
          <a:r>
            <a:rPr lang="en-GB"/>
            <a:t>- Work 9 to 5 Monday to Friday</a:t>
          </a:r>
          <a:endParaRPr lang="en-US"/>
        </a:p>
      </dgm:t>
    </dgm:pt>
    <dgm:pt modelId="{1BEEF450-F91C-4F40-B943-12C039344FDE}" type="parTrans" cxnId="{AF6FD514-4298-47CF-9ABC-CFE6AE0E40BF}">
      <dgm:prSet/>
      <dgm:spPr/>
      <dgm:t>
        <a:bodyPr/>
        <a:lstStyle/>
        <a:p>
          <a:endParaRPr lang="en-US"/>
        </a:p>
      </dgm:t>
    </dgm:pt>
    <dgm:pt modelId="{32245EAA-DA3D-4CE2-A5F4-649957252B09}" type="sibTrans" cxnId="{AF6FD514-4298-47CF-9ABC-CFE6AE0E40BF}">
      <dgm:prSet/>
      <dgm:spPr/>
      <dgm:t>
        <a:bodyPr/>
        <a:lstStyle/>
        <a:p>
          <a:endParaRPr lang="en-US"/>
        </a:p>
      </dgm:t>
    </dgm:pt>
    <dgm:pt modelId="{BDB7D228-BB9B-4D31-AC2B-E5EF0A27DD50}">
      <dgm:prSet/>
      <dgm:spPr/>
      <dgm:t>
        <a:bodyPr/>
        <a:lstStyle/>
        <a:p>
          <a:r>
            <a:rPr lang="en-GB"/>
            <a:t>- Work done by single Software Engineer (me)</a:t>
          </a:r>
          <a:endParaRPr lang="en-US"/>
        </a:p>
      </dgm:t>
    </dgm:pt>
    <dgm:pt modelId="{B9CC04F3-993D-4C7A-890E-76CCC0B54D68}" type="parTrans" cxnId="{7AD8459B-4EF1-4BA6-9413-0D7E12E61DC5}">
      <dgm:prSet/>
      <dgm:spPr/>
      <dgm:t>
        <a:bodyPr/>
        <a:lstStyle/>
        <a:p>
          <a:endParaRPr lang="en-US"/>
        </a:p>
      </dgm:t>
    </dgm:pt>
    <dgm:pt modelId="{BA95EB87-719B-4C42-A32E-533E0AAEE090}" type="sibTrans" cxnId="{7AD8459B-4EF1-4BA6-9413-0D7E12E61DC5}">
      <dgm:prSet/>
      <dgm:spPr/>
      <dgm:t>
        <a:bodyPr/>
        <a:lstStyle/>
        <a:p>
          <a:endParaRPr lang="en-US"/>
        </a:p>
      </dgm:t>
    </dgm:pt>
    <dgm:pt modelId="{796BC147-4DF7-4F03-88E6-F1B2282D7A8E}" type="pres">
      <dgm:prSet presAssocID="{6A4D0342-718D-49AE-A59F-276215C25F24}" presName="root" presStyleCnt="0">
        <dgm:presLayoutVars>
          <dgm:dir/>
          <dgm:resizeHandles val="exact"/>
        </dgm:presLayoutVars>
      </dgm:prSet>
      <dgm:spPr/>
    </dgm:pt>
    <dgm:pt modelId="{D72B3706-99FF-460A-9D4D-6993132F2B6B}" type="pres">
      <dgm:prSet presAssocID="{6A4D0342-718D-49AE-A59F-276215C25F24}" presName="container" presStyleCnt="0">
        <dgm:presLayoutVars>
          <dgm:dir/>
          <dgm:resizeHandles val="exact"/>
        </dgm:presLayoutVars>
      </dgm:prSet>
      <dgm:spPr/>
    </dgm:pt>
    <dgm:pt modelId="{25B5CFB4-C085-46A1-B0C6-F1C4148E37D8}" type="pres">
      <dgm:prSet presAssocID="{BF79E11E-6F17-4753-BC1A-EBAB602ADC0D}" presName="compNode" presStyleCnt="0"/>
      <dgm:spPr/>
    </dgm:pt>
    <dgm:pt modelId="{DA7CF62C-EF58-46A9-9347-117BAF01889A}" type="pres">
      <dgm:prSet presAssocID="{BF79E11E-6F17-4753-BC1A-EBAB602ADC0D}" presName="iconBgRect" presStyleLbl="bgShp" presStyleIdx="0" presStyleCnt="4"/>
      <dgm:spPr/>
    </dgm:pt>
    <dgm:pt modelId="{5CD8DEDA-46C9-48E5-AFE3-178CB36F6CE3}" type="pres">
      <dgm:prSet presAssocID="{BF79E11E-6F17-4753-BC1A-EBAB602ADC0D}"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Users"/>
        </a:ext>
      </dgm:extLst>
    </dgm:pt>
    <dgm:pt modelId="{16BDDD66-3CD9-41C6-946A-70487A244E8E}" type="pres">
      <dgm:prSet presAssocID="{BF79E11E-6F17-4753-BC1A-EBAB602ADC0D}" presName="spaceRect" presStyleCnt="0"/>
      <dgm:spPr/>
    </dgm:pt>
    <dgm:pt modelId="{CDE8B3BF-AC5A-47C5-B797-07702D692510}" type="pres">
      <dgm:prSet presAssocID="{BF79E11E-6F17-4753-BC1A-EBAB602ADC0D}" presName="textRect" presStyleLbl="revTx" presStyleIdx="0" presStyleCnt="4">
        <dgm:presLayoutVars>
          <dgm:chMax val="1"/>
          <dgm:chPref val="1"/>
        </dgm:presLayoutVars>
      </dgm:prSet>
      <dgm:spPr/>
    </dgm:pt>
    <dgm:pt modelId="{EB81005F-1ED4-47A9-BB42-190594D65B11}" type="pres">
      <dgm:prSet presAssocID="{7F8899FD-1FB2-4A8B-AD9B-9498C93C07F5}" presName="sibTrans" presStyleLbl="sibTrans2D1" presStyleIdx="0" presStyleCnt="0"/>
      <dgm:spPr/>
    </dgm:pt>
    <dgm:pt modelId="{A0535CC8-8556-48F4-B7E2-999D4C68EAA6}" type="pres">
      <dgm:prSet presAssocID="{3DDDFEB0-A88A-4BD8-A26A-42A671BCDEAD}" presName="compNode" presStyleCnt="0"/>
      <dgm:spPr/>
    </dgm:pt>
    <dgm:pt modelId="{6AE45389-91A4-49C8-8D27-ED9FBBF0061D}" type="pres">
      <dgm:prSet presAssocID="{3DDDFEB0-A88A-4BD8-A26A-42A671BCDEAD}" presName="iconBgRect" presStyleLbl="bgShp" presStyleIdx="1" presStyleCnt="4"/>
      <dgm:spPr/>
    </dgm:pt>
    <dgm:pt modelId="{1F17EE6B-12B9-4DA5-AB25-9D95C51B510D}" type="pres">
      <dgm:prSet presAssocID="{3DDDFEB0-A88A-4BD8-A26A-42A671BCDEAD}"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grammer"/>
        </a:ext>
      </dgm:extLst>
    </dgm:pt>
    <dgm:pt modelId="{E67F5730-7F3F-441F-B494-2DAE37062631}" type="pres">
      <dgm:prSet presAssocID="{3DDDFEB0-A88A-4BD8-A26A-42A671BCDEAD}" presName="spaceRect" presStyleCnt="0"/>
      <dgm:spPr/>
    </dgm:pt>
    <dgm:pt modelId="{31D8AECF-E52B-40FD-B379-0F13985C573F}" type="pres">
      <dgm:prSet presAssocID="{3DDDFEB0-A88A-4BD8-A26A-42A671BCDEAD}" presName="textRect" presStyleLbl="revTx" presStyleIdx="1" presStyleCnt="4">
        <dgm:presLayoutVars>
          <dgm:chMax val="1"/>
          <dgm:chPref val="1"/>
        </dgm:presLayoutVars>
      </dgm:prSet>
      <dgm:spPr/>
    </dgm:pt>
    <dgm:pt modelId="{8D964A47-1923-48EA-AE60-ACDE9F0586E7}" type="pres">
      <dgm:prSet presAssocID="{DDDA94AF-A981-4986-8FCD-064BCFAF96C3}" presName="sibTrans" presStyleLbl="sibTrans2D1" presStyleIdx="0" presStyleCnt="0"/>
      <dgm:spPr/>
    </dgm:pt>
    <dgm:pt modelId="{5AF6CE9A-A943-4229-8831-F0305FC20E7D}" type="pres">
      <dgm:prSet presAssocID="{D46178D5-AB65-4B13-9214-D5CEF272F8AF}" presName="compNode" presStyleCnt="0"/>
      <dgm:spPr/>
    </dgm:pt>
    <dgm:pt modelId="{ED63F29B-4C66-4B23-9AFB-4D9A4C5F8DE7}" type="pres">
      <dgm:prSet presAssocID="{D46178D5-AB65-4B13-9214-D5CEF272F8AF}" presName="iconBgRect" presStyleLbl="bgShp" presStyleIdx="2" presStyleCnt="4"/>
      <dgm:spPr/>
    </dgm:pt>
    <dgm:pt modelId="{D8AD2579-2F39-42BC-9C05-6C88E2003A24}" type="pres">
      <dgm:prSet presAssocID="{D46178D5-AB65-4B13-9214-D5CEF272F8AF}"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Checkmark"/>
        </a:ext>
      </dgm:extLst>
    </dgm:pt>
    <dgm:pt modelId="{B2561E7A-CAE4-412A-96CB-96DC9656B0C3}" type="pres">
      <dgm:prSet presAssocID="{D46178D5-AB65-4B13-9214-D5CEF272F8AF}" presName="spaceRect" presStyleCnt="0"/>
      <dgm:spPr/>
    </dgm:pt>
    <dgm:pt modelId="{DD51954B-611D-40C4-91F4-6C4831BE05A0}" type="pres">
      <dgm:prSet presAssocID="{D46178D5-AB65-4B13-9214-D5CEF272F8AF}" presName="textRect" presStyleLbl="revTx" presStyleIdx="2" presStyleCnt="4">
        <dgm:presLayoutVars>
          <dgm:chMax val="1"/>
          <dgm:chPref val="1"/>
        </dgm:presLayoutVars>
      </dgm:prSet>
      <dgm:spPr/>
    </dgm:pt>
    <dgm:pt modelId="{E238565F-08BC-4905-BF13-6F9EFB034031}" type="pres">
      <dgm:prSet presAssocID="{32245EAA-DA3D-4CE2-A5F4-649957252B09}" presName="sibTrans" presStyleLbl="sibTrans2D1" presStyleIdx="0" presStyleCnt="0"/>
      <dgm:spPr/>
    </dgm:pt>
    <dgm:pt modelId="{01CF4581-57A5-4623-B216-5919E7F50991}" type="pres">
      <dgm:prSet presAssocID="{BDB7D228-BB9B-4D31-AC2B-E5EF0A27DD50}" presName="compNode" presStyleCnt="0"/>
      <dgm:spPr/>
    </dgm:pt>
    <dgm:pt modelId="{3E4A9A7E-E431-4DB0-8262-56274095ACFE}" type="pres">
      <dgm:prSet presAssocID="{BDB7D228-BB9B-4D31-AC2B-E5EF0A27DD50}" presName="iconBgRect" presStyleLbl="bgShp" presStyleIdx="3" presStyleCnt="4"/>
      <dgm:spPr/>
    </dgm:pt>
    <dgm:pt modelId="{AC9D126F-F40F-4DF6-8A4B-022F8143905B}" type="pres">
      <dgm:prSet presAssocID="{BDB7D228-BB9B-4D31-AC2B-E5EF0A27DD50}"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Processor"/>
        </a:ext>
      </dgm:extLst>
    </dgm:pt>
    <dgm:pt modelId="{040A5267-ECF7-4D13-94EB-53B26D0C771B}" type="pres">
      <dgm:prSet presAssocID="{BDB7D228-BB9B-4D31-AC2B-E5EF0A27DD50}" presName="spaceRect" presStyleCnt="0"/>
      <dgm:spPr/>
    </dgm:pt>
    <dgm:pt modelId="{774B0739-0C8A-436D-90A0-735AB4FAB67C}" type="pres">
      <dgm:prSet presAssocID="{BDB7D228-BB9B-4D31-AC2B-E5EF0A27DD50}" presName="textRect" presStyleLbl="revTx" presStyleIdx="3" presStyleCnt="4">
        <dgm:presLayoutVars>
          <dgm:chMax val="1"/>
          <dgm:chPref val="1"/>
        </dgm:presLayoutVars>
      </dgm:prSet>
      <dgm:spPr/>
    </dgm:pt>
  </dgm:ptLst>
  <dgm:cxnLst>
    <dgm:cxn modelId="{AF6FD514-4298-47CF-9ABC-CFE6AE0E40BF}" srcId="{6A4D0342-718D-49AE-A59F-276215C25F24}" destId="{D46178D5-AB65-4B13-9214-D5CEF272F8AF}" srcOrd="2" destOrd="0" parTransId="{1BEEF450-F91C-4F40-B943-12C039344FDE}" sibTransId="{32245EAA-DA3D-4CE2-A5F4-649957252B09}"/>
    <dgm:cxn modelId="{44F36139-73EE-4BC9-8E17-59876FD3E86A}" srcId="{6A4D0342-718D-49AE-A59F-276215C25F24}" destId="{BF79E11E-6F17-4753-BC1A-EBAB602ADC0D}" srcOrd="0" destOrd="0" parTransId="{58705D95-618E-49FE-A943-9D1E268F6A99}" sibTransId="{7F8899FD-1FB2-4A8B-AD9B-9498C93C07F5}"/>
    <dgm:cxn modelId="{F7267D4E-247C-457F-AB6D-B8166687F411}" type="presOf" srcId="{6A4D0342-718D-49AE-A59F-276215C25F24}" destId="{796BC147-4DF7-4F03-88E6-F1B2282D7A8E}" srcOrd="0" destOrd="0" presId="urn:microsoft.com/office/officeart/2018/2/layout/IconCircleList"/>
    <dgm:cxn modelId="{2E89F06F-ACF6-4B70-A77D-E7762148E35C}" type="presOf" srcId="{BF79E11E-6F17-4753-BC1A-EBAB602ADC0D}" destId="{CDE8B3BF-AC5A-47C5-B797-07702D692510}" srcOrd="0" destOrd="0" presId="urn:microsoft.com/office/officeart/2018/2/layout/IconCircleList"/>
    <dgm:cxn modelId="{7AD8459B-4EF1-4BA6-9413-0D7E12E61DC5}" srcId="{6A4D0342-718D-49AE-A59F-276215C25F24}" destId="{BDB7D228-BB9B-4D31-AC2B-E5EF0A27DD50}" srcOrd="3" destOrd="0" parTransId="{B9CC04F3-993D-4C7A-890E-76CCC0B54D68}" sibTransId="{BA95EB87-719B-4C42-A32E-533E0AAEE090}"/>
    <dgm:cxn modelId="{B7328FAC-7EA2-4644-B030-8D84CE7F14C8}" type="presOf" srcId="{DDDA94AF-A981-4986-8FCD-064BCFAF96C3}" destId="{8D964A47-1923-48EA-AE60-ACDE9F0586E7}" srcOrd="0" destOrd="0" presId="urn:microsoft.com/office/officeart/2018/2/layout/IconCircleList"/>
    <dgm:cxn modelId="{8A7A0FAF-B340-41B6-8BE1-7C2767796068}" type="presOf" srcId="{32245EAA-DA3D-4CE2-A5F4-649957252B09}" destId="{E238565F-08BC-4905-BF13-6F9EFB034031}" srcOrd="0" destOrd="0" presId="urn:microsoft.com/office/officeart/2018/2/layout/IconCircleList"/>
    <dgm:cxn modelId="{7D31E2BD-6479-452A-8744-6D01BF4CE86B}" srcId="{6A4D0342-718D-49AE-A59F-276215C25F24}" destId="{3DDDFEB0-A88A-4BD8-A26A-42A671BCDEAD}" srcOrd="1" destOrd="0" parTransId="{8A6DD98A-47D9-4466-B1D4-EBD4E9557D8D}" sibTransId="{DDDA94AF-A981-4986-8FCD-064BCFAF96C3}"/>
    <dgm:cxn modelId="{141DEDE3-CB69-4E4F-9E2B-673885DA4308}" type="presOf" srcId="{D46178D5-AB65-4B13-9214-D5CEF272F8AF}" destId="{DD51954B-611D-40C4-91F4-6C4831BE05A0}" srcOrd="0" destOrd="0" presId="urn:microsoft.com/office/officeart/2018/2/layout/IconCircleList"/>
    <dgm:cxn modelId="{A5ECBBE4-CAB5-43C1-8907-CDBCB354D4DF}" type="presOf" srcId="{3DDDFEB0-A88A-4BD8-A26A-42A671BCDEAD}" destId="{31D8AECF-E52B-40FD-B379-0F13985C573F}" srcOrd="0" destOrd="0" presId="urn:microsoft.com/office/officeart/2018/2/layout/IconCircleList"/>
    <dgm:cxn modelId="{6FF9B5E6-A762-4E84-8640-FE8B6EA343EF}" type="presOf" srcId="{BDB7D228-BB9B-4D31-AC2B-E5EF0A27DD50}" destId="{774B0739-0C8A-436D-90A0-735AB4FAB67C}" srcOrd="0" destOrd="0" presId="urn:microsoft.com/office/officeart/2018/2/layout/IconCircleList"/>
    <dgm:cxn modelId="{04BDD2F3-9A86-4567-9021-C39103800729}" type="presOf" srcId="{7F8899FD-1FB2-4A8B-AD9B-9498C93C07F5}" destId="{EB81005F-1ED4-47A9-BB42-190594D65B11}" srcOrd="0" destOrd="0" presId="urn:microsoft.com/office/officeart/2018/2/layout/IconCircleList"/>
    <dgm:cxn modelId="{9C9C5ABE-4C7A-4D3D-AE47-F508353B135C}" type="presParOf" srcId="{796BC147-4DF7-4F03-88E6-F1B2282D7A8E}" destId="{D72B3706-99FF-460A-9D4D-6993132F2B6B}" srcOrd="0" destOrd="0" presId="urn:microsoft.com/office/officeart/2018/2/layout/IconCircleList"/>
    <dgm:cxn modelId="{6F2A26C0-404C-4C7A-9D18-52395D61C87C}" type="presParOf" srcId="{D72B3706-99FF-460A-9D4D-6993132F2B6B}" destId="{25B5CFB4-C085-46A1-B0C6-F1C4148E37D8}" srcOrd="0" destOrd="0" presId="urn:microsoft.com/office/officeart/2018/2/layout/IconCircleList"/>
    <dgm:cxn modelId="{5455D5BD-FC5F-4189-A3E7-2589F248A8C0}" type="presParOf" srcId="{25B5CFB4-C085-46A1-B0C6-F1C4148E37D8}" destId="{DA7CF62C-EF58-46A9-9347-117BAF01889A}" srcOrd="0" destOrd="0" presId="urn:microsoft.com/office/officeart/2018/2/layout/IconCircleList"/>
    <dgm:cxn modelId="{F242E265-557E-42BD-8B32-1D344AEBED46}" type="presParOf" srcId="{25B5CFB4-C085-46A1-B0C6-F1C4148E37D8}" destId="{5CD8DEDA-46C9-48E5-AFE3-178CB36F6CE3}" srcOrd="1" destOrd="0" presId="urn:microsoft.com/office/officeart/2018/2/layout/IconCircleList"/>
    <dgm:cxn modelId="{5E850491-7098-4D3B-A474-F2CFB0EF5E0C}" type="presParOf" srcId="{25B5CFB4-C085-46A1-B0C6-F1C4148E37D8}" destId="{16BDDD66-3CD9-41C6-946A-70487A244E8E}" srcOrd="2" destOrd="0" presId="urn:microsoft.com/office/officeart/2018/2/layout/IconCircleList"/>
    <dgm:cxn modelId="{1E8D6369-F538-446D-8872-24AFCC6D43D9}" type="presParOf" srcId="{25B5CFB4-C085-46A1-B0C6-F1C4148E37D8}" destId="{CDE8B3BF-AC5A-47C5-B797-07702D692510}" srcOrd="3" destOrd="0" presId="urn:microsoft.com/office/officeart/2018/2/layout/IconCircleList"/>
    <dgm:cxn modelId="{65FAE6F5-B15A-4EEA-B926-A79F2CD8733E}" type="presParOf" srcId="{D72B3706-99FF-460A-9D4D-6993132F2B6B}" destId="{EB81005F-1ED4-47A9-BB42-190594D65B11}" srcOrd="1" destOrd="0" presId="urn:microsoft.com/office/officeart/2018/2/layout/IconCircleList"/>
    <dgm:cxn modelId="{239D9A30-821E-4713-A6F2-B679433CAD35}" type="presParOf" srcId="{D72B3706-99FF-460A-9D4D-6993132F2B6B}" destId="{A0535CC8-8556-48F4-B7E2-999D4C68EAA6}" srcOrd="2" destOrd="0" presId="urn:microsoft.com/office/officeart/2018/2/layout/IconCircleList"/>
    <dgm:cxn modelId="{3C85F8A9-713E-4B33-B289-DCE50ED6F06A}" type="presParOf" srcId="{A0535CC8-8556-48F4-B7E2-999D4C68EAA6}" destId="{6AE45389-91A4-49C8-8D27-ED9FBBF0061D}" srcOrd="0" destOrd="0" presId="urn:microsoft.com/office/officeart/2018/2/layout/IconCircleList"/>
    <dgm:cxn modelId="{1EF6C33D-BAD5-4306-BD3A-AC95B0009F21}" type="presParOf" srcId="{A0535CC8-8556-48F4-B7E2-999D4C68EAA6}" destId="{1F17EE6B-12B9-4DA5-AB25-9D95C51B510D}" srcOrd="1" destOrd="0" presId="urn:microsoft.com/office/officeart/2018/2/layout/IconCircleList"/>
    <dgm:cxn modelId="{76A47B01-7B37-4F8A-8010-A23F5814FABE}" type="presParOf" srcId="{A0535CC8-8556-48F4-B7E2-999D4C68EAA6}" destId="{E67F5730-7F3F-441F-B494-2DAE37062631}" srcOrd="2" destOrd="0" presId="urn:microsoft.com/office/officeart/2018/2/layout/IconCircleList"/>
    <dgm:cxn modelId="{1086CF21-8D45-4600-A442-EE2B7F961481}" type="presParOf" srcId="{A0535CC8-8556-48F4-B7E2-999D4C68EAA6}" destId="{31D8AECF-E52B-40FD-B379-0F13985C573F}" srcOrd="3" destOrd="0" presId="urn:microsoft.com/office/officeart/2018/2/layout/IconCircleList"/>
    <dgm:cxn modelId="{47CDD718-D8FE-4A28-840B-80D68FA5F420}" type="presParOf" srcId="{D72B3706-99FF-460A-9D4D-6993132F2B6B}" destId="{8D964A47-1923-48EA-AE60-ACDE9F0586E7}" srcOrd="3" destOrd="0" presId="urn:microsoft.com/office/officeart/2018/2/layout/IconCircleList"/>
    <dgm:cxn modelId="{D3E343FA-6E53-436A-8A9F-D5D9DD6B1E53}" type="presParOf" srcId="{D72B3706-99FF-460A-9D4D-6993132F2B6B}" destId="{5AF6CE9A-A943-4229-8831-F0305FC20E7D}" srcOrd="4" destOrd="0" presId="urn:microsoft.com/office/officeart/2018/2/layout/IconCircleList"/>
    <dgm:cxn modelId="{C6B0C759-18DC-45A1-88F3-A084D732ABEF}" type="presParOf" srcId="{5AF6CE9A-A943-4229-8831-F0305FC20E7D}" destId="{ED63F29B-4C66-4B23-9AFB-4D9A4C5F8DE7}" srcOrd="0" destOrd="0" presId="urn:microsoft.com/office/officeart/2018/2/layout/IconCircleList"/>
    <dgm:cxn modelId="{094579D9-CD99-4D55-9C41-48566F53D0BF}" type="presParOf" srcId="{5AF6CE9A-A943-4229-8831-F0305FC20E7D}" destId="{D8AD2579-2F39-42BC-9C05-6C88E2003A24}" srcOrd="1" destOrd="0" presId="urn:microsoft.com/office/officeart/2018/2/layout/IconCircleList"/>
    <dgm:cxn modelId="{0F2E28BB-2073-4B69-A338-DFEE90C956E6}" type="presParOf" srcId="{5AF6CE9A-A943-4229-8831-F0305FC20E7D}" destId="{B2561E7A-CAE4-412A-96CB-96DC9656B0C3}" srcOrd="2" destOrd="0" presId="urn:microsoft.com/office/officeart/2018/2/layout/IconCircleList"/>
    <dgm:cxn modelId="{CF3A9618-6417-4EBF-AA41-126CD0F6DD4E}" type="presParOf" srcId="{5AF6CE9A-A943-4229-8831-F0305FC20E7D}" destId="{DD51954B-611D-40C4-91F4-6C4831BE05A0}" srcOrd="3" destOrd="0" presId="urn:microsoft.com/office/officeart/2018/2/layout/IconCircleList"/>
    <dgm:cxn modelId="{3D27F985-FE5D-41E0-88FC-51CE1BF55E49}" type="presParOf" srcId="{D72B3706-99FF-460A-9D4D-6993132F2B6B}" destId="{E238565F-08BC-4905-BF13-6F9EFB034031}" srcOrd="5" destOrd="0" presId="urn:microsoft.com/office/officeart/2018/2/layout/IconCircleList"/>
    <dgm:cxn modelId="{BF907682-7E4A-4AB4-9674-83DCAB8ED9A7}" type="presParOf" srcId="{D72B3706-99FF-460A-9D4D-6993132F2B6B}" destId="{01CF4581-57A5-4623-B216-5919E7F50991}" srcOrd="6" destOrd="0" presId="urn:microsoft.com/office/officeart/2018/2/layout/IconCircleList"/>
    <dgm:cxn modelId="{E096ADD1-A6A4-4AFD-B0C9-28F23D92F5D1}" type="presParOf" srcId="{01CF4581-57A5-4623-B216-5919E7F50991}" destId="{3E4A9A7E-E431-4DB0-8262-56274095ACFE}" srcOrd="0" destOrd="0" presId="urn:microsoft.com/office/officeart/2018/2/layout/IconCircleList"/>
    <dgm:cxn modelId="{BB96597B-DFE6-4938-89E9-2AEB58F1DC0C}" type="presParOf" srcId="{01CF4581-57A5-4623-B216-5919E7F50991}" destId="{AC9D126F-F40F-4DF6-8A4B-022F8143905B}" srcOrd="1" destOrd="0" presId="urn:microsoft.com/office/officeart/2018/2/layout/IconCircleList"/>
    <dgm:cxn modelId="{51F33A55-FE27-4844-8F49-314C6F631441}" type="presParOf" srcId="{01CF4581-57A5-4623-B216-5919E7F50991}" destId="{040A5267-ECF7-4D13-94EB-53B26D0C771B}" srcOrd="2" destOrd="0" presId="urn:microsoft.com/office/officeart/2018/2/layout/IconCircleList"/>
    <dgm:cxn modelId="{246409D5-0468-4CC5-88DE-2F0CC9A79B8A}" type="presParOf" srcId="{01CF4581-57A5-4623-B216-5919E7F50991}" destId="{774B0739-0C8A-436D-90A0-735AB4FAB67C}" srcOrd="3" destOrd="0" presId="urn:microsoft.com/office/officeart/2018/2/layout/IconCircle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10AA3A2-7E2A-4A6B-BF2B-FB15EF215D2F}" type="doc">
      <dgm:prSet loTypeId="urn:microsoft.com/office/officeart/2005/8/layout/vList5" loCatId="list" qsTypeId="urn:microsoft.com/office/officeart/2005/8/quickstyle/simple1" qsCatId="simple" csTypeId="urn:microsoft.com/office/officeart/2005/8/colors/colorful2" csCatId="colorful"/>
      <dgm:spPr/>
      <dgm:t>
        <a:bodyPr/>
        <a:lstStyle/>
        <a:p>
          <a:endParaRPr lang="en-US"/>
        </a:p>
      </dgm:t>
    </dgm:pt>
    <dgm:pt modelId="{982617A1-C086-4837-BC73-8ED76EC00AF0}">
      <dgm:prSet/>
      <dgm:spPr/>
      <dgm:t>
        <a:bodyPr/>
        <a:lstStyle/>
        <a:p>
          <a:r>
            <a:rPr lang="en-GB" dirty="0"/>
            <a:t>Azure</a:t>
          </a:r>
          <a:endParaRPr lang="en-US" dirty="0"/>
        </a:p>
      </dgm:t>
    </dgm:pt>
    <dgm:pt modelId="{C9D434CC-DFF2-4F85-8111-F8ACE2147B94}" type="parTrans" cxnId="{9A3EF88F-4A16-491E-9E6A-08AE289950B0}">
      <dgm:prSet/>
      <dgm:spPr/>
      <dgm:t>
        <a:bodyPr/>
        <a:lstStyle/>
        <a:p>
          <a:endParaRPr lang="en-US"/>
        </a:p>
      </dgm:t>
    </dgm:pt>
    <dgm:pt modelId="{EE5A914D-D996-42F3-9E08-B5967D37A06F}" type="sibTrans" cxnId="{9A3EF88F-4A16-491E-9E6A-08AE289950B0}">
      <dgm:prSet/>
      <dgm:spPr/>
      <dgm:t>
        <a:bodyPr/>
        <a:lstStyle/>
        <a:p>
          <a:endParaRPr lang="en-US"/>
        </a:p>
      </dgm:t>
    </dgm:pt>
    <dgm:pt modelId="{4D09AFCD-A114-48A9-979A-9CC9CB7DE38B}">
      <dgm:prSet/>
      <dgm:spPr/>
      <dgm:t>
        <a:bodyPr/>
        <a:lstStyle/>
        <a:p>
          <a:r>
            <a:rPr lang="en-GB"/>
            <a:t>Azure DevOps</a:t>
          </a:r>
          <a:endParaRPr lang="en-US"/>
        </a:p>
      </dgm:t>
    </dgm:pt>
    <dgm:pt modelId="{3F452F27-91B8-4454-B04F-D1CBD1FEFC39}" type="parTrans" cxnId="{B135FC79-E501-43C3-AC0B-842571579AB5}">
      <dgm:prSet/>
      <dgm:spPr/>
      <dgm:t>
        <a:bodyPr/>
        <a:lstStyle/>
        <a:p>
          <a:endParaRPr lang="en-US"/>
        </a:p>
      </dgm:t>
    </dgm:pt>
    <dgm:pt modelId="{DCEB2884-F56B-4534-89D4-C71D9644F2FC}" type="sibTrans" cxnId="{B135FC79-E501-43C3-AC0B-842571579AB5}">
      <dgm:prSet/>
      <dgm:spPr/>
      <dgm:t>
        <a:bodyPr/>
        <a:lstStyle/>
        <a:p>
          <a:endParaRPr lang="en-US"/>
        </a:p>
      </dgm:t>
    </dgm:pt>
    <dgm:pt modelId="{553C8CE6-C132-4185-B48A-B99181055C16}">
      <dgm:prSet/>
      <dgm:spPr/>
      <dgm:t>
        <a:bodyPr/>
        <a:lstStyle/>
        <a:p>
          <a:r>
            <a:rPr lang="en-GB"/>
            <a:t>New Azure Subscriptions and Resource Groups</a:t>
          </a:r>
          <a:endParaRPr lang="en-US"/>
        </a:p>
      </dgm:t>
    </dgm:pt>
    <dgm:pt modelId="{C38DDD08-9908-49FD-AD7F-C5091C1C63A0}" type="parTrans" cxnId="{4C02AD6E-D39D-47C8-9490-55712947A003}">
      <dgm:prSet/>
      <dgm:spPr/>
      <dgm:t>
        <a:bodyPr/>
        <a:lstStyle/>
        <a:p>
          <a:endParaRPr lang="en-US"/>
        </a:p>
      </dgm:t>
    </dgm:pt>
    <dgm:pt modelId="{92B36125-EA9A-4F6C-8801-6122007419FD}" type="sibTrans" cxnId="{4C02AD6E-D39D-47C8-9490-55712947A003}">
      <dgm:prSet/>
      <dgm:spPr/>
      <dgm:t>
        <a:bodyPr/>
        <a:lstStyle/>
        <a:p>
          <a:endParaRPr lang="en-US"/>
        </a:p>
      </dgm:t>
    </dgm:pt>
    <dgm:pt modelId="{838B8E7F-3BB4-424A-8CEE-7867E70AA1F5}">
      <dgm:prSet/>
      <dgm:spPr/>
      <dgm:t>
        <a:bodyPr/>
        <a:lstStyle/>
        <a:p>
          <a:r>
            <a:rPr lang="en-GB"/>
            <a:t>Spring Boot API</a:t>
          </a:r>
          <a:endParaRPr lang="en-US"/>
        </a:p>
      </dgm:t>
    </dgm:pt>
    <dgm:pt modelId="{0D4BCA61-BCD6-4AAB-A547-FE06FA17CD42}" type="parTrans" cxnId="{5C3EA6C5-31FD-41E8-BE25-C528F5AED920}">
      <dgm:prSet/>
      <dgm:spPr/>
      <dgm:t>
        <a:bodyPr/>
        <a:lstStyle/>
        <a:p>
          <a:endParaRPr lang="en-US"/>
        </a:p>
      </dgm:t>
    </dgm:pt>
    <dgm:pt modelId="{54EB504F-BDAC-49B2-85B2-37CACE5504D1}" type="sibTrans" cxnId="{5C3EA6C5-31FD-41E8-BE25-C528F5AED920}">
      <dgm:prSet/>
      <dgm:spPr/>
      <dgm:t>
        <a:bodyPr/>
        <a:lstStyle/>
        <a:p>
          <a:endParaRPr lang="en-US"/>
        </a:p>
      </dgm:t>
    </dgm:pt>
    <dgm:pt modelId="{552AF33F-8C1F-49B6-9344-5D7720AD622D}">
      <dgm:prSet/>
      <dgm:spPr/>
      <dgm:t>
        <a:bodyPr/>
        <a:lstStyle/>
        <a:p>
          <a:r>
            <a:rPr lang="en-GB"/>
            <a:t>Azure SQL Database</a:t>
          </a:r>
          <a:endParaRPr lang="en-US"/>
        </a:p>
      </dgm:t>
    </dgm:pt>
    <dgm:pt modelId="{D64CBFEA-52C1-40FA-8498-A910FC9794DB}" type="parTrans" cxnId="{50EB38B3-5DA5-41B2-A399-FA45BD21BCEF}">
      <dgm:prSet/>
      <dgm:spPr/>
      <dgm:t>
        <a:bodyPr/>
        <a:lstStyle/>
        <a:p>
          <a:endParaRPr lang="en-US"/>
        </a:p>
      </dgm:t>
    </dgm:pt>
    <dgm:pt modelId="{C988A02A-67D8-4A1B-AFCF-D93B3F5F4AB8}" type="sibTrans" cxnId="{50EB38B3-5DA5-41B2-A399-FA45BD21BCEF}">
      <dgm:prSet/>
      <dgm:spPr/>
      <dgm:t>
        <a:bodyPr/>
        <a:lstStyle/>
        <a:p>
          <a:endParaRPr lang="en-US"/>
        </a:p>
      </dgm:t>
    </dgm:pt>
    <dgm:pt modelId="{98F35506-3245-464D-AFDF-4AD2C54E8C47}">
      <dgm:prSet/>
      <dgm:spPr/>
      <dgm:t>
        <a:bodyPr/>
        <a:lstStyle/>
        <a:p>
          <a:r>
            <a:rPr lang="en-GB"/>
            <a:t>Azure Blob Storage</a:t>
          </a:r>
          <a:endParaRPr lang="en-US"/>
        </a:p>
      </dgm:t>
    </dgm:pt>
    <dgm:pt modelId="{5FBE2646-C93C-403C-B843-FDC95AB9B68C}" type="parTrans" cxnId="{E4A60DE8-C88D-4539-84E6-A038F7B1DD28}">
      <dgm:prSet/>
      <dgm:spPr/>
      <dgm:t>
        <a:bodyPr/>
        <a:lstStyle/>
        <a:p>
          <a:endParaRPr lang="en-US"/>
        </a:p>
      </dgm:t>
    </dgm:pt>
    <dgm:pt modelId="{1E0E35E5-D85D-4BCB-BC18-1BBA7174E678}" type="sibTrans" cxnId="{E4A60DE8-C88D-4539-84E6-A038F7B1DD28}">
      <dgm:prSet/>
      <dgm:spPr/>
      <dgm:t>
        <a:bodyPr/>
        <a:lstStyle/>
        <a:p>
          <a:endParaRPr lang="en-US"/>
        </a:p>
      </dgm:t>
    </dgm:pt>
    <dgm:pt modelId="{9CDA9B0D-1A98-4B35-B8F7-78EA48527AE5}">
      <dgm:prSet/>
      <dgm:spPr/>
      <dgm:t>
        <a:bodyPr/>
        <a:lstStyle/>
        <a:p>
          <a:r>
            <a:rPr lang="en-GB"/>
            <a:t>React Frontend</a:t>
          </a:r>
          <a:endParaRPr lang="en-US"/>
        </a:p>
      </dgm:t>
    </dgm:pt>
    <dgm:pt modelId="{40256909-05B5-4A10-AD27-4C529F777B09}" type="parTrans" cxnId="{3F7ED430-61D4-4CBB-BC2A-E3F9585E5192}">
      <dgm:prSet/>
      <dgm:spPr/>
      <dgm:t>
        <a:bodyPr/>
        <a:lstStyle/>
        <a:p>
          <a:endParaRPr lang="en-US"/>
        </a:p>
      </dgm:t>
    </dgm:pt>
    <dgm:pt modelId="{09E81206-02FB-4DEF-9575-A6B355B76068}" type="sibTrans" cxnId="{3F7ED430-61D4-4CBB-BC2A-E3F9585E5192}">
      <dgm:prSet/>
      <dgm:spPr/>
      <dgm:t>
        <a:bodyPr/>
        <a:lstStyle/>
        <a:p>
          <a:endParaRPr lang="en-US"/>
        </a:p>
      </dgm:t>
    </dgm:pt>
    <dgm:pt modelId="{D24A4FAF-9499-46A7-80DA-8E989EFCA64F}" type="pres">
      <dgm:prSet presAssocID="{010AA3A2-7E2A-4A6B-BF2B-FB15EF215D2F}" presName="Name0" presStyleCnt="0">
        <dgm:presLayoutVars>
          <dgm:dir/>
          <dgm:animLvl val="lvl"/>
          <dgm:resizeHandles val="exact"/>
        </dgm:presLayoutVars>
      </dgm:prSet>
      <dgm:spPr/>
    </dgm:pt>
    <dgm:pt modelId="{F941CBDB-FD0D-4616-A1A1-D2528519A317}" type="pres">
      <dgm:prSet presAssocID="{982617A1-C086-4837-BC73-8ED76EC00AF0}" presName="linNode" presStyleCnt="0"/>
      <dgm:spPr/>
    </dgm:pt>
    <dgm:pt modelId="{253E76BE-D41E-4875-974E-137B045CBDA1}" type="pres">
      <dgm:prSet presAssocID="{982617A1-C086-4837-BC73-8ED76EC00AF0}" presName="parentText" presStyleLbl="node1" presStyleIdx="0" presStyleCnt="7">
        <dgm:presLayoutVars>
          <dgm:chMax val="1"/>
          <dgm:bulletEnabled val="1"/>
        </dgm:presLayoutVars>
      </dgm:prSet>
      <dgm:spPr/>
    </dgm:pt>
    <dgm:pt modelId="{BC90E6CA-5BB1-4A05-8267-31039CF629E7}" type="pres">
      <dgm:prSet presAssocID="{EE5A914D-D996-42F3-9E08-B5967D37A06F}" presName="sp" presStyleCnt="0"/>
      <dgm:spPr/>
    </dgm:pt>
    <dgm:pt modelId="{5ED2D1DE-AE18-4BF5-8567-B15123EF67C9}" type="pres">
      <dgm:prSet presAssocID="{4D09AFCD-A114-48A9-979A-9CC9CB7DE38B}" presName="linNode" presStyleCnt="0"/>
      <dgm:spPr/>
    </dgm:pt>
    <dgm:pt modelId="{75A7428F-52D5-49C4-B0A1-B51B15233C33}" type="pres">
      <dgm:prSet presAssocID="{4D09AFCD-A114-48A9-979A-9CC9CB7DE38B}" presName="parentText" presStyleLbl="node1" presStyleIdx="1" presStyleCnt="7">
        <dgm:presLayoutVars>
          <dgm:chMax val="1"/>
          <dgm:bulletEnabled val="1"/>
        </dgm:presLayoutVars>
      </dgm:prSet>
      <dgm:spPr/>
    </dgm:pt>
    <dgm:pt modelId="{A67C1737-F89A-4ADA-92FB-8604E8D9644C}" type="pres">
      <dgm:prSet presAssocID="{DCEB2884-F56B-4534-89D4-C71D9644F2FC}" presName="sp" presStyleCnt="0"/>
      <dgm:spPr/>
    </dgm:pt>
    <dgm:pt modelId="{C8D144F5-7AC9-463F-8E4E-0DE006D31264}" type="pres">
      <dgm:prSet presAssocID="{553C8CE6-C132-4185-B48A-B99181055C16}" presName="linNode" presStyleCnt="0"/>
      <dgm:spPr/>
    </dgm:pt>
    <dgm:pt modelId="{8609CB0A-9184-4EC5-A375-6E5D557EE318}" type="pres">
      <dgm:prSet presAssocID="{553C8CE6-C132-4185-B48A-B99181055C16}" presName="parentText" presStyleLbl="node1" presStyleIdx="2" presStyleCnt="7">
        <dgm:presLayoutVars>
          <dgm:chMax val="1"/>
          <dgm:bulletEnabled val="1"/>
        </dgm:presLayoutVars>
      </dgm:prSet>
      <dgm:spPr/>
    </dgm:pt>
    <dgm:pt modelId="{6034A859-351E-498E-9552-B4694ADD825F}" type="pres">
      <dgm:prSet presAssocID="{92B36125-EA9A-4F6C-8801-6122007419FD}" presName="sp" presStyleCnt="0"/>
      <dgm:spPr/>
    </dgm:pt>
    <dgm:pt modelId="{8D38A0AF-6572-4D38-8A01-6D4EA7FAF0BB}" type="pres">
      <dgm:prSet presAssocID="{838B8E7F-3BB4-424A-8CEE-7867E70AA1F5}" presName="linNode" presStyleCnt="0"/>
      <dgm:spPr/>
    </dgm:pt>
    <dgm:pt modelId="{1878E950-C539-4117-BD07-D66073FDE86F}" type="pres">
      <dgm:prSet presAssocID="{838B8E7F-3BB4-424A-8CEE-7867E70AA1F5}" presName="parentText" presStyleLbl="node1" presStyleIdx="3" presStyleCnt="7">
        <dgm:presLayoutVars>
          <dgm:chMax val="1"/>
          <dgm:bulletEnabled val="1"/>
        </dgm:presLayoutVars>
      </dgm:prSet>
      <dgm:spPr/>
    </dgm:pt>
    <dgm:pt modelId="{A7922BC5-34A3-456F-8EF1-839170D5C308}" type="pres">
      <dgm:prSet presAssocID="{54EB504F-BDAC-49B2-85B2-37CACE5504D1}" presName="sp" presStyleCnt="0"/>
      <dgm:spPr/>
    </dgm:pt>
    <dgm:pt modelId="{6AE958E7-837C-4610-9DE1-CB0D4A31BAEC}" type="pres">
      <dgm:prSet presAssocID="{552AF33F-8C1F-49B6-9344-5D7720AD622D}" presName="linNode" presStyleCnt="0"/>
      <dgm:spPr/>
    </dgm:pt>
    <dgm:pt modelId="{2F08D47B-8E8D-4066-AB8F-1D2CCB8398E1}" type="pres">
      <dgm:prSet presAssocID="{552AF33F-8C1F-49B6-9344-5D7720AD622D}" presName="parentText" presStyleLbl="node1" presStyleIdx="4" presStyleCnt="7">
        <dgm:presLayoutVars>
          <dgm:chMax val="1"/>
          <dgm:bulletEnabled val="1"/>
        </dgm:presLayoutVars>
      </dgm:prSet>
      <dgm:spPr/>
    </dgm:pt>
    <dgm:pt modelId="{7A7C38CF-9049-490D-AC79-632C0C3878AB}" type="pres">
      <dgm:prSet presAssocID="{C988A02A-67D8-4A1B-AFCF-D93B3F5F4AB8}" presName="sp" presStyleCnt="0"/>
      <dgm:spPr/>
    </dgm:pt>
    <dgm:pt modelId="{A626CFB3-0BD2-4232-B696-55DA48718799}" type="pres">
      <dgm:prSet presAssocID="{98F35506-3245-464D-AFDF-4AD2C54E8C47}" presName="linNode" presStyleCnt="0"/>
      <dgm:spPr/>
    </dgm:pt>
    <dgm:pt modelId="{C8E0BC41-434A-4B24-B952-A08F46D87DA6}" type="pres">
      <dgm:prSet presAssocID="{98F35506-3245-464D-AFDF-4AD2C54E8C47}" presName="parentText" presStyleLbl="node1" presStyleIdx="5" presStyleCnt="7">
        <dgm:presLayoutVars>
          <dgm:chMax val="1"/>
          <dgm:bulletEnabled val="1"/>
        </dgm:presLayoutVars>
      </dgm:prSet>
      <dgm:spPr/>
    </dgm:pt>
    <dgm:pt modelId="{8E637070-AA11-483E-B96B-82DE86882BB4}" type="pres">
      <dgm:prSet presAssocID="{1E0E35E5-D85D-4BCB-BC18-1BBA7174E678}" presName="sp" presStyleCnt="0"/>
      <dgm:spPr/>
    </dgm:pt>
    <dgm:pt modelId="{A3F3BEDB-2758-4BAC-8418-F86F25176EEA}" type="pres">
      <dgm:prSet presAssocID="{9CDA9B0D-1A98-4B35-B8F7-78EA48527AE5}" presName="linNode" presStyleCnt="0"/>
      <dgm:spPr/>
    </dgm:pt>
    <dgm:pt modelId="{8FD611DB-1426-4734-A5FA-338F9206F458}" type="pres">
      <dgm:prSet presAssocID="{9CDA9B0D-1A98-4B35-B8F7-78EA48527AE5}" presName="parentText" presStyleLbl="node1" presStyleIdx="6" presStyleCnt="7">
        <dgm:presLayoutVars>
          <dgm:chMax val="1"/>
          <dgm:bulletEnabled val="1"/>
        </dgm:presLayoutVars>
      </dgm:prSet>
      <dgm:spPr/>
    </dgm:pt>
  </dgm:ptLst>
  <dgm:cxnLst>
    <dgm:cxn modelId="{3F7ED430-61D4-4CBB-BC2A-E3F9585E5192}" srcId="{010AA3A2-7E2A-4A6B-BF2B-FB15EF215D2F}" destId="{9CDA9B0D-1A98-4B35-B8F7-78EA48527AE5}" srcOrd="6" destOrd="0" parTransId="{40256909-05B5-4A10-AD27-4C529F777B09}" sibTransId="{09E81206-02FB-4DEF-9575-A6B355B76068}"/>
    <dgm:cxn modelId="{CCE35360-0BF7-467E-93FC-6A32D3D0694F}" type="presOf" srcId="{553C8CE6-C132-4185-B48A-B99181055C16}" destId="{8609CB0A-9184-4EC5-A375-6E5D557EE318}" srcOrd="0" destOrd="0" presId="urn:microsoft.com/office/officeart/2005/8/layout/vList5"/>
    <dgm:cxn modelId="{4C02AD6E-D39D-47C8-9490-55712947A003}" srcId="{010AA3A2-7E2A-4A6B-BF2B-FB15EF215D2F}" destId="{553C8CE6-C132-4185-B48A-B99181055C16}" srcOrd="2" destOrd="0" parTransId="{C38DDD08-9908-49FD-AD7F-C5091C1C63A0}" sibTransId="{92B36125-EA9A-4F6C-8801-6122007419FD}"/>
    <dgm:cxn modelId="{C09F726F-8B86-49A4-8229-4979F3B7F785}" type="presOf" srcId="{9CDA9B0D-1A98-4B35-B8F7-78EA48527AE5}" destId="{8FD611DB-1426-4734-A5FA-338F9206F458}" srcOrd="0" destOrd="0" presId="urn:microsoft.com/office/officeart/2005/8/layout/vList5"/>
    <dgm:cxn modelId="{B135FC79-E501-43C3-AC0B-842571579AB5}" srcId="{010AA3A2-7E2A-4A6B-BF2B-FB15EF215D2F}" destId="{4D09AFCD-A114-48A9-979A-9CC9CB7DE38B}" srcOrd="1" destOrd="0" parTransId="{3F452F27-91B8-4454-B04F-D1CBD1FEFC39}" sibTransId="{DCEB2884-F56B-4534-89D4-C71D9644F2FC}"/>
    <dgm:cxn modelId="{D5FFD77B-FC55-4F8E-BCA0-3FBD8118420F}" type="presOf" srcId="{4D09AFCD-A114-48A9-979A-9CC9CB7DE38B}" destId="{75A7428F-52D5-49C4-B0A1-B51B15233C33}" srcOrd="0" destOrd="0" presId="urn:microsoft.com/office/officeart/2005/8/layout/vList5"/>
    <dgm:cxn modelId="{5938517E-AED5-4016-BA26-E27CD3CC8CBE}" type="presOf" srcId="{552AF33F-8C1F-49B6-9344-5D7720AD622D}" destId="{2F08D47B-8E8D-4066-AB8F-1D2CCB8398E1}" srcOrd="0" destOrd="0" presId="urn:microsoft.com/office/officeart/2005/8/layout/vList5"/>
    <dgm:cxn modelId="{9A3EF88F-4A16-491E-9E6A-08AE289950B0}" srcId="{010AA3A2-7E2A-4A6B-BF2B-FB15EF215D2F}" destId="{982617A1-C086-4837-BC73-8ED76EC00AF0}" srcOrd="0" destOrd="0" parTransId="{C9D434CC-DFF2-4F85-8111-F8ACE2147B94}" sibTransId="{EE5A914D-D996-42F3-9E08-B5967D37A06F}"/>
    <dgm:cxn modelId="{50EB38B3-5DA5-41B2-A399-FA45BD21BCEF}" srcId="{010AA3A2-7E2A-4A6B-BF2B-FB15EF215D2F}" destId="{552AF33F-8C1F-49B6-9344-5D7720AD622D}" srcOrd="4" destOrd="0" parTransId="{D64CBFEA-52C1-40FA-8498-A910FC9794DB}" sibTransId="{C988A02A-67D8-4A1B-AFCF-D93B3F5F4AB8}"/>
    <dgm:cxn modelId="{5C3EA6C5-31FD-41E8-BE25-C528F5AED920}" srcId="{010AA3A2-7E2A-4A6B-BF2B-FB15EF215D2F}" destId="{838B8E7F-3BB4-424A-8CEE-7867E70AA1F5}" srcOrd="3" destOrd="0" parTransId="{0D4BCA61-BCD6-4AAB-A547-FE06FA17CD42}" sibTransId="{54EB504F-BDAC-49B2-85B2-37CACE5504D1}"/>
    <dgm:cxn modelId="{0BF89BD8-FA4A-46BC-97FF-6CD7F5589E93}" type="presOf" srcId="{98F35506-3245-464D-AFDF-4AD2C54E8C47}" destId="{C8E0BC41-434A-4B24-B952-A08F46D87DA6}" srcOrd="0" destOrd="0" presId="urn:microsoft.com/office/officeart/2005/8/layout/vList5"/>
    <dgm:cxn modelId="{E7BD09E5-17AF-4C58-AF9F-7DC4FE3392D1}" type="presOf" srcId="{838B8E7F-3BB4-424A-8CEE-7867E70AA1F5}" destId="{1878E950-C539-4117-BD07-D66073FDE86F}" srcOrd="0" destOrd="0" presId="urn:microsoft.com/office/officeart/2005/8/layout/vList5"/>
    <dgm:cxn modelId="{E4A60DE8-C88D-4539-84E6-A038F7B1DD28}" srcId="{010AA3A2-7E2A-4A6B-BF2B-FB15EF215D2F}" destId="{98F35506-3245-464D-AFDF-4AD2C54E8C47}" srcOrd="5" destOrd="0" parTransId="{5FBE2646-C93C-403C-B843-FDC95AB9B68C}" sibTransId="{1E0E35E5-D85D-4BCB-BC18-1BBA7174E678}"/>
    <dgm:cxn modelId="{20F3D8F9-CB37-4283-8263-5854F56A6C59}" type="presOf" srcId="{010AA3A2-7E2A-4A6B-BF2B-FB15EF215D2F}" destId="{D24A4FAF-9499-46A7-80DA-8E989EFCA64F}" srcOrd="0" destOrd="0" presId="urn:microsoft.com/office/officeart/2005/8/layout/vList5"/>
    <dgm:cxn modelId="{F164BDFB-9799-4A85-958B-6F39A23B1359}" type="presOf" srcId="{982617A1-C086-4837-BC73-8ED76EC00AF0}" destId="{253E76BE-D41E-4875-974E-137B045CBDA1}" srcOrd="0" destOrd="0" presId="urn:microsoft.com/office/officeart/2005/8/layout/vList5"/>
    <dgm:cxn modelId="{63F74ABB-9251-4DB2-8693-68AC6E744830}" type="presParOf" srcId="{D24A4FAF-9499-46A7-80DA-8E989EFCA64F}" destId="{F941CBDB-FD0D-4616-A1A1-D2528519A317}" srcOrd="0" destOrd="0" presId="urn:microsoft.com/office/officeart/2005/8/layout/vList5"/>
    <dgm:cxn modelId="{E0476DE6-9379-445F-9543-906FDAEA70D5}" type="presParOf" srcId="{F941CBDB-FD0D-4616-A1A1-D2528519A317}" destId="{253E76BE-D41E-4875-974E-137B045CBDA1}" srcOrd="0" destOrd="0" presId="urn:microsoft.com/office/officeart/2005/8/layout/vList5"/>
    <dgm:cxn modelId="{F6C53FBA-DF2E-450D-B71B-AD19553643AE}" type="presParOf" srcId="{D24A4FAF-9499-46A7-80DA-8E989EFCA64F}" destId="{BC90E6CA-5BB1-4A05-8267-31039CF629E7}" srcOrd="1" destOrd="0" presId="urn:microsoft.com/office/officeart/2005/8/layout/vList5"/>
    <dgm:cxn modelId="{0C1FEC65-DE79-4CA6-9C7D-DB5B044DA8CE}" type="presParOf" srcId="{D24A4FAF-9499-46A7-80DA-8E989EFCA64F}" destId="{5ED2D1DE-AE18-4BF5-8567-B15123EF67C9}" srcOrd="2" destOrd="0" presId="urn:microsoft.com/office/officeart/2005/8/layout/vList5"/>
    <dgm:cxn modelId="{710D04F3-3F4A-4934-92F9-4814B8DE2FC6}" type="presParOf" srcId="{5ED2D1DE-AE18-4BF5-8567-B15123EF67C9}" destId="{75A7428F-52D5-49C4-B0A1-B51B15233C33}" srcOrd="0" destOrd="0" presId="urn:microsoft.com/office/officeart/2005/8/layout/vList5"/>
    <dgm:cxn modelId="{60B60103-7318-4E30-B0F8-B424762BCCB0}" type="presParOf" srcId="{D24A4FAF-9499-46A7-80DA-8E989EFCA64F}" destId="{A67C1737-F89A-4ADA-92FB-8604E8D9644C}" srcOrd="3" destOrd="0" presId="urn:microsoft.com/office/officeart/2005/8/layout/vList5"/>
    <dgm:cxn modelId="{CAD07B4A-6C0B-4070-A01E-B206BCDCBEA2}" type="presParOf" srcId="{D24A4FAF-9499-46A7-80DA-8E989EFCA64F}" destId="{C8D144F5-7AC9-463F-8E4E-0DE006D31264}" srcOrd="4" destOrd="0" presId="urn:microsoft.com/office/officeart/2005/8/layout/vList5"/>
    <dgm:cxn modelId="{37531F01-C9CC-4B81-883E-0B81F5ED9006}" type="presParOf" srcId="{C8D144F5-7AC9-463F-8E4E-0DE006D31264}" destId="{8609CB0A-9184-4EC5-A375-6E5D557EE318}" srcOrd="0" destOrd="0" presId="urn:microsoft.com/office/officeart/2005/8/layout/vList5"/>
    <dgm:cxn modelId="{39BDAC34-7C12-41AA-9D30-A96AB11B0F5A}" type="presParOf" srcId="{D24A4FAF-9499-46A7-80DA-8E989EFCA64F}" destId="{6034A859-351E-498E-9552-B4694ADD825F}" srcOrd="5" destOrd="0" presId="urn:microsoft.com/office/officeart/2005/8/layout/vList5"/>
    <dgm:cxn modelId="{598BE4DF-960D-41CB-A0F1-19D501E76A28}" type="presParOf" srcId="{D24A4FAF-9499-46A7-80DA-8E989EFCA64F}" destId="{8D38A0AF-6572-4D38-8A01-6D4EA7FAF0BB}" srcOrd="6" destOrd="0" presId="urn:microsoft.com/office/officeart/2005/8/layout/vList5"/>
    <dgm:cxn modelId="{33BC86D2-D4F5-46ED-BF3C-10C7EEC5BF71}" type="presParOf" srcId="{8D38A0AF-6572-4D38-8A01-6D4EA7FAF0BB}" destId="{1878E950-C539-4117-BD07-D66073FDE86F}" srcOrd="0" destOrd="0" presId="urn:microsoft.com/office/officeart/2005/8/layout/vList5"/>
    <dgm:cxn modelId="{4B2D93AF-EBA6-4595-861F-E5BAB9376E5A}" type="presParOf" srcId="{D24A4FAF-9499-46A7-80DA-8E989EFCA64F}" destId="{A7922BC5-34A3-456F-8EF1-839170D5C308}" srcOrd="7" destOrd="0" presId="urn:microsoft.com/office/officeart/2005/8/layout/vList5"/>
    <dgm:cxn modelId="{04912F79-5C14-407F-9DDD-1ED361B3524E}" type="presParOf" srcId="{D24A4FAF-9499-46A7-80DA-8E989EFCA64F}" destId="{6AE958E7-837C-4610-9DE1-CB0D4A31BAEC}" srcOrd="8" destOrd="0" presId="urn:microsoft.com/office/officeart/2005/8/layout/vList5"/>
    <dgm:cxn modelId="{D6B59319-D7B6-4B01-BDA9-BD664DE41490}" type="presParOf" srcId="{6AE958E7-837C-4610-9DE1-CB0D4A31BAEC}" destId="{2F08D47B-8E8D-4066-AB8F-1D2CCB8398E1}" srcOrd="0" destOrd="0" presId="urn:microsoft.com/office/officeart/2005/8/layout/vList5"/>
    <dgm:cxn modelId="{2C47B623-1FC2-4BEF-82A1-49572B95CA62}" type="presParOf" srcId="{D24A4FAF-9499-46A7-80DA-8E989EFCA64F}" destId="{7A7C38CF-9049-490D-AC79-632C0C3878AB}" srcOrd="9" destOrd="0" presId="urn:microsoft.com/office/officeart/2005/8/layout/vList5"/>
    <dgm:cxn modelId="{D31FF630-47AD-4732-96C8-FE5970788378}" type="presParOf" srcId="{D24A4FAF-9499-46A7-80DA-8E989EFCA64F}" destId="{A626CFB3-0BD2-4232-B696-55DA48718799}" srcOrd="10" destOrd="0" presId="urn:microsoft.com/office/officeart/2005/8/layout/vList5"/>
    <dgm:cxn modelId="{BAA7EDCF-D28C-450D-BEB5-18075F35EB83}" type="presParOf" srcId="{A626CFB3-0BD2-4232-B696-55DA48718799}" destId="{C8E0BC41-434A-4B24-B952-A08F46D87DA6}" srcOrd="0" destOrd="0" presId="urn:microsoft.com/office/officeart/2005/8/layout/vList5"/>
    <dgm:cxn modelId="{73E33F4D-BF0D-4E73-9AF4-D8BF83B1C203}" type="presParOf" srcId="{D24A4FAF-9499-46A7-80DA-8E989EFCA64F}" destId="{8E637070-AA11-483E-B96B-82DE86882BB4}" srcOrd="11" destOrd="0" presId="urn:microsoft.com/office/officeart/2005/8/layout/vList5"/>
    <dgm:cxn modelId="{3756F5AA-0584-4F0B-8F3B-DA8FA179A413}" type="presParOf" srcId="{D24A4FAF-9499-46A7-80DA-8E989EFCA64F}" destId="{A3F3BEDB-2758-4BAC-8418-F86F25176EEA}" srcOrd="12" destOrd="0" presId="urn:microsoft.com/office/officeart/2005/8/layout/vList5"/>
    <dgm:cxn modelId="{3022EA2D-4761-48ED-9F11-D8E64D2C998F}" type="presParOf" srcId="{A3F3BEDB-2758-4BAC-8418-F86F25176EEA}" destId="{8FD611DB-1426-4734-A5FA-338F9206F458}" srcOrd="0"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12405E6-B4E9-434D-A526-21CA700DAAB7}"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CF4D373F-FE6F-4FA6-813D-0B27E52A25C5}">
      <dgm:prSet/>
      <dgm:spPr/>
      <dgm:t>
        <a:bodyPr/>
        <a:lstStyle/>
        <a:p>
          <a:pPr>
            <a:defRPr cap="all"/>
          </a:pPr>
          <a:r>
            <a:rPr lang="en-GB"/>
            <a:t>Current deployment time is 15-16 minutes</a:t>
          </a:r>
          <a:endParaRPr lang="en-US"/>
        </a:p>
      </dgm:t>
    </dgm:pt>
    <dgm:pt modelId="{4F200225-F4DA-4007-858C-D4EA5DA0E051}" type="parTrans" cxnId="{425C9714-2EB6-4691-BADF-62FA018BD19A}">
      <dgm:prSet/>
      <dgm:spPr/>
      <dgm:t>
        <a:bodyPr/>
        <a:lstStyle/>
        <a:p>
          <a:endParaRPr lang="en-US"/>
        </a:p>
      </dgm:t>
    </dgm:pt>
    <dgm:pt modelId="{D1CCDDEF-869A-4B37-ADA5-9862DE011A15}" type="sibTrans" cxnId="{425C9714-2EB6-4691-BADF-62FA018BD19A}">
      <dgm:prSet/>
      <dgm:spPr/>
      <dgm:t>
        <a:bodyPr/>
        <a:lstStyle/>
        <a:p>
          <a:endParaRPr lang="en-US"/>
        </a:p>
      </dgm:t>
    </dgm:pt>
    <dgm:pt modelId="{34BB5EE7-818A-4C60-B040-3EA42E5B2859}">
      <dgm:prSet/>
      <dgm:spPr/>
      <dgm:t>
        <a:bodyPr/>
        <a:lstStyle/>
        <a:p>
          <a:pPr>
            <a:defRPr cap="all"/>
          </a:pPr>
          <a:r>
            <a:rPr lang="en-GB"/>
            <a:t>Multiple basic records</a:t>
          </a:r>
          <a:endParaRPr lang="en-US"/>
        </a:p>
      </dgm:t>
    </dgm:pt>
    <dgm:pt modelId="{DAAB9513-9AFF-4875-B27B-1C5C8A9A40EF}" type="parTrans" cxnId="{45E1E52B-1426-464D-A919-B2BF64034C58}">
      <dgm:prSet/>
      <dgm:spPr/>
      <dgm:t>
        <a:bodyPr/>
        <a:lstStyle/>
        <a:p>
          <a:endParaRPr lang="en-US"/>
        </a:p>
      </dgm:t>
    </dgm:pt>
    <dgm:pt modelId="{0A091CCB-65E3-4F0D-8443-46BEB72530A8}" type="sibTrans" cxnId="{45E1E52B-1426-464D-A919-B2BF64034C58}">
      <dgm:prSet/>
      <dgm:spPr/>
      <dgm:t>
        <a:bodyPr/>
        <a:lstStyle/>
        <a:p>
          <a:endParaRPr lang="en-US"/>
        </a:p>
      </dgm:t>
    </dgm:pt>
    <dgm:pt modelId="{9F8F7C4F-69A3-4C03-9862-3B9F21B65ABC}">
      <dgm:prSet/>
      <dgm:spPr/>
      <dgm:t>
        <a:bodyPr/>
        <a:lstStyle/>
        <a:p>
          <a:pPr>
            <a:defRPr cap="all"/>
          </a:pPr>
          <a:r>
            <a:rPr lang="en-GB"/>
            <a:t>Single attachment record</a:t>
          </a:r>
          <a:endParaRPr lang="en-US"/>
        </a:p>
      </dgm:t>
    </dgm:pt>
    <dgm:pt modelId="{2772DDBA-6616-432A-80FB-288069DF1AAB}" type="parTrans" cxnId="{99358610-4D1A-4194-A7D6-29E0958C5395}">
      <dgm:prSet/>
      <dgm:spPr/>
      <dgm:t>
        <a:bodyPr/>
        <a:lstStyle/>
        <a:p>
          <a:endParaRPr lang="en-US"/>
        </a:p>
      </dgm:t>
    </dgm:pt>
    <dgm:pt modelId="{C6D4628E-2F0F-472C-8B7F-897856CB0042}" type="sibTrans" cxnId="{99358610-4D1A-4194-A7D6-29E0958C5395}">
      <dgm:prSet/>
      <dgm:spPr/>
      <dgm:t>
        <a:bodyPr/>
        <a:lstStyle/>
        <a:p>
          <a:endParaRPr lang="en-US"/>
        </a:p>
      </dgm:t>
    </dgm:pt>
    <dgm:pt modelId="{46F0E1E1-0953-4874-8892-BDBF4E1DAB98}">
      <dgm:prSet/>
      <dgm:spPr/>
      <dgm:t>
        <a:bodyPr/>
        <a:lstStyle/>
        <a:p>
          <a:pPr>
            <a:defRPr cap="all"/>
          </a:pPr>
          <a:r>
            <a:rPr lang="en-GB"/>
            <a:t>MVP</a:t>
          </a:r>
          <a:endParaRPr lang="en-US"/>
        </a:p>
      </dgm:t>
    </dgm:pt>
    <dgm:pt modelId="{44EBE070-11FB-4686-91F6-7DC02FAE27B3}" type="parTrans" cxnId="{7965E1D5-C372-4E8E-A2B6-3DF492701841}">
      <dgm:prSet/>
      <dgm:spPr/>
      <dgm:t>
        <a:bodyPr/>
        <a:lstStyle/>
        <a:p>
          <a:endParaRPr lang="en-US"/>
        </a:p>
      </dgm:t>
    </dgm:pt>
    <dgm:pt modelId="{4C4DD0AB-6753-4425-B3D5-46E3DF918B74}" type="sibTrans" cxnId="{7965E1D5-C372-4E8E-A2B6-3DF492701841}">
      <dgm:prSet/>
      <dgm:spPr/>
      <dgm:t>
        <a:bodyPr/>
        <a:lstStyle/>
        <a:p>
          <a:endParaRPr lang="en-US"/>
        </a:p>
      </dgm:t>
    </dgm:pt>
    <dgm:pt modelId="{FCB5D3C2-7D53-4605-A099-1BD6BBC530AB}" type="pres">
      <dgm:prSet presAssocID="{C12405E6-B4E9-434D-A526-21CA700DAAB7}" presName="root" presStyleCnt="0">
        <dgm:presLayoutVars>
          <dgm:dir/>
          <dgm:resizeHandles val="exact"/>
        </dgm:presLayoutVars>
      </dgm:prSet>
      <dgm:spPr/>
    </dgm:pt>
    <dgm:pt modelId="{77A90DDD-B9DE-4EB3-9428-BE563CE265DF}" type="pres">
      <dgm:prSet presAssocID="{CF4D373F-FE6F-4FA6-813D-0B27E52A25C5}" presName="compNode" presStyleCnt="0"/>
      <dgm:spPr/>
    </dgm:pt>
    <dgm:pt modelId="{9DF1291C-ECEA-46DF-A04C-B44A2042F1FD}" type="pres">
      <dgm:prSet presAssocID="{CF4D373F-FE6F-4FA6-813D-0B27E52A25C5}" presName="iconBgRect" presStyleLbl="bgShp" presStyleIdx="0" presStyleCnt="4"/>
      <dgm:spPr>
        <a:prstGeom prst="round2DiagRect">
          <a:avLst>
            <a:gd name="adj1" fmla="val 29727"/>
            <a:gd name="adj2" fmla="val 0"/>
          </a:avLst>
        </a:prstGeom>
      </dgm:spPr>
    </dgm:pt>
    <dgm:pt modelId="{ADFD472B-2599-4568-8C0D-9C2B57C8BD91}" type="pres">
      <dgm:prSet presAssocID="{CF4D373F-FE6F-4FA6-813D-0B27E52A25C5}"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Watch"/>
        </a:ext>
      </dgm:extLst>
    </dgm:pt>
    <dgm:pt modelId="{46CEDB5A-2432-4AA3-9252-BA962F1A1B75}" type="pres">
      <dgm:prSet presAssocID="{CF4D373F-FE6F-4FA6-813D-0B27E52A25C5}" presName="spaceRect" presStyleCnt="0"/>
      <dgm:spPr/>
    </dgm:pt>
    <dgm:pt modelId="{F09DFA4E-6C84-46CA-8A9A-A768458A5840}" type="pres">
      <dgm:prSet presAssocID="{CF4D373F-FE6F-4FA6-813D-0B27E52A25C5}" presName="textRect" presStyleLbl="revTx" presStyleIdx="0" presStyleCnt="4">
        <dgm:presLayoutVars>
          <dgm:chMax val="1"/>
          <dgm:chPref val="1"/>
        </dgm:presLayoutVars>
      </dgm:prSet>
      <dgm:spPr/>
    </dgm:pt>
    <dgm:pt modelId="{4105948E-081F-401D-A1E2-22196AC4F5BF}" type="pres">
      <dgm:prSet presAssocID="{D1CCDDEF-869A-4B37-ADA5-9862DE011A15}" presName="sibTrans" presStyleCnt="0"/>
      <dgm:spPr/>
    </dgm:pt>
    <dgm:pt modelId="{E0EDF637-1875-4BC7-8F08-2A430AF185E8}" type="pres">
      <dgm:prSet presAssocID="{34BB5EE7-818A-4C60-B040-3EA42E5B2859}" presName="compNode" presStyleCnt="0"/>
      <dgm:spPr/>
    </dgm:pt>
    <dgm:pt modelId="{CA1CE755-BB82-48FA-B203-FB4ED6977920}" type="pres">
      <dgm:prSet presAssocID="{34BB5EE7-818A-4C60-B040-3EA42E5B2859}" presName="iconBgRect" presStyleLbl="bgShp" presStyleIdx="1" presStyleCnt="4"/>
      <dgm:spPr>
        <a:prstGeom prst="round2DiagRect">
          <a:avLst>
            <a:gd name="adj1" fmla="val 29727"/>
            <a:gd name="adj2" fmla="val 0"/>
          </a:avLst>
        </a:prstGeom>
      </dgm:spPr>
    </dgm:pt>
    <dgm:pt modelId="{A11E23C1-0618-4D1B-A70C-B346DCE19E63}" type="pres">
      <dgm:prSet presAssocID="{34BB5EE7-818A-4C60-B040-3EA42E5B2859}"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ocument"/>
        </a:ext>
      </dgm:extLst>
    </dgm:pt>
    <dgm:pt modelId="{A97020C9-3898-4262-A496-53FFCE5D3BAE}" type="pres">
      <dgm:prSet presAssocID="{34BB5EE7-818A-4C60-B040-3EA42E5B2859}" presName="spaceRect" presStyleCnt="0"/>
      <dgm:spPr/>
    </dgm:pt>
    <dgm:pt modelId="{346E0C65-E472-40A3-BC42-84B6401C687C}" type="pres">
      <dgm:prSet presAssocID="{34BB5EE7-818A-4C60-B040-3EA42E5B2859}" presName="textRect" presStyleLbl="revTx" presStyleIdx="1" presStyleCnt="4">
        <dgm:presLayoutVars>
          <dgm:chMax val="1"/>
          <dgm:chPref val="1"/>
        </dgm:presLayoutVars>
      </dgm:prSet>
      <dgm:spPr/>
    </dgm:pt>
    <dgm:pt modelId="{A6BE58BD-88C3-45AC-9D7E-D1BF5D8B408E}" type="pres">
      <dgm:prSet presAssocID="{0A091CCB-65E3-4F0D-8443-46BEB72530A8}" presName="sibTrans" presStyleCnt="0"/>
      <dgm:spPr/>
    </dgm:pt>
    <dgm:pt modelId="{B773B132-3CCC-46C7-9117-83AD68F4E2CF}" type="pres">
      <dgm:prSet presAssocID="{9F8F7C4F-69A3-4C03-9862-3B9F21B65ABC}" presName="compNode" presStyleCnt="0"/>
      <dgm:spPr/>
    </dgm:pt>
    <dgm:pt modelId="{AE8E2CCF-2FB8-4BEA-81F9-D8855A3A0FB8}" type="pres">
      <dgm:prSet presAssocID="{9F8F7C4F-69A3-4C03-9862-3B9F21B65ABC}" presName="iconBgRect" presStyleLbl="bgShp" presStyleIdx="2" presStyleCnt="4"/>
      <dgm:spPr>
        <a:prstGeom prst="round2DiagRect">
          <a:avLst>
            <a:gd name="adj1" fmla="val 29727"/>
            <a:gd name="adj2" fmla="val 0"/>
          </a:avLst>
        </a:prstGeom>
      </dgm:spPr>
    </dgm:pt>
    <dgm:pt modelId="{89B58DC6-41C1-4DF0-923F-82AE59F48E45}" type="pres">
      <dgm:prSet presAssocID="{9F8F7C4F-69A3-4C03-9862-3B9F21B65ABC}"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Paperclip"/>
        </a:ext>
      </dgm:extLst>
    </dgm:pt>
    <dgm:pt modelId="{8B6F5A5C-5602-4316-AAA9-642451782D46}" type="pres">
      <dgm:prSet presAssocID="{9F8F7C4F-69A3-4C03-9862-3B9F21B65ABC}" presName="spaceRect" presStyleCnt="0"/>
      <dgm:spPr/>
    </dgm:pt>
    <dgm:pt modelId="{7FF125D3-9CEF-45C4-9694-9D1108763E8A}" type="pres">
      <dgm:prSet presAssocID="{9F8F7C4F-69A3-4C03-9862-3B9F21B65ABC}" presName="textRect" presStyleLbl="revTx" presStyleIdx="2" presStyleCnt="4">
        <dgm:presLayoutVars>
          <dgm:chMax val="1"/>
          <dgm:chPref val="1"/>
        </dgm:presLayoutVars>
      </dgm:prSet>
      <dgm:spPr/>
    </dgm:pt>
    <dgm:pt modelId="{CA8B8E1D-6DF5-4CEC-981D-2147D3311681}" type="pres">
      <dgm:prSet presAssocID="{C6D4628E-2F0F-472C-8B7F-897856CB0042}" presName="sibTrans" presStyleCnt="0"/>
      <dgm:spPr/>
    </dgm:pt>
    <dgm:pt modelId="{16A4674B-5986-47CA-AFAD-8D985435ACAB}" type="pres">
      <dgm:prSet presAssocID="{46F0E1E1-0953-4874-8892-BDBF4E1DAB98}" presName="compNode" presStyleCnt="0"/>
      <dgm:spPr/>
    </dgm:pt>
    <dgm:pt modelId="{2474E107-66B6-4546-9106-34B4C5A51401}" type="pres">
      <dgm:prSet presAssocID="{46F0E1E1-0953-4874-8892-BDBF4E1DAB98}" presName="iconBgRect" presStyleLbl="bgShp" presStyleIdx="3" presStyleCnt="4"/>
      <dgm:spPr>
        <a:prstGeom prst="round2DiagRect">
          <a:avLst>
            <a:gd name="adj1" fmla="val 29727"/>
            <a:gd name="adj2" fmla="val 0"/>
          </a:avLst>
        </a:prstGeom>
      </dgm:spPr>
    </dgm:pt>
    <dgm:pt modelId="{BFB1D9E3-CDBF-452C-8017-F5B58DA96790}" type="pres">
      <dgm:prSet presAssocID="{46F0E1E1-0953-4874-8892-BDBF4E1DAB98}"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B76D1EE9-ABF7-46F0-85FA-5AEB90709DDE}" type="pres">
      <dgm:prSet presAssocID="{46F0E1E1-0953-4874-8892-BDBF4E1DAB98}" presName="spaceRect" presStyleCnt="0"/>
      <dgm:spPr/>
    </dgm:pt>
    <dgm:pt modelId="{B18E17EC-D8D2-4480-9C13-0EB24AED6A12}" type="pres">
      <dgm:prSet presAssocID="{46F0E1E1-0953-4874-8892-BDBF4E1DAB98}" presName="textRect" presStyleLbl="revTx" presStyleIdx="3" presStyleCnt="4">
        <dgm:presLayoutVars>
          <dgm:chMax val="1"/>
          <dgm:chPref val="1"/>
        </dgm:presLayoutVars>
      </dgm:prSet>
      <dgm:spPr/>
    </dgm:pt>
  </dgm:ptLst>
  <dgm:cxnLst>
    <dgm:cxn modelId="{99358610-4D1A-4194-A7D6-29E0958C5395}" srcId="{C12405E6-B4E9-434D-A526-21CA700DAAB7}" destId="{9F8F7C4F-69A3-4C03-9862-3B9F21B65ABC}" srcOrd="2" destOrd="0" parTransId="{2772DDBA-6616-432A-80FB-288069DF1AAB}" sibTransId="{C6D4628E-2F0F-472C-8B7F-897856CB0042}"/>
    <dgm:cxn modelId="{425C9714-2EB6-4691-BADF-62FA018BD19A}" srcId="{C12405E6-B4E9-434D-A526-21CA700DAAB7}" destId="{CF4D373F-FE6F-4FA6-813D-0B27E52A25C5}" srcOrd="0" destOrd="0" parTransId="{4F200225-F4DA-4007-858C-D4EA5DA0E051}" sibTransId="{D1CCDDEF-869A-4B37-ADA5-9862DE011A15}"/>
    <dgm:cxn modelId="{1053AC27-8E5A-400E-926B-7D9D764F5A7C}" type="presOf" srcId="{9F8F7C4F-69A3-4C03-9862-3B9F21B65ABC}" destId="{7FF125D3-9CEF-45C4-9694-9D1108763E8A}" srcOrd="0" destOrd="0" presId="urn:microsoft.com/office/officeart/2018/5/layout/IconLeafLabelList"/>
    <dgm:cxn modelId="{45E1E52B-1426-464D-A919-B2BF64034C58}" srcId="{C12405E6-B4E9-434D-A526-21CA700DAAB7}" destId="{34BB5EE7-818A-4C60-B040-3EA42E5B2859}" srcOrd="1" destOrd="0" parTransId="{DAAB9513-9AFF-4875-B27B-1C5C8A9A40EF}" sibTransId="{0A091CCB-65E3-4F0D-8443-46BEB72530A8}"/>
    <dgm:cxn modelId="{A2DADE46-D69F-4F6E-A5D0-F861BD68FECF}" type="presOf" srcId="{CF4D373F-FE6F-4FA6-813D-0B27E52A25C5}" destId="{F09DFA4E-6C84-46CA-8A9A-A768458A5840}" srcOrd="0" destOrd="0" presId="urn:microsoft.com/office/officeart/2018/5/layout/IconLeafLabelList"/>
    <dgm:cxn modelId="{5BBA424C-CC7D-4547-A6CF-4915C504515E}" type="presOf" srcId="{C12405E6-B4E9-434D-A526-21CA700DAAB7}" destId="{FCB5D3C2-7D53-4605-A099-1BD6BBC530AB}" srcOrd="0" destOrd="0" presId="urn:microsoft.com/office/officeart/2018/5/layout/IconLeafLabelList"/>
    <dgm:cxn modelId="{7965E1D5-C372-4E8E-A2B6-3DF492701841}" srcId="{C12405E6-B4E9-434D-A526-21CA700DAAB7}" destId="{46F0E1E1-0953-4874-8892-BDBF4E1DAB98}" srcOrd="3" destOrd="0" parTransId="{44EBE070-11FB-4686-91F6-7DC02FAE27B3}" sibTransId="{4C4DD0AB-6753-4425-B3D5-46E3DF918B74}"/>
    <dgm:cxn modelId="{39B6A5F1-437F-4B40-8004-0D89A2036AB5}" type="presOf" srcId="{46F0E1E1-0953-4874-8892-BDBF4E1DAB98}" destId="{B18E17EC-D8D2-4480-9C13-0EB24AED6A12}" srcOrd="0" destOrd="0" presId="urn:microsoft.com/office/officeart/2018/5/layout/IconLeafLabelList"/>
    <dgm:cxn modelId="{6805A7F1-496D-4005-AF3D-B0DC0D81C23A}" type="presOf" srcId="{34BB5EE7-818A-4C60-B040-3EA42E5B2859}" destId="{346E0C65-E472-40A3-BC42-84B6401C687C}" srcOrd="0" destOrd="0" presId="urn:microsoft.com/office/officeart/2018/5/layout/IconLeafLabelList"/>
    <dgm:cxn modelId="{75790F99-817E-46CB-A1DC-9D9278FD1727}" type="presParOf" srcId="{FCB5D3C2-7D53-4605-A099-1BD6BBC530AB}" destId="{77A90DDD-B9DE-4EB3-9428-BE563CE265DF}" srcOrd="0" destOrd="0" presId="urn:microsoft.com/office/officeart/2018/5/layout/IconLeafLabelList"/>
    <dgm:cxn modelId="{DAA531EF-A868-4C96-843F-FE6A7C181A07}" type="presParOf" srcId="{77A90DDD-B9DE-4EB3-9428-BE563CE265DF}" destId="{9DF1291C-ECEA-46DF-A04C-B44A2042F1FD}" srcOrd="0" destOrd="0" presId="urn:microsoft.com/office/officeart/2018/5/layout/IconLeafLabelList"/>
    <dgm:cxn modelId="{63E1025D-EAC5-4D68-A252-0694D9F7D8E5}" type="presParOf" srcId="{77A90DDD-B9DE-4EB3-9428-BE563CE265DF}" destId="{ADFD472B-2599-4568-8C0D-9C2B57C8BD91}" srcOrd="1" destOrd="0" presId="urn:microsoft.com/office/officeart/2018/5/layout/IconLeafLabelList"/>
    <dgm:cxn modelId="{D40BA2FE-5845-48BD-880B-BFA5C2EA9B00}" type="presParOf" srcId="{77A90DDD-B9DE-4EB3-9428-BE563CE265DF}" destId="{46CEDB5A-2432-4AA3-9252-BA962F1A1B75}" srcOrd="2" destOrd="0" presId="urn:microsoft.com/office/officeart/2018/5/layout/IconLeafLabelList"/>
    <dgm:cxn modelId="{63BC7EC6-B792-4102-BD84-C0AE3DF0037C}" type="presParOf" srcId="{77A90DDD-B9DE-4EB3-9428-BE563CE265DF}" destId="{F09DFA4E-6C84-46CA-8A9A-A768458A5840}" srcOrd="3" destOrd="0" presId="urn:microsoft.com/office/officeart/2018/5/layout/IconLeafLabelList"/>
    <dgm:cxn modelId="{BCFD791F-0C0A-4643-9089-7D73C35C24DC}" type="presParOf" srcId="{FCB5D3C2-7D53-4605-A099-1BD6BBC530AB}" destId="{4105948E-081F-401D-A1E2-22196AC4F5BF}" srcOrd="1" destOrd="0" presId="urn:microsoft.com/office/officeart/2018/5/layout/IconLeafLabelList"/>
    <dgm:cxn modelId="{5E567B01-5628-468C-9901-D3A55BFF0F07}" type="presParOf" srcId="{FCB5D3C2-7D53-4605-A099-1BD6BBC530AB}" destId="{E0EDF637-1875-4BC7-8F08-2A430AF185E8}" srcOrd="2" destOrd="0" presId="urn:microsoft.com/office/officeart/2018/5/layout/IconLeafLabelList"/>
    <dgm:cxn modelId="{016C1482-046B-4682-B894-C96EC06D0463}" type="presParOf" srcId="{E0EDF637-1875-4BC7-8F08-2A430AF185E8}" destId="{CA1CE755-BB82-48FA-B203-FB4ED6977920}" srcOrd="0" destOrd="0" presId="urn:microsoft.com/office/officeart/2018/5/layout/IconLeafLabelList"/>
    <dgm:cxn modelId="{507E2E80-1676-4ED1-8878-F2ABF22216DA}" type="presParOf" srcId="{E0EDF637-1875-4BC7-8F08-2A430AF185E8}" destId="{A11E23C1-0618-4D1B-A70C-B346DCE19E63}" srcOrd="1" destOrd="0" presId="urn:microsoft.com/office/officeart/2018/5/layout/IconLeafLabelList"/>
    <dgm:cxn modelId="{45209231-FF06-472F-9C66-CDA88EF7285F}" type="presParOf" srcId="{E0EDF637-1875-4BC7-8F08-2A430AF185E8}" destId="{A97020C9-3898-4262-A496-53FFCE5D3BAE}" srcOrd="2" destOrd="0" presId="urn:microsoft.com/office/officeart/2018/5/layout/IconLeafLabelList"/>
    <dgm:cxn modelId="{CAD31069-2BFC-4507-80B7-93A30ACDC06B}" type="presParOf" srcId="{E0EDF637-1875-4BC7-8F08-2A430AF185E8}" destId="{346E0C65-E472-40A3-BC42-84B6401C687C}" srcOrd="3" destOrd="0" presId="urn:microsoft.com/office/officeart/2018/5/layout/IconLeafLabelList"/>
    <dgm:cxn modelId="{2A1878C6-8F07-4297-9F9C-F81C1CBA7BB8}" type="presParOf" srcId="{FCB5D3C2-7D53-4605-A099-1BD6BBC530AB}" destId="{A6BE58BD-88C3-45AC-9D7E-D1BF5D8B408E}" srcOrd="3" destOrd="0" presId="urn:microsoft.com/office/officeart/2018/5/layout/IconLeafLabelList"/>
    <dgm:cxn modelId="{67A941EC-DDA1-4A27-B0A9-087BAD2008FD}" type="presParOf" srcId="{FCB5D3C2-7D53-4605-A099-1BD6BBC530AB}" destId="{B773B132-3CCC-46C7-9117-83AD68F4E2CF}" srcOrd="4" destOrd="0" presId="urn:microsoft.com/office/officeart/2018/5/layout/IconLeafLabelList"/>
    <dgm:cxn modelId="{22BAAD76-B446-4774-B306-90B8DAD995AD}" type="presParOf" srcId="{B773B132-3CCC-46C7-9117-83AD68F4E2CF}" destId="{AE8E2CCF-2FB8-4BEA-81F9-D8855A3A0FB8}" srcOrd="0" destOrd="0" presId="urn:microsoft.com/office/officeart/2018/5/layout/IconLeafLabelList"/>
    <dgm:cxn modelId="{34EDE220-E147-4264-A00A-0A6DBB587C77}" type="presParOf" srcId="{B773B132-3CCC-46C7-9117-83AD68F4E2CF}" destId="{89B58DC6-41C1-4DF0-923F-82AE59F48E45}" srcOrd="1" destOrd="0" presId="urn:microsoft.com/office/officeart/2018/5/layout/IconLeafLabelList"/>
    <dgm:cxn modelId="{6F5C755E-9CC8-4A33-B4A7-153D6D40AB4D}" type="presParOf" srcId="{B773B132-3CCC-46C7-9117-83AD68F4E2CF}" destId="{8B6F5A5C-5602-4316-AAA9-642451782D46}" srcOrd="2" destOrd="0" presId="urn:microsoft.com/office/officeart/2018/5/layout/IconLeafLabelList"/>
    <dgm:cxn modelId="{8D0871CB-63E8-4E34-9CD1-25C9B51FB49B}" type="presParOf" srcId="{B773B132-3CCC-46C7-9117-83AD68F4E2CF}" destId="{7FF125D3-9CEF-45C4-9694-9D1108763E8A}" srcOrd="3" destOrd="0" presId="urn:microsoft.com/office/officeart/2018/5/layout/IconLeafLabelList"/>
    <dgm:cxn modelId="{53117CFA-35FB-46D6-A97D-145A09791E85}" type="presParOf" srcId="{FCB5D3C2-7D53-4605-A099-1BD6BBC530AB}" destId="{CA8B8E1D-6DF5-4CEC-981D-2147D3311681}" srcOrd="5" destOrd="0" presId="urn:microsoft.com/office/officeart/2018/5/layout/IconLeafLabelList"/>
    <dgm:cxn modelId="{F358789D-4473-4AFF-BEE5-4D7C98E02F80}" type="presParOf" srcId="{FCB5D3C2-7D53-4605-A099-1BD6BBC530AB}" destId="{16A4674B-5986-47CA-AFAD-8D985435ACAB}" srcOrd="6" destOrd="0" presId="urn:microsoft.com/office/officeart/2018/5/layout/IconLeafLabelList"/>
    <dgm:cxn modelId="{3190AA25-98FE-41A5-9E1C-BEC1B7AA2E78}" type="presParOf" srcId="{16A4674B-5986-47CA-AFAD-8D985435ACAB}" destId="{2474E107-66B6-4546-9106-34B4C5A51401}" srcOrd="0" destOrd="0" presId="urn:microsoft.com/office/officeart/2018/5/layout/IconLeafLabelList"/>
    <dgm:cxn modelId="{E7DA05E9-E61C-4DF0-BFE3-6597F75DDBDE}" type="presParOf" srcId="{16A4674B-5986-47CA-AFAD-8D985435ACAB}" destId="{BFB1D9E3-CDBF-452C-8017-F5B58DA96790}" srcOrd="1" destOrd="0" presId="urn:microsoft.com/office/officeart/2018/5/layout/IconLeafLabelList"/>
    <dgm:cxn modelId="{3D00FC78-F9BE-45D9-9117-E6AD1C935A1D}" type="presParOf" srcId="{16A4674B-5986-47CA-AFAD-8D985435ACAB}" destId="{B76D1EE9-ABF7-46F0-85FA-5AEB90709DDE}" srcOrd="2" destOrd="0" presId="urn:microsoft.com/office/officeart/2018/5/layout/IconLeafLabelList"/>
    <dgm:cxn modelId="{44E589E0-9023-4AB1-BAFA-BCB4822A02D5}" type="presParOf" srcId="{16A4674B-5986-47CA-AFAD-8D985435ACAB}" destId="{B18E17EC-D8D2-4480-9C13-0EB24AED6A12}"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6E010438-2248-44E3-BC6B-2B881D668A2C}" type="doc">
      <dgm:prSet loTypeId="urn:microsoft.com/office/officeart/2005/8/layout/vProcess5" loCatId="process" qsTypeId="urn:microsoft.com/office/officeart/2005/8/quickstyle/simple1" qsCatId="simple" csTypeId="urn:microsoft.com/office/officeart/2005/8/colors/colorful1" csCatId="colorful"/>
      <dgm:spPr/>
      <dgm:t>
        <a:bodyPr/>
        <a:lstStyle/>
        <a:p>
          <a:endParaRPr lang="en-US"/>
        </a:p>
      </dgm:t>
    </dgm:pt>
    <dgm:pt modelId="{497530C2-3FF2-4FD4-8337-A51CBEC5DFBA}">
      <dgm:prSet/>
      <dgm:spPr/>
      <dgm:t>
        <a:bodyPr/>
        <a:lstStyle/>
        <a:p>
          <a:r>
            <a:rPr lang="en-GB"/>
            <a:t>Stage will be added to deployment pipeline for dev and test environments</a:t>
          </a:r>
          <a:endParaRPr lang="en-US"/>
        </a:p>
      </dgm:t>
    </dgm:pt>
    <dgm:pt modelId="{B7588174-5A2C-4B13-82A3-7A647C523AAC}" type="parTrans" cxnId="{93C53D32-90E0-49FC-A682-115C4E84DF19}">
      <dgm:prSet/>
      <dgm:spPr/>
      <dgm:t>
        <a:bodyPr/>
        <a:lstStyle/>
        <a:p>
          <a:endParaRPr lang="en-US"/>
        </a:p>
      </dgm:t>
    </dgm:pt>
    <dgm:pt modelId="{65A84BA5-83B8-4A8E-90FC-ABFE0E8BBFFF}" type="sibTrans" cxnId="{93C53D32-90E0-49FC-A682-115C4E84DF19}">
      <dgm:prSet/>
      <dgm:spPr/>
      <dgm:t>
        <a:bodyPr/>
        <a:lstStyle/>
        <a:p>
          <a:endParaRPr lang="en-US"/>
        </a:p>
      </dgm:t>
    </dgm:pt>
    <dgm:pt modelId="{BAB78577-2736-48DE-8EBF-7C73A630BDFC}">
      <dgm:prSet/>
      <dgm:spPr/>
      <dgm:t>
        <a:bodyPr/>
        <a:lstStyle/>
        <a:p>
          <a:r>
            <a:rPr lang="en-GB"/>
            <a:t>This will seed data into SQL and blob storage in Azure for Errors and Omissions</a:t>
          </a:r>
          <a:endParaRPr lang="en-US"/>
        </a:p>
      </dgm:t>
    </dgm:pt>
    <dgm:pt modelId="{E39BE91E-CA95-4F9A-AD46-93965FC2F961}" type="parTrans" cxnId="{4B09893D-346D-4613-98E9-C5A79FC631C3}">
      <dgm:prSet/>
      <dgm:spPr/>
      <dgm:t>
        <a:bodyPr/>
        <a:lstStyle/>
        <a:p>
          <a:endParaRPr lang="en-US"/>
        </a:p>
      </dgm:t>
    </dgm:pt>
    <dgm:pt modelId="{3D07C539-30C4-4CAA-8CCD-76C7BAB42BB7}" type="sibTrans" cxnId="{4B09893D-346D-4613-98E9-C5A79FC631C3}">
      <dgm:prSet/>
      <dgm:spPr/>
      <dgm:t>
        <a:bodyPr/>
        <a:lstStyle/>
        <a:p>
          <a:endParaRPr lang="en-US"/>
        </a:p>
      </dgm:t>
    </dgm:pt>
    <dgm:pt modelId="{7C247D1D-BF37-4CA6-AD91-70F068C41F96}">
      <dgm:prSet/>
      <dgm:spPr/>
      <dgm:t>
        <a:bodyPr/>
        <a:lstStyle/>
        <a:p>
          <a:r>
            <a:rPr lang="en-GB"/>
            <a:t>Done through PowerShell scripts in the pipeline</a:t>
          </a:r>
          <a:endParaRPr lang="en-US"/>
        </a:p>
      </dgm:t>
    </dgm:pt>
    <dgm:pt modelId="{EA7E1C17-1B05-4BFB-8DBD-98A8E35DF57B}" type="parTrans" cxnId="{A6CEC1B5-53E1-43AD-8CA7-77E800FB647A}">
      <dgm:prSet/>
      <dgm:spPr/>
      <dgm:t>
        <a:bodyPr/>
        <a:lstStyle/>
        <a:p>
          <a:endParaRPr lang="en-US"/>
        </a:p>
      </dgm:t>
    </dgm:pt>
    <dgm:pt modelId="{CE0A375B-C635-4D46-8965-A13E04975B78}" type="sibTrans" cxnId="{A6CEC1B5-53E1-43AD-8CA7-77E800FB647A}">
      <dgm:prSet/>
      <dgm:spPr/>
      <dgm:t>
        <a:bodyPr/>
        <a:lstStyle/>
        <a:p>
          <a:endParaRPr lang="en-US"/>
        </a:p>
      </dgm:t>
    </dgm:pt>
    <dgm:pt modelId="{5E5398D9-B128-4B1C-86E8-581572FE4A85}">
      <dgm:prSet/>
      <dgm:spPr/>
      <dgm:t>
        <a:bodyPr/>
        <a:lstStyle/>
        <a:p>
          <a:r>
            <a:rPr lang="en-GB"/>
            <a:t>Records need to be valid</a:t>
          </a:r>
          <a:endParaRPr lang="en-US"/>
        </a:p>
      </dgm:t>
    </dgm:pt>
    <dgm:pt modelId="{58316E7C-773E-4B60-971A-3BC5624CD95F}" type="parTrans" cxnId="{3D062032-1CC3-428D-A45B-96DE4D978357}">
      <dgm:prSet/>
      <dgm:spPr/>
      <dgm:t>
        <a:bodyPr/>
        <a:lstStyle/>
        <a:p>
          <a:endParaRPr lang="en-US"/>
        </a:p>
      </dgm:t>
    </dgm:pt>
    <dgm:pt modelId="{BC4886A7-AD21-4B36-B1AD-87F1156514FE}" type="sibTrans" cxnId="{3D062032-1CC3-428D-A45B-96DE4D978357}">
      <dgm:prSet/>
      <dgm:spPr/>
      <dgm:t>
        <a:bodyPr/>
        <a:lstStyle/>
        <a:p>
          <a:endParaRPr lang="en-US"/>
        </a:p>
      </dgm:t>
    </dgm:pt>
    <dgm:pt modelId="{AAC93C5A-210B-4FCC-B041-AD27222419F6}">
      <dgm:prSet/>
      <dgm:spPr/>
      <dgm:t>
        <a:bodyPr/>
        <a:lstStyle/>
        <a:p>
          <a:r>
            <a:rPr lang="en-GB"/>
            <a:t>Desire to not extend the pipeline runtime too much</a:t>
          </a:r>
          <a:endParaRPr lang="en-US"/>
        </a:p>
      </dgm:t>
    </dgm:pt>
    <dgm:pt modelId="{E39C3F96-A915-469B-9911-16065251C9B2}" type="parTrans" cxnId="{B654DF86-C07E-4622-BEEF-97698082DB9B}">
      <dgm:prSet/>
      <dgm:spPr/>
      <dgm:t>
        <a:bodyPr/>
        <a:lstStyle/>
        <a:p>
          <a:endParaRPr lang="en-US"/>
        </a:p>
      </dgm:t>
    </dgm:pt>
    <dgm:pt modelId="{366E8F7F-EAB8-4DBD-A2CE-9925CDEF1A22}" type="sibTrans" cxnId="{B654DF86-C07E-4622-BEEF-97698082DB9B}">
      <dgm:prSet/>
      <dgm:spPr/>
      <dgm:t>
        <a:bodyPr/>
        <a:lstStyle/>
        <a:p>
          <a:endParaRPr lang="en-US"/>
        </a:p>
      </dgm:t>
    </dgm:pt>
    <dgm:pt modelId="{E94B7271-B1C7-4191-9683-0CF1F7761BCA}" type="pres">
      <dgm:prSet presAssocID="{6E010438-2248-44E3-BC6B-2B881D668A2C}" presName="outerComposite" presStyleCnt="0">
        <dgm:presLayoutVars>
          <dgm:chMax val="5"/>
          <dgm:dir/>
          <dgm:resizeHandles val="exact"/>
        </dgm:presLayoutVars>
      </dgm:prSet>
      <dgm:spPr/>
    </dgm:pt>
    <dgm:pt modelId="{E1C069A3-D6B7-40E0-AD09-E65C1192FD6E}" type="pres">
      <dgm:prSet presAssocID="{6E010438-2248-44E3-BC6B-2B881D668A2C}" presName="dummyMaxCanvas" presStyleCnt="0">
        <dgm:presLayoutVars/>
      </dgm:prSet>
      <dgm:spPr/>
    </dgm:pt>
    <dgm:pt modelId="{AD2D4C6F-85A5-457A-A5D1-936BE811DEEB}" type="pres">
      <dgm:prSet presAssocID="{6E010438-2248-44E3-BC6B-2B881D668A2C}" presName="FiveNodes_1" presStyleLbl="node1" presStyleIdx="0" presStyleCnt="5">
        <dgm:presLayoutVars>
          <dgm:bulletEnabled val="1"/>
        </dgm:presLayoutVars>
      </dgm:prSet>
      <dgm:spPr/>
    </dgm:pt>
    <dgm:pt modelId="{436510A0-EA5B-47A8-8EDF-F87E14EF754C}" type="pres">
      <dgm:prSet presAssocID="{6E010438-2248-44E3-BC6B-2B881D668A2C}" presName="FiveNodes_2" presStyleLbl="node1" presStyleIdx="1" presStyleCnt="5">
        <dgm:presLayoutVars>
          <dgm:bulletEnabled val="1"/>
        </dgm:presLayoutVars>
      </dgm:prSet>
      <dgm:spPr/>
    </dgm:pt>
    <dgm:pt modelId="{413F015D-81B0-4462-A0E5-279E27369CDB}" type="pres">
      <dgm:prSet presAssocID="{6E010438-2248-44E3-BC6B-2B881D668A2C}" presName="FiveNodes_3" presStyleLbl="node1" presStyleIdx="2" presStyleCnt="5">
        <dgm:presLayoutVars>
          <dgm:bulletEnabled val="1"/>
        </dgm:presLayoutVars>
      </dgm:prSet>
      <dgm:spPr/>
    </dgm:pt>
    <dgm:pt modelId="{F9DBCCBF-DCAF-403B-888C-55E5071381B1}" type="pres">
      <dgm:prSet presAssocID="{6E010438-2248-44E3-BC6B-2B881D668A2C}" presName="FiveNodes_4" presStyleLbl="node1" presStyleIdx="3" presStyleCnt="5">
        <dgm:presLayoutVars>
          <dgm:bulletEnabled val="1"/>
        </dgm:presLayoutVars>
      </dgm:prSet>
      <dgm:spPr/>
    </dgm:pt>
    <dgm:pt modelId="{C104822B-B346-479F-981B-2D68FCC4D2A0}" type="pres">
      <dgm:prSet presAssocID="{6E010438-2248-44E3-BC6B-2B881D668A2C}" presName="FiveNodes_5" presStyleLbl="node1" presStyleIdx="4" presStyleCnt="5">
        <dgm:presLayoutVars>
          <dgm:bulletEnabled val="1"/>
        </dgm:presLayoutVars>
      </dgm:prSet>
      <dgm:spPr/>
    </dgm:pt>
    <dgm:pt modelId="{B1C8B839-D0F3-4BD6-8ABD-21A4B07473EA}" type="pres">
      <dgm:prSet presAssocID="{6E010438-2248-44E3-BC6B-2B881D668A2C}" presName="FiveConn_1-2" presStyleLbl="fgAccFollowNode1" presStyleIdx="0" presStyleCnt="4">
        <dgm:presLayoutVars>
          <dgm:bulletEnabled val="1"/>
        </dgm:presLayoutVars>
      </dgm:prSet>
      <dgm:spPr/>
    </dgm:pt>
    <dgm:pt modelId="{7ADA6837-05FD-412B-BEDA-9991A744377E}" type="pres">
      <dgm:prSet presAssocID="{6E010438-2248-44E3-BC6B-2B881D668A2C}" presName="FiveConn_2-3" presStyleLbl="fgAccFollowNode1" presStyleIdx="1" presStyleCnt="4">
        <dgm:presLayoutVars>
          <dgm:bulletEnabled val="1"/>
        </dgm:presLayoutVars>
      </dgm:prSet>
      <dgm:spPr/>
    </dgm:pt>
    <dgm:pt modelId="{BE7C3F49-3507-4452-BC77-2B996E5E4D78}" type="pres">
      <dgm:prSet presAssocID="{6E010438-2248-44E3-BC6B-2B881D668A2C}" presName="FiveConn_3-4" presStyleLbl="fgAccFollowNode1" presStyleIdx="2" presStyleCnt="4">
        <dgm:presLayoutVars>
          <dgm:bulletEnabled val="1"/>
        </dgm:presLayoutVars>
      </dgm:prSet>
      <dgm:spPr/>
    </dgm:pt>
    <dgm:pt modelId="{F79B3EFE-D367-49BA-9B87-5DD724F2706C}" type="pres">
      <dgm:prSet presAssocID="{6E010438-2248-44E3-BC6B-2B881D668A2C}" presName="FiveConn_4-5" presStyleLbl="fgAccFollowNode1" presStyleIdx="3" presStyleCnt="4">
        <dgm:presLayoutVars>
          <dgm:bulletEnabled val="1"/>
        </dgm:presLayoutVars>
      </dgm:prSet>
      <dgm:spPr/>
    </dgm:pt>
    <dgm:pt modelId="{CB0F7297-AC90-48E8-84AB-A20D94A93838}" type="pres">
      <dgm:prSet presAssocID="{6E010438-2248-44E3-BC6B-2B881D668A2C}" presName="FiveNodes_1_text" presStyleLbl="node1" presStyleIdx="4" presStyleCnt="5">
        <dgm:presLayoutVars>
          <dgm:bulletEnabled val="1"/>
        </dgm:presLayoutVars>
      </dgm:prSet>
      <dgm:spPr/>
    </dgm:pt>
    <dgm:pt modelId="{E6455D5B-0234-47A5-9F1B-3B65F366BCA9}" type="pres">
      <dgm:prSet presAssocID="{6E010438-2248-44E3-BC6B-2B881D668A2C}" presName="FiveNodes_2_text" presStyleLbl="node1" presStyleIdx="4" presStyleCnt="5">
        <dgm:presLayoutVars>
          <dgm:bulletEnabled val="1"/>
        </dgm:presLayoutVars>
      </dgm:prSet>
      <dgm:spPr/>
    </dgm:pt>
    <dgm:pt modelId="{F4CA8F91-F474-431D-9F82-18522707840C}" type="pres">
      <dgm:prSet presAssocID="{6E010438-2248-44E3-BC6B-2B881D668A2C}" presName="FiveNodes_3_text" presStyleLbl="node1" presStyleIdx="4" presStyleCnt="5">
        <dgm:presLayoutVars>
          <dgm:bulletEnabled val="1"/>
        </dgm:presLayoutVars>
      </dgm:prSet>
      <dgm:spPr/>
    </dgm:pt>
    <dgm:pt modelId="{C38989B3-3B9C-4C6B-915E-C714F795495A}" type="pres">
      <dgm:prSet presAssocID="{6E010438-2248-44E3-BC6B-2B881D668A2C}" presName="FiveNodes_4_text" presStyleLbl="node1" presStyleIdx="4" presStyleCnt="5">
        <dgm:presLayoutVars>
          <dgm:bulletEnabled val="1"/>
        </dgm:presLayoutVars>
      </dgm:prSet>
      <dgm:spPr/>
    </dgm:pt>
    <dgm:pt modelId="{4BCD7238-EE00-4045-80F9-86D75E5257A8}" type="pres">
      <dgm:prSet presAssocID="{6E010438-2248-44E3-BC6B-2B881D668A2C}" presName="FiveNodes_5_text" presStyleLbl="node1" presStyleIdx="4" presStyleCnt="5">
        <dgm:presLayoutVars>
          <dgm:bulletEnabled val="1"/>
        </dgm:presLayoutVars>
      </dgm:prSet>
      <dgm:spPr/>
    </dgm:pt>
  </dgm:ptLst>
  <dgm:cxnLst>
    <dgm:cxn modelId="{A5B2CE15-74F3-4FAA-AFEF-17D3833CC9CD}" type="presOf" srcId="{3D07C539-30C4-4CAA-8CCD-76C7BAB42BB7}" destId="{7ADA6837-05FD-412B-BEDA-9991A744377E}" srcOrd="0" destOrd="0" presId="urn:microsoft.com/office/officeart/2005/8/layout/vProcess5"/>
    <dgm:cxn modelId="{3D865B18-AD0F-4E66-902B-9C7DBCB6CE20}" type="presOf" srcId="{AAC93C5A-210B-4FCC-B041-AD27222419F6}" destId="{4BCD7238-EE00-4045-80F9-86D75E5257A8}" srcOrd="1" destOrd="0" presId="urn:microsoft.com/office/officeart/2005/8/layout/vProcess5"/>
    <dgm:cxn modelId="{EBDFA318-FCCC-4831-99BA-7B1859176FB4}" type="presOf" srcId="{6E010438-2248-44E3-BC6B-2B881D668A2C}" destId="{E94B7271-B1C7-4191-9683-0CF1F7761BCA}" srcOrd="0" destOrd="0" presId="urn:microsoft.com/office/officeart/2005/8/layout/vProcess5"/>
    <dgm:cxn modelId="{24A19E24-882C-4F1F-BEA3-C6A995C104C5}" type="presOf" srcId="{AAC93C5A-210B-4FCC-B041-AD27222419F6}" destId="{C104822B-B346-479F-981B-2D68FCC4D2A0}" srcOrd="0" destOrd="0" presId="urn:microsoft.com/office/officeart/2005/8/layout/vProcess5"/>
    <dgm:cxn modelId="{148DB72C-FF24-4458-ABE3-293C824082C3}" type="presOf" srcId="{BC4886A7-AD21-4B36-B1AD-87F1156514FE}" destId="{F79B3EFE-D367-49BA-9B87-5DD724F2706C}" srcOrd="0" destOrd="0" presId="urn:microsoft.com/office/officeart/2005/8/layout/vProcess5"/>
    <dgm:cxn modelId="{3D062032-1CC3-428D-A45B-96DE4D978357}" srcId="{6E010438-2248-44E3-BC6B-2B881D668A2C}" destId="{5E5398D9-B128-4B1C-86E8-581572FE4A85}" srcOrd="3" destOrd="0" parTransId="{58316E7C-773E-4B60-971A-3BC5624CD95F}" sibTransId="{BC4886A7-AD21-4B36-B1AD-87F1156514FE}"/>
    <dgm:cxn modelId="{93C53D32-90E0-49FC-A682-115C4E84DF19}" srcId="{6E010438-2248-44E3-BC6B-2B881D668A2C}" destId="{497530C2-3FF2-4FD4-8337-A51CBEC5DFBA}" srcOrd="0" destOrd="0" parTransId="{B7588174-5A2C-4B13-82A3-7A647C523AAC}" sibTransId="{65A84BA5-83B8-4A8E-90FC-ABFE0E8BBFFF}"/>
    <dgm:cxn modelId="{4B09893D-346D-4613-98E9-C5A79FC631C3}" srcId="{6E010438-2248-44E3-BC6B-2B881D668A2C}" destId="{BAB78577-2736-48DE-8EBF-7C73A630BDFC}" srcOrd="1" destOrd="0" parTransId="{E39BE91E-CA95-4F9A-AD46-93965FC2F961}" sibTransId="{3D07C539-30C4-4CAA-8CCD-76C7BAB42BB7}"/>
    <dgm:cxn modelId="{2215D55B-603F-47D8-9B9B-7F7DC8E03B23}" type="presOf" srcId="{65A84BA5-83B8-4A8E-90FC-ABFE0E8BBFFF}" destId="{B1C8B839-D0F3-4BD6-8ABD-21A4B07473EA}" srcOrd="0" destOrd="0" presId="urn:microsoft.com/office/officeart/2005/8/layout/vProcess5"/>
    <dgm:cxn modelId="{122E6349-DABF-4406-877B-14B62FE2A5E0}" type="presOf" srcId="{5E5398D9-B128-4B1C-86E8-581572FE4A85}" destId="{C38989B3-3B9C-4C6B-915E-C714F795495A}" srcOrd="1" destOrd="0" presId="urn:microsoft.com/office/officeart/2005/8/layout/vProcess5"/>
    <dgm:cxn modelId="{B654DF86-C07E-4622-BEEF-97698082DB9B}" srcId="{6E010438-2248-44E3-BC6B-2B881D668A2C}" destId="{AAC93C5A-210B-4FCC-B041-AD27222419F6}" srcOrd="4" destOrd="0" parTransId="{E39C3F96-A915-469B-9911-16065251C9B2}" sibTransId="{366E8F7F-EAB8-4DBD-A2CE-9925CDEF1A22}"/>
    <dgm:cxn modelId="{66D10687-1AD3-46EB-859D-BCE194F126CF}" type="presOf" srcId="{5E5398D9-B128-4B1C-86E8-581572FE4A85}" destId="{F9DBCCBF-DCAF-403B-888C-55E5071381B1}" srcOrd="0" destOrd="0" presId="urn:microsoft.com/office/officeart/2005/8/layout/vProcess5"/>
    <dgm:cxn modelId="{83013D93-FDB5-495A-9D99-F03FD7D16513}" type="presOf" srcId="{7C247D1D-BF37-4CA6-AD91-70F068C41F96}" destId="{413F015D-81B0-4462-A0E5-279E27369CDB}" srcOrd="0" destOrd="0" presId="urn:microsoft.com/office/officeart/2005/8/layout/vProcess5"/>
    <dgm:cxn modelId="{E83F65AA-5E26-4407-91C8-F8BDD1F1ACE6}" type="presOf" srcId="{7C247D1D-BF37-4CA6-AD91-70F068C41F96}" destId="{F4CA8F91-F474-431D-9F82-18522707840C}" srcOrd="1" destOrd="0" presId="urn:microsoft.com/office/officeart/2005/8/layout/vProcess5"/>
    <dgm:cxn modelId="{B300AFB3-97D1-48E6-83CE-5D1B57D08E5B}" type="presOf" srcId="{CE0A375B-C635-4D46-8965-A13E04975B78}" destId="{BE7C3F49-3507-4452-BC77-2B996E5E4D78}" srcOrd="0" destOrd="0" presId="urn:microsoft.com/office/officeart/2005/8/layout/vProcess5"/>
    <dgm:cxn modelId="{A6CEC1B5-53E1-43AD-8CA7-77E800FB647A}" srcId="{6E010438-2248-44E3-BC6B-2B881D668A2C}" destId="{7C247D1D-BF37-4CA6-AD91-70F068C41F96}" srcOrd="2" destOrd="0" parTransId="{EA7E1C17-1B05-4BFB-8DBD-98A8E35DF57B}" sibTransId="{CE0A375B-C635-4D46-8965-A13E04975B78}"/>
    <dgm:cxn modelId="{FB29B2C9-9DE5-49E4-9BE7-119A24FE34A6}" type="presOf" srcId="{497530C2-3FF2-4FD4-8337-A51CBEC5DFBA}" destId="{AD2D4C6F-85A5-457A-A5D1-936BE811DEEB}" srcOrd="0" destOrd="0" presId="urn:microsoft.com/office/officeart/2005/8/layout/vProcess5"/>
    <dgm:cxn modelId="{09E99BD2-F39D-4C0A-AE4C-F25B37D14F3E}" type="presOf" srcId="{BAB78577-2736-48DE-8EBF-7C73A630BDFC}" destId="{E6455D5B-0234-47A5-9F1B-3B65F366BCA9}" srcOrd="1" destOrd="0" presId="urn:microsoft.com/office/officeart/2005/8/layout/vProcess5"/>
    <dgm:cxn modelId="{AEBCC8EA-AE08-4574-9B2A-00897758D6E9}" type="presOf" srcId="{497530C2-3FF2-4FD4-8337-A51CBEC5DFBA}" destId="{CB0F7297-AC90-48E8-84AB-A20D94A93838}" srcOrd="1" destOrd="0" presId="urn:microsoft.com/office/officeart/2005/8/layout/vProcess5"/>
    <dgm:cxn modelId="{C184C3F7-C497-4FFB-AD43-C4E3C0A29B0B}" type="presOf" srcId="{BAB78577-2736-48DE-8EBF-7C73A630BDFC}" destId="{436510A0-EA5B-47A8-8EDF-F87E14EF754C}" srcOrd="0" destOrd="0" presId="urn:microsoft.com/office/officeart/2005/8/layout/vProcess5"/>
    <dgm:cxn modelId="{563A2085-6931-4BBB-AEC9-A7DC8130F078}" type="presParOf" srcId="{E94B7271-B1C7-4191-9683-0CF1F7761BCA}" destId="{E1C069A3-D6B7-40E0-AD09-E65C1192FD6E}" srcOrd="0" destOrd="0" presId="urn:microsoft.com/office/officeart/2005/8/layout/vProcess5"/>
    <dgm:cxn modelId="{F66229D0-E07F-48DA-9D68-437C51DADD6A}" type="presParOf" srcId="{E94B7271-B1C7-4191-9683-0CF1F7761BCA}" destId="{AD2D4C6F-85A5-457A-A5D1-936BE811DEEB}" srcOrd="1" destOrd="0" presId="urn:microsoft.com/office/officeart/2005/8/layout/vProcess5"/>
    <dgm:cxn modelId="{E4E0D761-54DE-4542-9E8A-C0F77F0D9352}" type="presParOf" srcId="{E94B7271-B1C7-4191-9683-0CF1F7761BCA}" destId="{436510A0-EA5B-47A8-8EDF-F87E14EF754C}" srcOrd="2" destOrd="0" presId="urn:microsoft.com/office/officeart/2005/8/layout/vProcess5"/>
    <dgm:cxn modelId="{9512F99D-9E92-4F4B-81CB-6587CC1AB6E0}" type="presParOf" srcId="{E94B7271-B1C7-4191-9683-0CF1F7761BCA}" destId="{413F015D-81B0-4462-A0E5-279E27369CDB}" srcOrd="3" destOrd="0" presId="urn:microsoft.com/office/officeart/2005/8/layout/vProcess5"/>
    <dgm:cxn modelId="{48081900-EE8D-4058-AEE9-DF752C3E5B22}" type="presParOf" srcId="{E94B7271-B1C7-4191-9683-0CF1F7761BCA}" destId="{F9DBCCBF-DCAF-403B-888C-55E5071381B1}" srcOrd="4" destOrd="0" presId="urn:microsoft.com/office/officeart/2005/8/layout/vProcess5"/>
    <dgm:cxn modelId="{521F71DA-5443-4A01-88AE-BF4CD3F254B3}" type="presParOf" srcId="{E94B7271-B1C7-4191-9683-0CF1F7761BCA}" destId="{C104822B-B346-479F-981B-2D68FCC4D2A0}" srcOrd="5" destOrd="0" presId="urn:microsoft.com/office/officeart/2005/8/layout/vProcess5"/>
    <dgm:cxn modelId="{33736D1C-7969-4B40-9AE6-4D437D890ACD}" type="presParOf" srcId="{E94B7271-B1C7-4191-9683-0CF1F7761BCA}" destId="{B1C8B839-D0F3-4BD6-8ABD-21A4B07473EA}" srcOrd="6" destOrd="0" presId="urn:microsoft.com/office/officeart/2005/8/layout/vProcess5"/>
    <dgm:cxn modelId="{21D55E77-F192-42A9-9B46-6AF0972C6198}" type="presParOf" srcId="{E94B7271-B1C7-4191-9683-0CF1F7761BCA}" destId="{7ADA6837-05FD-412B-BEDA-9991A744377E}" srcOrd="7" destOrd="0" presId="urn:microsoft.com/office/officeart/2005/8/layout/vProcess5"/>
    <dgm:cxn modelId="{3402544A-6F38-4C2F-B3BD-AD482D7DFBD8}" type="presParOf" srcId="{E94B7271-B1C7-4191-9683-0CF1F7761BCA}" destId="{BE7C3F49-3507-4452-BC77-2B996E5E4D78}" srcOrd="8" destOrd="0" presId="urn:microsoft.com/office/officeart/2005/8/layout/vProcess5"/>
    <dgm:cxn modelId="{40AD933A-2CDA-495C-A44D-568CBEA8F67C}" type="presParOf" srcId="{E94B7271-B1C7-4191-9683-0CF1F7761BCA}" destId="{F79B3EFE-D367-49BA-9B87-5DD724F2706C}" srcOrd="9" destOrd="0" presId="urn:microsoft.com/office/officeart/2005/8/layout/vProcess5"/>
    <dgm:cxn modelId="{51B352B6-1B6B-44C9-8BC7-FC0B44A7D423}" type="presParOf" srcId="{E94B7271-B1C7-4191-9683-0CF1F7761BCA}" destId="{CB0F7297-AC90-48E8-84AB-A20D94A93838}" srcOrd="10" destOrd="0" presId="urn:microsoft.com/office/officeart/2005/8/layout/vProcess5"/>
    <dgm:cxn modelId="{5D10CD9F-1610-44F9-86BD-E8AE547AD48B}" type="presParOf" srcId="{E94B7271-B1C7-4191-9683-0CF1F7761BCA}" destId="{E6455D5B-0234-47A5-9F1B-3B65F366BCA9}" srcOrd="11" destOrd="0" presId="urn:microsoft.com/office/officeart/2005/8/layout/vProcess5"/>
    <dgm:cxn modelId="{D7CF832E-3398-483D-A120-3D5342EAB5E5}" type="presParOf" srcId="{E94B7271-B1C7-4191-9683-0CF1F7761BCA}" destId="{F4CA8F91-F474-431D-9F82-18522707840C}" srcOrd="12" destOrd="0" presId="urn:microsoft.com/office/officeart/2005/8/layout/vProcess5"/>
    <dgm:cxn modelId="{B3AAAC32-E415-4357-ADDC-3A7796492270}" type="presParOf" srcId="{E94B7271-B1C7-4191-9683-0CF1F7761BCA}" destId="{C38989B3-3B9C-4C6B-915E-C714F795495A}" srcOrd="13" destOrd="0" presId="urn:microsoft.com/office/officeart/2005/8/layout/vProcess5"/>
    <dgm:cxn modelId="{A4ED5EB4-B597-4998-A98D-29949ED7991B}" type="presParOf" srcId="{E94B7271-B1C7-4191-9683-0CF1F7761BCA}" destId="{4BCD7238-EE00-4045-80F9-86D75E5257A8}" srcOrd="14" destOrd="0" presId="urn:microsoft.com/office/officeart/2005/8/layout/v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47E917E-9736-4BC6-BF3E-77F18E25E0F4}" type="doc">
      <dgm:prSet loTypeId="urn:microsoft.com/office/officeart/2005/8/layout/default" loCatId="list" qsTypeId="urn:microsoft.com/office/officeart/2005/8/quickstyle/simple1" qsCatId="simple" csTypeId="urn:microsoft.com/office/officeart/2005/8/colors/colorful1" csCatId="colorful"/>
      <dgm:spPr/>
      <dgm:t>
        <a:bodyPr/>
        <a:lstStyle/>
        <a:p>
          <a:endParaRPr lang="en-US"/>
        </a:p>
      </dgm:t>
    </dgm:pt>
    <dgm:pt modelId="{1166C546-CD84-4E68-B225-87FACE057A1D}">
      <dgm:prSet/>
      <dgm:spPr/>
      <dgm:t>
        <a:bodyPr/>
        <a:lstStyle/>
        <a:p>
          <a:r>
            <a:rPr lang="en-GB" dirty="0"/>
            <a:t>4 records to be added to the database</a:t>
          </a:r>
          <a:endParaRPr lang="en-US" dirty="0"/>
        </a:p>
      </dgm:t>
    </dgm:pt>
    <dgm:pt modelId="{333C56EE-B44C-4269-90DA-F8F2C3783D5A}" type="parTrans" cxnId="{7800FEB0-7448-4181-BB84-20966D0F461C}">
      <dgm:prSet/>
      <dgm:spPr/>
      <dgm:t>
        <a:bodyPr/>
        <a:lstStyle/>
        <a:p>
          <a:endParaRPr lang="en-US"/>
        </a:p>
      </dgm:t>
    </dgm:pt>
    <dgm:pt modelId="{9F33D40A-301A-4E1F-A6E6-6F1EF32B1249}" type="sibTrans" cxnId="{7800FEB0-7448-4181-BB84-20966D0F461C}">
      <dgm:prSet/>
      <dgm:spPr/>
      <dgm:t>
        <a:bodyPr/>
        <a:lstStyle/>
        <a:p>
          <a:endParaRPr lang="en-US"/>
        </a:p>
      </dgm:t>
    </dgm:pt>
    <dgm:pt modelId="{BC6B1FE6-00DC-48B4-A10E-610A8F47CEDA}">
      <dgm:prSet/>
      <dgm:spPr/>
      <dgm:t>
        <a:bodyPr/>
        <a:lstStyle/>
        <a:p>
          <a:r>
            <a:rPr lang="en-GB"/>
            <a:t>1 record added afterwards that contains an attached image (DB and blob storage)</a:t>
          </a:r>
          <a:endParaRPr lang="en-US"/>
        </a:p>
      </dgm:t>
    </dgm:pt>
    <dgm:pt modelId="{61D9D9C7-B723-413B-A42F-6D2C76048CEA}" type="parTrans" cxnId="{55771356-6100-4FCE-891E-AB0B9F2791F8}">
      <dgm:prSet/>
      <dgm:spPr/>
      <dgm:t>
        <a:bodyPr/>
        <a:lstStyle/>
        <a:p>
          <a:endParaRPr lang="en-US"/>
        </a:p>
      </dgm:t>
    </dgm:pt>
    <dgm:pt modelId="{0CB12587-5418-4F9E-9D19-8673D6D8B6FF}" type="sibTrans" cxnId="{55771356-6100-4FCE-891E-AB0B9F2791F8}">
      <dgm:prSet/>
      <dgm:spPr/>
      <dgm:t>
        <a:bodyPr/>
        <a:lstStyle/>
        <a:p>
          <a:endParaRPr lang="en-US"/>
        </a:p>
      </dgm:t>
    </dgm:pt>
    <dgm:pt modelId="{B9EDEEC5-588B-483D-AC55-1FD2157390B4}">
      <dgm:prSet/>
      <dgm:spPr/>
      <dgm:t>
        <a:bodyPr/>
        <a:lstStyle/>
        <a:p>
          <a:r>
            <a:rPr lang="en-GB"/>
            <a:t>Data seeding pipeline is not extended by 10% over previous deployment time (15min 28sec)</a:t>
          </a:r>
          <a:endParaRPr lang="en-US"/>
        </a:p>
      </dgm:t>
    </dgm:pt>
    <dgm:pt modelId="{24250768-0817-493B-8790-8BEADAF7F5C7}" type="parTrans" cxnId="{87EB7B6B-6D7E-4B44-8B6E-0CA9CF287528}">
      <dgm:prSet/>
      <dgm:spPr/>
      <dgm:t>
        <a:bodyPr/>
        <a:lstStyle/>
        <a:p>
          <a:endParaRPr lang="en-US"/>
        </a:p>
      </dgm:t>
    </dgm:pt>
    <dgm:pt modelId="{B55F9119-4E5A-4031-9415-3030F05BF079}" type="sibTrans" cxnId="{87EB7B6B-6D7E-4B44-8B6E-0CA9CF287528}">
      <dgm:prSet/>
      <dgm:spPr/>
      <dgm:t>
        <a:bodyPr/>
        <a:lstStyle/>
        <a:p>
          <a:endParaRPr lang="en-US"/>
        </a:p>
      </dgm:t>
    </dgm:pt>
    <dgm:pt modelId="{4EDB4F92-8AF8-48BC-9D07-C5ABCF161EA5}">
      <dgm:prSet/>
      <dgm:spPr/>
      <dgm:t>
        <a:bodyPr/>
        <a:lstStyle/>
        <a:p>
          <a:r>
            <a:rPr lang="en-GB"/>
            <a:t>All code merged is reviewed and approved during PR</a:t>
          </a:r>
          <a:endParaRPr lang="en-US"/>
        </a:p>
      </dgm:t>
    </dgm:pt>
    <dgm:pt modelId="{385E62D9-3909-498C-81D1-4A21634C45F1}" type="parTrans" cxnId="{0F983CE2-7B3D-45B7-AFD8-5B14D84DEFD0}">
      <dgm:prSet/>
      <dgm:spPr/>
      <dgm:t>
        <a:bodyPr/>
        <a:lstStyle/>
        <a:p>
          <a:endParaRPr lang="en-US"/>
        </a:p>
      </dgm:t>
    </dgm:pt>
    <dgm:pt modelId="{1DE7520B-E3F6-44BD-90E4-39D1D5E881C8}" type="sibTrans" cxnId="{0F983CE2-7B3D-45B7-AFD8-5B14D84DEFD0}">
      <dgm:prSet/>
      <dgm:spPr/>
      <dgm:t>
        <a:bodyPr/>
        <a:lstStyle/>
        <a:p>
          <a:endParaRPr lang="en-US"/>
        </a:p>
      </dgm:t>
    </dgm:pt>
    <dgm:pt modelId="{F787E23D-EE77-465C-A469-62BE280ED20E}">
      <dgm:prSet/>
      <dgm:spPr/>
      <dgm:t>
        <a:bodyPr/>
        <a:lstStyle/>
        <a:p>
          <a:r>
            <a:rPr lang="en-GB"/>
            <a:t>Documentation about data seeding script / local frontend is produced</a:t>
          </a:r>
          <a:endParaRPr lang="en-US"/>
        </a:p>
      </dgm:t>
    </dgm:pt>
    <dgm:pt modelId="{B8F953AD-980E-44D4-91DC-7F6BB6E0512A}" type="parTrans" cxnId="{5E4B0F08-DCEE-4091-A16E-BCF29C263943}">
      <dgm:prSet/>
      <dgm:spPr/>
      <dgm:t>
        <a:bodyPr/>
        <a:lstStyle/>
        <a:p>
          <a:endParaRPr lang="en-US"/>
        </a:p>
      </dgm:t>
    </dgm:pt>
    <dgm:pt modelId="{5B11285C-0785-4B62-8321-599034C4863F}" type="sibTrans" cxnId="{5E4B0F08-DCEE-4091-A16E-BCF29C263943}">
      <dgm:prSet/>
      <dgm:spPr/>
      <dgm:t>
        <a:bodyPr/>
        <a:lstStyle/>
        <a:p>
          <a:endParaRPr lang="en-US"/>
        </a:p>
      </dgm:t>
    </dgm:pt>
    <dgm:pt modelId="{10654782-1EDD-4B90-835E-3DAC212D9FD1}" type="pres">
      <dgm:prSet presAssocID="{D47E917E-9736-4BC6-BF3E-77F18E25E0F4}" presName="diagram" presStyleCnt="0">
        <dgm:presLayoutVars>
          <dgm:dir/>
          <dgm:resizeHandles val="exact"/>
        </dgm:presLayoutVars>
      </dgm:prSet>
      <dgm:spPr/>
    </dgm:pt>
    <dgm:pt modelId="{A2927905-4C96-4D2B-B764-BF5AD87923F1}" type="pres">
      <dgm:prSet presAssocID="{1166C546-CD84-4E68-B225-87FACE057A1D}" presName="node" presStyleLbl="node1" presStyleIdx="0" presStyleCnt="5">
        <dgm:presLayoutVars>
          <dgm:bulletEnabled val="1"/>
        </dgm:presLayoutVars>
      </dgm:prSet>
      <dgm:spPr/>
    </dgm:pt>
    <dgm:pt modelId="{800E2982-D2D8-4387-8F58-EDDBAEAD58A0}" type="pres">
      <dgm:prSet presAssocID="{9F33D40A-301A-4E1F-A6E6-6F1EF32B1249}" presName="sibTrans" presStyleCnt="0"/>
      <dgm:spPr/>
    </dgm:pt>
    <dgm:pt modelId="{F5F24157-CE75-46C5-BAD0-20941BDFBC82}" type="pres">
      <dgm:prSet presAssocID="{BC6B1FE6-00DC-48B4-A10E-610A8F47CEDA}" presName="node" presStyleLbl="node1" presStyleIdx="1" presStyleCnt="5">
        <dgm:presLayoutVars>
          <dgm:bulletEnabled val="1"/>
        </dgm:presLayoutVars>
      </dgm:prSet>
      <dgm:spPr/>
    </dgm:pt>
    <dgm:pt modelId="{DE0730A4-32DD-4BC5-8EF5-A3308887D140}" type="pres">
      <dgm:prSet presAssocID="{0CB12587-5418-4F9E-9D19-8673D6D8B6FF}" presName="sibTrans" presStyleCnt="0"/>
      <dgm:spPr/>
    </dgm:pt>
    <dgm:pt modelId="{0189AFB8-779D-4D0D-A141-A49B55039595}" type="pres">
      <dgm:prSet presAssocID="{B9EDEEC5-588B-483D-AC55-1FD2157390B4}" presName="node" presStyleLbl="node1" presStyleIdx="2" presStyleCnt="5">
        <dgm:presLayoutVars>
          <dgm:bulletEnabled val="1"/>
        </dgm:presLayoutVars>
      </dgm:prSet>
      <dgm:spPr/>
    </dgm:pt>
    <dgm:pt modelId="{9D3EC2A0-B1CA-4851-BCD0-B9171469083B}" type="pres">
      <dgm:prSet presAssocID="{B55F9119-4E5A-4031-9415-3030F05BF079}" presName="sibTrans" presStyleCnt="0"/>
      <dgm:spPr/>
    </dgm:pt>
    <dgm:pt modelId="{41F023E8-8741-4646-84F3-BC1ED0553D1D}" type="pres">
      <dgm:prSet presAssocID="{4EDB4F92-8AF8-48BC-9D07-C5ABCF161EA5}" presName="node" presStyleLbl="node1" presStyleIdx="3" presStyleCnt="5">
        <dgm:presLayoutVars>
          <dgm:bulletEnabled val="1"/>
        </dgm:presLayoutVars>
      </dgm:prSet>
      <dgm:spPr/>
    </dgm:pt>
    <dgm:pt modelId="{4FE56146-48AC-478F-9271-DC040DC283A0}" type="pres">
      <dgm:prSet presAssocID="{1DE7520B-E3F6-44BD-90E4-39D1D5E881C8}" presName="sibTrans" presStyleCnt="0"/>
      <dgm:spPr/>
    </dgm:pt>
    <dgm:pt modelId="{B9D6207E-804B-425B-AA4B-3FD7ED6FBED4}" type="pres">
      <dgm:prSet presAssocID="{F787E23D-EE77-465C-A469-62BE280ED20E}" presName="node" presStyleLbl="node1" presStyleIdx="4" presStyleCnt="5">
        <dgm:presLayoutVars>
          <dgm:bulletEnabled val="1"/>
        </dgm:presLayoutVars>
      </dgm:prSet>
      <dgm:spPr/>
    </dgm:pt>
  </dgm:ptLst>
  <dgm:cxnLst>
    <dgm:cxn modelId="{5E4B0F08-DCEE-4091-A16E-BCF29C263943}" srcId="{D47E917E-9736-4BC6-BF3E-77F18E25E0F4}" destId="{F787E23D-EE77-465C-A469-62BE280ED20E}" srcOrd="4" destOrd="0" parTransId="{B8F953AD-980E-44D4-91DC-7F6BB6E0512A}" sibTransId="{5B11285C-0785-4B62-8321-599034C4863F}"/>
    <dgm:cxn modelId="{2812452C-3ECF-4DA7-9129-B85C4BF326EE}" type="presOf" srcId="{1166C546-CD84-4E68-B225-87FACE057A1D}" destId="{A2927905-4C96-4D2B-B764-BF5AD87923F1}" srcOrd="0" destOrd="0" presId="urn:microsoft.com/office/officeart/2005/8/layout/default"/>
    <dgm:cxn modelId="{B7DEA039-8139-494A-86E8-A13FCC58A6A3}" type="presOf" srcId="{4EDB4F92-8AF8-48BC-9D07-C5ABCF161EA5}" destId="{41F023E8-8741-4646-84F3-BC1ED0553D1D}" srcOrd="0" destOrd="0" presId="urn:microsoft.com/office/officeart/2005/8/layout/default"/>
    <dgm:cxn modelId="{E4160F45-3385-4C78-B2B3-0132D7F4D43C}" type="presOf" srcId="{D47E917E-9736-4BC6-BF3E-77F18E25E0F4}" destId="{10654782-1EDD-4B90-835E-3DAC212D9FD1}" srcOrd="0" destOrd="0" presId="urn:microsoft.com/office/officeart/2005/8/layout/default"/>
    <dgm:cxn modelId="{87EB7B6B-6D7E-4B44-8B6E-0CA9CF287528}" srcId="{D47E917E-9736-4BC6-BF3E-77F18E25E0F4}" destId="{B9EDEEC5-588B-483D-AC55-1FD2157390B4}" srcOrd="2" destOrd="0" parTransId="{24250768-0817-493B-8790-8BEADAF7F5C7}" sibTransId="{B55F9119-4E5A-4031-9415-3030F05BF079}"/>
    <dgm:cxn modelId="{55771356-6100-4FCE-891E-AB0B9F2791F8}" srcId="{D47E917E-9736-4BC6-BF3E-77F18E25E0F4}" destId="{BC6B1FE6-00DC-48B4-A10E-610A8F47CEDA}" srcOrd="1" destOrd="0" parTransId="{61D9D9C7-B723-413B-A42F-6D2C76048CEA}" sibTransId="{0CB12587-5418-4F9E-9D19-8673D6D8B6FF}"/>
    <dgm:cxn modelId="{86CDA557-EFA6-4884-B8A1-E5D81B6D8DAE}" type="presOf" srcId="{B9EDEEC5-588B-483D-AC55-1FD2157390B4}" destId="{0189AFB8-779D-4D0D-A141-A49B55039595}" srcOrd="0" destOrd="0" presId="urn:microsoft.com/office/officeart/2005/8/layout/default"/>
    <dgm:cxn modelId="{1D9F3792-E3D3-42E5-BECD-708ED08A428E}" type="presOf" srcId="{BC6B1FE6-00DC-48B4-A10E-610A8F47CEDA}" destId="{F5F24157-CE75-46C5-BAD0-20941BDFBC82}" srcOrd="0" destOrd="0" presId="urn:microsoft.com/office/officeart/2005/8/layout/default"/>
    <dgm:cxn modelId="{7800FEB0-7448-4181-BB84-20966D0F461C}" srcId="{D47E917E-9736-4BC6-BF3E-77F18E25E0F4}" destId="{1166C546-CD84-4E68-B225-87FACE057A1D}" srcOrd="0" destOrd="0" parTransId="{333C56EE-B44C-4269-90DA-F8F2C3783D5A}" sibTransId="{9F33D40A-301A-4E1F-A6E6-6F1EF32B1249}"/>
    <dgm:cxn modelId="{3EA768CC-6E8E-4266-8D57-13D0F1A7F114}" type="presOf" srcId="{F787E23D-EE77-465C-A469-62BE280ED20E}" destId="{B9D6207E-804B-425B-AA4B-3FD7ED6FBED4}" srcOrd="0" destOrd="0" presId="urn:microsoft.com/office/officeart/2005/8/layout/default"/>
    <dgm:cxn modelId="{0F983CE2-7B3D-45B7-AFD8-5B14D84DEFD0}" srcId="{D47E917E-9736-4BC6-BF3E-77F18E25E0F4}" destId="{4EDB4F92-8AF8-48BC-9D07-C5ABCF161EA5}" srcOrd="3" destOrd="0" parTransId="{385E62D9-3909-498C-81D1-4A21634C45F1}" sibTransId="{1DE7520B-E3F6-44BD-90E4-39D1D5E881C8}"/>
    <dgm:cxn modelId="{8851B096-FB55-4A85-A029-08FCFF41469B}" type="presParOf" srcId="{10654782-1EDD-4B90-835E-3DAC212D9FD1}" destId="{A2927905-4C96-4D2B-B764-BF5AD87923F1}" srcOrd="0" destOrd="0" presId="urn:microsoft.com/office/officeart/2005/8/layout/default"/>
    <dgm:cxn modelId="{D61A5275-8050-4839-8BA6-7C8E8222FF5F}" type="presParOf" srcId="{10654782-1EDD-4B90-835E-3DAC212D9FD1}" destId="{800E2982-D2D8-4387-8F58-EDDBAEAD58A0}" srcOrd="1" destOrd="0" presId="urn:microsoft.com/office/officeart/2005/8/layout/default"/>
    <dgm:cxn modelId="{79FEEBA5-EFB4-4A6B-ACE8-7379F4BF1D67}" type="presParOf" srcId="{10654782-1EDD-4B90-835E-3DAC212D9FD1}" destId="{F5F24157-CE75-46C5-BAD0-20941BDFBC82}" srcOrd="2" destOrd="0" presId="urn:microsoft.com/office/officeart/2005/8/layout/default"/>
    <dgm:cxn modelId="{7B772A41-BA50-46F3-9447-34DC7393C48A}" type="presParOf" srcId="{10654782-1EDD-4B90-835E-3DAC212D9FD1}" destId="{DE0730A4-32DD-4BC5-8EF5-A3308887D140}" srcOrd="3" destOrd="0" presId="urn:microsoft.com/office/officeart/2005/8/layout/default"/>
    <dgm:cxn modelId="{3FA399B0-5ABD-45E8-BCF2-950262CCB42F}" type="presParOf" srcId="{10654782-1EDD-4B90-835E-3DAC212D9FD1}" destId="{0189AFB8-779D-4D0D-A141-A49B55039595}" srcOrd="4" destOrd="0" presId="urn:microsoft.com/office/officeart/2005/8/layout/default"/>
    <dgm:cxn modelId="{3F0739C8-20D9-4D4D-BF58-5D678DD89683}" type="presParOf" srcId="{10654782-1EDD-4B90-835E-3DAC212D9FD1}" destId="{9D3EC2A0-B1CA-4851-BCD0-B9171469083B}" srcOrd="5" destOrd="0" presId="urn:microsoft.com/office/officeart/2005/8/layout/default"/>
    <dgm:cxn modelId="{32CEC4B3-2323-4615-BA5F-9A5F103FCC64}" type="presParOf" srcId="{10654782-1EDD-4B90-835E-3DAC212D9FD1}" destId="{41F023E8-8741-4646-84F3-BC1ED0553D1D}" srcOrd="6" destOrd="0" presId="urn:microsoft.com/office/officeart/2005/8/layout/default"/>
    <dgm:cxn modelId="{076A5F21-5A3C-496D-AFF8-9081938D2AED}" type="presParOf" srcId="{10654782-1EDD-4B90-835E-3DAC212D9FD1}" destId="{4FE56146-48AC-478F-9271-DC040DC283A0}" srcOrd="7" destOrd="0" presId="urn:microsoft.com/office/officeart/2005/8/layout/default"/>
    <dgm:cxn modelId="{C9633525-C94A-47ED-BBF5-E3CB9FDFD29E}" type="presParOf" srcId="{10654782-1EDD-4B90-835E-3DAC212D9FD1}" destId="{B9D6207E-804B-425B-AA4B-3FD7ED6FBED4}" srcOrd="8"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7707127F-424D-4D7C-B090-59539D653377}"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BA10476F-45D6-4C00-AF1D-71CC60E7233A}">
      <dgm:prSet/>
      <dgm:spPr/>
      <dgm:t>
        <a:bodyPr/>
        <a:lstStyle/>
        <a:p>
          <a:pPr>
            <a:defRPr cap="all"/>
          </a:pPr>
          <a:r>
            <a:rPr lang="en-GB"/>
            <a:t>Agile methodology</a:t>
          </a:r>
          <a:endParaRPr lang="en-US"/>
        </a:p>
      </dgm:t>
    </dgm:pt>
    <dgm:pt modelId="{402B5E51-80E7-4E96-9B44-159209CBC175}" type="parTrans" cxnId="{FC871098-B88E-4B5E-B4D4-24D9E90B3585}">
      <dgm:prSet/>
      <dgm:spPr/>
      <dgm:t>
        <a:bodyPr/>
        <a:lstStyle/>
        <a:p>
          <a:endParaRPr lang="en-US"/>
        </a:p>
      </dgm:t>
    </dgm:pt>
    <dgm:pt modelId="{6A2157B9-E481-4C63-8D28-DAE3B23DC116}" type="sibTrans" cxnId="{FC871098-B88E-4B5E-B4D4-24D9E90B3585}">
      <dgm:prSet/>
      <dgm:spPr/>
      <dgm:t>
        <a:bodyPr/>
        <a:lstStyle/>
        <a:p>
          <a:endParaRPr lang="en-US"/>
        </a:p>
      </dgm:t>
    </dgm:pt>
    <dgm:pt modelId="{08D46264-D960-44DD-BCB5-5233ED4E3532}">
      <dgm:prSet/>
      <dgm:spPr/>
      <dgm:t>
        <a:bodyPr/>
        <a:lstStyle/>
        <a:p>
          <a:pPr>
            <a:defRPr cap="all"/>
          </a:pPr>
          <a:r>
            <a:rPr lang="en-GB"/>
            <a:t>Single Sprint (3 weeks)</a:t>
          </a:r>
          <a:endParaRPr lang="en-US"/>
        </a:p>
      </dgm:t>
    </dgm:pt>
    <dgm:pt modelId="{0A6FB655-0643-4DFE-8546-D45EECBBBBE9}" type="parTrans" cxnId="{9EDE6491-BBA0-4701-8341-9410B4E407D7}">
      <dgm:prSet/>
      <dgm:spPr/>
      <dgm:t>
        <a:bodyPr/>
        <a:lstStyle/>
        <a:p>
          <a:endParaRPr lang="en-US"/>
        </a:p>
      </dgm:t>
    </dgm:pt>
    <dgm:pt modelId="{3C40B13E-ED68-405E-BB51-3D80BC5F3959}" type="sibTrans" cxnId="{9EDE6491-BBA0-4701-8341-9410B4E407D7}">
      <dgm:prSet/>
      <dgm:spPr/>
      <dgm:t>
        <a:bodyPr/>
        <a:lstStyle/>
        <a:p>
          <a:endParaRPr lang="en-US"/>
        </a:p>
      </dgm:t>
    </dgm:pt>
    <dgm:pt modelId="{D8B387A9-2616-4D12-A9A2-A40B960B530E}">
      <dgm:prSet/>
      <dgm:spPr/>
      <dgm:t>
        <a:bodyPr/>
        <a:lstStyle/>
        <a:p>
          <a:pPr>
            <a:defRPr cap="all"/>
          </a:pPr>
          <a:r>
            <a:rPr lang="en-GB"/>
            <a:t>Use of Azure DevOps Sprint Board</a:t>
          </a:r>
          <a:endParaRPr lang="en-US"/>
        </a:p>
      </dgm:t>
    </dgm:pt>
    <dgm:pt modelId="{BD21B17D-F07B-4058-8CE6-4441A91F1507}" type="parTrans" cxnId="{EA38C232-8B39-4CC1-8661-964503015A77}">
      <dgm:prSet/>
      <dgm:spPr/>
      <dgm:t>
        <a:bodyPr/>
        <a:lstStyle/>
        <a:p>
          <a:endParaRPr lang="en-US"/>
        </a:p>
      </dgm:t>
    </dgm:pt>
    <dgm:pt modelId="{B85DA7E4-5649-4276-919C-5FA3540389E0}" type="sibTrans" cxnId="{EA38C232-8B39-4CC1-8661-964503015A77}">
      <dgm:prSet/>
      <dgm:spPr/>
      <dgm:t>
        <a:bodyPr/>
        <a:lstStyle/>
        <a:p>
          <a:endParaRPr lang="en-US"/>
        </a:p>
      </dgm:t>
    </dgm:pt>
    <dgm:pt modelId="{B985C2CA-D053-4D6F-8068-27083A912FE7}">
      <dgm:prSet/>
      <dgm:spPr/>
      <dgm:t>
        <a:bodyPr/>
        <a:lstStyle/>
        <a:p>
          <a:pPr>
            <a:defRPr cap="all"/>
          </a:pPr>
          <a:r>
            <a:rPr lang="en-GB"/>
            <a:t>Git as source control</a:t>
          </a:r>
          <a:endParaRPr lang="en-US"/>
        </a:p>
      </dgm:t>
    </dgm:pt>
    <dgm:pt modelId="{E0515B49-8472-46F0-825F-4DF5C0D53133}" type="parTrans" cxnId="{5B2D41CC-DB28-4CD3-8723-31EC71730711}">
      <dgm:prSet/>
      <dgm:spPr/>
      <dgm:t>
        <a:bodyPr/>
        <a:lstStyle/>
        <a:p>
          <a:endParaRPr lang="en-US"/>
        </a:p>
      </dgm:t>
    </dgm:pt>
    <dgm:pt modelId="{02DC3B8C-5E0F-488A-8B8C-F7EE1EA53372}" type="sibTrans" cxnId="{5B2D41CC-DB28-4CD3-8723-31EC71730711}">
      <dgm:prSet/>
      <dgm:spPr/>
      <dgm:t>
        <a:bodyPr/>
        <a:lstStyle/>
        <a:p>
          <a:endParaRPr lang="en-US"/>
        </a:p>
      </dgm:t>
    </dgm:pt>
    <dgm:pt modelId="{12EE837A-1228-4BE8-B930-F32C4A1A9EBB}">
      <dgm:prSet/>
      <dgm:spPr/>
      <dgm:t>
        <a:bodyPr/>
        <a:lstStyle/>
        <a:p>
          <a:pPr>
            <a:defRPr cap="all"/>
          </a:pPr>
          <a:r>
            <a:rPr lang="en-GB"/>
            <a:t>Enables changes and opportunities for improved practice</a:t>
          </a:r>
          <a:endParaRPr lang="en-US"/>
        </a:p>
      </dgm:t>
    </dgm:pt>
    <dgm:pt modelId="{D7084829-B6AA-4B4A-B146-1CB495AA2AB4}" type="parTrans" cxnId="{8B069793-E0C6-41E4-8619-A24AABEF3462}">
      <dgm:prSet/>
      <dgm:spPr/>
      <dgm:t>
        <a:bodyPr/>
        <a:lstStyle/>
        <a:p>
          <a:endParaRPr lang="en-US"/>
        </a:p>
      </dgm:t>
    </dgm:pt>
    <dgm:pt modelId="{44DF0E54-32AC-42D9-A2FD-4B0C669B369E}" type="sibTrans" cxnId="{8B069793-E0C6-41E4-8619-A24AABEF3462}">
      <dgm:prSet/>
      <dgm:spPr/>
      <dgm:t>
        <a:bodyPr/>
        <a:lstStyle/>
        <a:p>
          <a:endParaRPr lang="en-US"/>
        </a:p>
      </dgm:t>
    </dgm:pt>
    <dgm:pt modelId="{D250DA87-2672-4B93-BF2F-483FF6B3094F}" type="pres">
      <dgm:prSet presAssocID="{7707127F-424D-4D7C-B090-59539D653377}" presName="root" presStyleCnt="0">
        <dgm:presLayoutVars>
          <dgm:dir/>
          <dgm:resizeHandles val="exact"/>
        </dgm:presLayoutVars>
      </dgm:prSet>
      <dgm:spPr/>
    </dgm:pt>
    <dgm:pt modelId="{B113189A-AAC6-4AAC-B132-C3286CE748A4}" type="pres">
      <dgm:prSet presAssocID="{BA10476F-45D6-4C00-AF1D-71CC60E7233A}" presName="compNode" presStyleCnt="0"/>
      <dgm:spPr/>
    </dgm:pt>
    <dgm:pt modelId="{CA1B827F-BA14-45FF-B796-EDE2CFEB4997}" type="pres">
      <dgm:prSet presAssocID="{BA10476F-45D6-4C00-AF1D-71CC60E7233A}" presName="iconBgRect" presStyleLbl="bgShp" presStyleIdx="0" presStyleCnt="5"/>
      <dgm:spPr>
        <a:prstGeom prst="round2DiagRect">
          <a:avLst>
            <a:gd name="adj1" fmla="val 29727"/>
            <a:gd name="adj2" fmla="val 0"/>
          </a:avLst>
        </a:prstGeom>
      </dgm:spPr>
    </dgm:pt>
    <dgm:pt modelId="{ACDB6D80-30FD-4185-8D5F-E0D3D1765792}" type="pres">
      <dgm:prSet presAssocID="{BA10476F-45D6-4C00-AF1D-71CC60E7233A}"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Users"/>
        </a:ext>
      </dgm:extLst>
    </dgm:pt>
    <dgm:pt modelId="{461A2E1F-9583-4876-9433-B62AB05ED800}" type="pres">
      <dgm:prSet presAssocID="{BA10476F-45D6-4C00-AF1D-71CC60E7233A}" presName="spaceRect" presStyleCnt="0"/>
      <dgm:spPr/>
    </dgm:pt>
    <dgm:pt modelId="{7C4F2C56-36AB-4824-826B-16CA38B291A8}" type="pres">
      <dgm:prSet presAssocID="{BA10476F-45D6-4C00-AF1D-71CC60E7233A}" presName="textRect" presStyleLbl="revTx" presStyleIdx="0" presStyleCnt="5">
        <dgm:presLayoutVars>
          <dgm:chMax val="1"/>
          <dgm:chPref val="1"/>
        </dgm:presLayoutVars>
      </dgm:prSet>
      <dgm:spPr/>
    </dgm:pt>
    <dgm:pt modelId="{7603089F-15C1-4469-B030-B44190FACB27}" type="pres">
      <dgm:prSet presAssocID="{6A2157B9-E481-4C63-8D28-DAE3B23DC116}" presName="sibTrans" presStyleCnt="0"/>
      <dgm:spPr/>
    </dgm:pt>
    <dgm:pt modelId="{46BDD7E0-3C69-44A8-8AB9-84BB084FB5D9}" type="pres">
      <dgm:prSet presAssocID="{08D46264-D960-44DD-BCB5-5233ED4E3532}" presName="compNode" presStyleCnt="0"/>
      <dgm:spPr/>
    </dgm:pt>
    <dgm:pt modelId="{1BAB687E-CD49-4E66-989D-5A92BE3A6591}" type="pres">
      <dgm:prSet presAssocID="{08D46264-D960-44DD-BCB5-5233ED4E3532}" presName="iconBgRect" presStyleLbl="bgShp" presStyleIdx="1" presStyleCnt="5"/>
      <dgm:spPr>
        <a:prstGeom prst="round2DiagRect">
          <a:avLst>
            <a:gd name="adj1" fmla="val 29727"/>
            <a:gd name="adj2" fmla="val 0"/>
          </a:avLst>
        </a:prstGeom>
      </dgm:spPr>
    </dgm:pt>
    <dgm:pt modelId="{6EA2EE30-A42E-42C8-924B-341E988DDF19}" type="pres">
      <dgm:prSet presAssocID="{08D46264-D960-44DD-BCB5-5233ED4E3532}"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rawl"/>
        </a:ext>
      </dgm:extLst>
    </dgm:pt>
    <dgm:pt modelId="{0C1CC6EA-0331-40EF-A3E9-96CB8DDD7755}" type="pres">
      <dgm:prSet presAssocID="{08D46264-D960-44DD-BCB5-5233ED4E3532}" presName="spaceRect" presStyleCnt="0"/>
      <dgm:spPr/>
    </dgm:pt>
    <dgm:pt modelId="{FD1D6D9C-D4DD-4B7F-B623-2CFA6B8456AE}" type="pres">
      <dgm:prSet presAssocID="{08D46264-D960-44DD-BCB5-5233ED4E3532}" presName="textRect" presStyleLbl="revTx" presStyleIdx="1" presStyleCnt="5">
        <dgm:presLayoutVars>
          <dgm:chMax val="1"/>
          <dgm:chPref val="1"/>
        </dgm:presLayoutVars>
      </dgm:prSet>
      <dgm:spPr/>
    </dgm:pt>
    <dgm:pt modelId="{29DED9AE-90FD-4491-94A6-17FF297318EB}" type="pres">
      <dgm:prSet presAssocID="{3C40B13E-ED68-405E-BB51-3D80BC5F3959}" presName="sibTrans" presStyleCnt="0"/>
      <dgm:spPr/>
    </dgm:pt>
    <dgm:pt modelId="{BB032A7A-9122-43C4-A6A3-449255B9606F}" type="pres">
      <dgm:prSet presAssocID="{D8B387A9-2616-4D12-A9A2-A40B960B530E}" presName="compNode" presStyleCnt="0"/>
      <dgm:spPr/>
    </dgm:pt>
    <dgm:pt modelId="{F6A8BD2F-3AB8-4C53-9573-985865F44944}" type="pres">
      <dgm:prSet presAssocID="{D8B387A9-2616-4D12-A9A2-A40B960B530E}" presName="iconBgRect" presStyleLbl="bgShp" presStyleIdx="2" presStyleCnt="5"/>
      <dgm:spPr>
        <a:prstGeom prst="round2DiagRect">
          <a:avLst>
            <a:gd name="adj1" fmla="val 29727"/>
            <a:gd name="adj2" fmla="val 0"/>
          </a:avLst>
        </a:prstGeom>
      </dgm:spPr>
    </dgm:pt>
    <dgm:pt modelId="{EEBFACFA-504D-41D0-84E3-64EF94DA9F06}" type="pres">
      <dgm:prSet presAssocID="{D8B387A9-2616-4D12-A9A2-A40B960B530E}"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User"/>
        </a:ext>
      </dgm:extLst>
    </dgm:pt>
    <dgm:pt modelId="{B75B7BBC-A80B-4DC8-BD88-FF068685D3F3}" type="pres">
      <dgm:prSet presAssocID="{D8B387A9-2616-4D12-A9A2-A40B960B530E}" presName="spaceRect" presStyleCnt="0"/>
      <dgm:spPr/>
    </dgm:pt>
    <dgm:pt modelId="{8EF03485-C781-4666-B093-E5DBB5720AD8}" type="pres">
      <dgm:prSet presAssocID="{D8B387A9-2616-4D12-A9A2-A40B960B530E}" presName="textRect" presStyleLbl="revTx" presStyleIdx="2" presStyleCnt="5">
        <dgm:presLayoutVars>
          <dgm:chMax val="1"/>
          <dgm:chPref val="1"/>
        </dgm:presLayoutVars>
      </dgm:prSet>
      <dgm:spPr/>
    </dgm:pt>
    <dgm:pt modelId="{FA638F21-C40C-4E13-A956-B234E7F518D3}" type="pres">
      <dgm:prSet presAssocID="{B85DA7E4-5649-4276-919C-5FA3540389E0}" presName="sibTrans" presStyleCnt="0"/>
      <dgm:spPr/>
    </dgm:pt>
    <dgm:pt modelId="{A87A9F08-544D-46E0-A974-2D87E0892C6C}" type="pres">
      <dgm:prSet presAssocID="{B985C2CA-D053-4D6F-8068-27083A912FE7}" presName="compNode" presStyleCnt="0"/>
      <dgm:spPr/>
    </dgm:pt>
    <dgm:pt modelId="{93AEE5FE-15D0-4D2B-AF2E-EB54A7A0671C}" type="pres">
      <dgm:prSet presAssocID="{B985C2CA-D053-4D6F-8068-27083A912FE7}" presName="iconBgRect" presStyleLbl="bgShp" presStyleIdx="3" presStyleCnt="5"/>
      <dgm:spPr>
        <a:prstGeom prst="round2DiagRect">
          <a:avLst>
            <a:gd name="adj1" fmla="val 29727"/>
            <a:gd name="adj2" fmla="val 0"/>
          </a:avLst>
        </a:prstGeom>
      </dgm:spPr>
    </dgm:pt>
    <dgm:pt modelId="{323A86C6-737B-4359-B1CF-8DCB9F38D2F4}" type="pres">
      <dgm:prSet presAssocID="{B985C2CA-D053-4D6F-8068-27083A912FE7}"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atabase"/>
        </a:ext>
      </dgm:extLst>
    </dgm:pt>
    <dgm:pt modelId="{C32D3E27-9C95-4527-8DDB-B59C5235E687}" type="pres">
      <dgm:prSet presAssocID="{B985C2CA-D053-4D6F-8068-27083A912FE7}" presName="spaceRect" presStyleCnt="0"/>
      <dgm:spPr/>
    </dgm:pt>
    <dgm:pt modelId="{08EE51CE-EAC3-477F-80CF-E72AD36D048E}" type="pres">
      <dgm:prSet presAssocID="{B985C2CA-D053-4D6F-8068-27083A912FE7}" presName="textRect" presStyleLbl="revTx" presStyleIdx="3" presStyleCnt="5">
        <dgm:presLayoutVars>
          <dgm:chMax val="1"/>
          <dgm:chPref val="1"/>
        </dgm:presLayoutVars>
      </dgm:prSet>
      <dgm:spPr/>
    </dgm:pt>
    <dgm:pt modelId="{75FCFDEC-9712-49D6-A540-DCE1F606825D}" type="pres">
      <dgm:prSet presAssocID="{02DC3B8C-5E0F-488A-8B8C-F7EE1EA53372}" presName="sibTrans" presStyleCnt="0"/>
      <dgm:spPr/>
    </dgm:pt>
    <dgm:pt modelId="{C505B687-CC42-4CA4-8CF6-3AC43E9370E2}" type="pres">
      <dgm:prSet presAssocID="{12EE837A-1228-4BE8-B930-F32C4A1A9EBB}" presName="compNode" presStyleCnt="0"/>
      <dgm:spPr/>
    </dgm:pt>
    <dgm:pt modelId="{3F2913AA-206C-4CEB-8F1E-8E4CED2D3F31}" type="pres">
      <dgm:prSet presAssocID="{12EE837A-1228-4BE8-B930-F32C4A1A9EBB}" presName="iconBgRect" presStyleLbl="bgShp" presStyleIdx="4" presStyleCnt="5"/>
      <dgm:spPr>
        <a:prstGeom prst="round2DiagRect">
          <a:avLst>
            <a:gd name="adj1" fmla="val 29727"/>
            <a:gd name="adj2" fmla="val 0"/>
          </a:avLst>
        </a:prstGeom>
      </dgm:spPr>
    </dgm:pt>
    <dgm:pt modelId="{D54587A5-48C8-49C1-84F4-EEB88882DF1F}" type="pres">
      <dgm:prSet presAssocID="{12EE837A-1228-4BE8-B930-F32C4A1A9EBB}"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Upward trend"/>
        </a:ext>
      </dgm:extLst>
    </dgm:pt>
    <dgm:pt modelId="{828CDDC0-62D2-4B87-9D8C-BEA2BE8107EF}" type="pres">
      <dgm:prSet presAssocID="{12EE837A-1228-4BE8-B930-F32C4A1A9EBB}" presName="spaceRect" presStyleCnt="0"/>
      <dgm:spPr/>
    </dgm:pt>
    <dgm:pt modelId="{9D3AD9C6-60A8-4E2C-8FAD-354176C77E90}" type="pres">
      <dgm:prSet presAssocID="{12EE837A-1228-4BE8-B930-F32C4A1A9EBB}" presName="textRect" presStyleLbl="revTx" presStyleIdx="4" presStyleCnt="5">
        <dgm:presLayoutVars>
          <dgm:chMax val="1"/>
          <dgm:chPref val="1"/>
        </dgm:presLayoutVars>
      </dgm:prSet>
      <dgm:spPr/>
    </dgm:pt>
  </dgm:ptLst>
  <dgm:cxnLst>
    <dgm:cxn modelId="{D9D7F704-0AA2-465B-A6D9-58BF9E8FA5EC}" type="presOf" srcId="{7707127F-424D-4D7C-B090-59539D653377}" destId="{D250DA87-2672-4B93-BF2F-483FF6B3094F}" srcOrd="0" destOrd="0" presId="urn:microsoft.com/office/officeart/2018/5/layout/IconLeafLabelList"/>
    <dgm:cxn modelId="{EA38C232-8B39-4CC1-8661-964503015A77}" srcId="{7707127F-424D-4D7C-B090-59539D653377}" destId="{D8B387A9-2616-4D12-A9A2-A40B960B530E}" srcOrd="2" destOrd="0" parTransId="{BD21B17D-F07B-4058-8CE6-4441A91F1507}" sibTransId="{B85DA7E4-5649-4276-919C-5FA3540389E0}"/>
    <dgm:cxn modelId="{232A8A73-2382-482F-90E3-869B9EA49C54}" type="presOf" srcId="{12EE837A-1228-4BE8-B930-F32C4A1A9EBB}" destId="{9D3AD9C6-60A8-4E2C-8FAD-354176C77E90}" srcOrd="0" destOrd="0" presId="urn:microsoft.com/office/officeart/2018/5/layout/IconLeafLabelList"/>
    <dgm:cxn modelId="{17E7EF76-EE72-42ED-9409-522A3D0ABBE2}" type="presOf" srcId="{B985C2CA-D053-4D6F-8068-27083A912FE7}" destId="{08EE51CE-EAC3-477F-80CF-E72AD36D048E}" srcOrd="0" destOrd="0" presId="urn:microsoft.com/office/officeart/2018/5/layout/IconLeafLabelList"/>
    <dgm:cxn modelId="{53C7128B-3C8E-413C-BEA2-2935B00E63D8}" type="presOf" srcId="{08D46264-D960-44DD-BCB5-5233ED4E3532}" destId="{FD1D6D9C-D4DD-4B7F-B623-2CFA6B8456AE}" srcOrd="0" destOrd="0" presId="urn:microsoft.com/office/officeart/2018/5/layout/IconLeafLabelList"/>
    <dgm:cxn modelId="{9EDE6491-BBA0-4701-8341-9410B4E407D7}" srcId="{7707127F-424D-4D7C-B090-59539D653377}" destId="{08D46264-D960-44DD-BCB5-5233ED4E3532}" srcOrd="1" destOrd="0" parTransId="{0A6FB655-0643-4DFE-8546-D45EECBBBBE9}" sibTransId="{3C40B13E-ED68-405E-BB51-3D80BC5F3959}"/>
    <dgm:cxn modelId="{8B069793-E0C6-41E4-8619-A24AABEF3462}" srcId="{7707127F-424D-4D7C-B090-59539D653377}" destId="{12EE837A-1228-4BE8-B930-F32C4A1A9EBB}" srcOrd="4" destOrd="0" parTransId="{D7084829-B6AA-4B4A-B146-1CB495AA2AB4}" sibTransId="{44DF0E54-32AC-42D9-A2FD-4B0C669B369E}"/>
    <dgm:cxn modelId="{FC871098-B88E-4B5E-B4D4-24D9E90B3585}" srcId="{7707127F-424D-4D7C-B090-59539D653377}" destId="{BA10476F-45D6-4C00-AF1D-71CC60E7233A}" srcOrd="0" destOrd="0" parTransId="{402B5E51-80E7-4E96-9B44-159209CBC175}" sibTransId="{6A2157B9-E481-4C63-8D28-DAE3B23DC116}"/>
    <dgm:cxn modelId="{1B2C7FB1-3527-402C-BB9E-C1AC5C5E2132}" type="presOf" srcId="{BA10476F-45D6-4C00-AF1D-71CC60E7233A}" destId="{7C4F2C56-36AB-4824-826B-16CA38B291A8}" srcOrd="0" destOrd="0" presId="urn:microsoft.com/office/officeart/2018/5/layout/IconLeafLabelList"/>
    <dgm:cxn modelId="{6BA46EB9-053A-49D8-97CC-E2E4F17A5ACC}" type="presOf" srcId="{D8B387A9-2616-4D12-A9A2-A40B960B530E}" destId="{8EF03485-C781-4666-B093-E5DBB5720AD8}" srcOrd="0" destOrd="0" presId="urn:microsoft.com/office/officeart/2018/5/layout/IconLeafLabelList"/>
    <dgm:cxn modelId="{5B2D41CC-DB28-4CD3-8723-31EC71730711}" srcId="{7707127F-424D-4D7C-B090-59539D653377}" destId="{B985C2CA-D053-4D6F-8068-27083A912FE7}" srcOrd="3" destOrd="0" parTransId="{E0515B49-8472-46F0-825F-4DF5C0D53133}" sibTransId="{02DC3B8C-5E0F-488A-8B8C-F7EE1EA53372}"/>
    <dgm:cxn modelId="{0F71002C-2EA5-4C83-A8DA-22F9A900EBD5}" type="presParOf" srcId="{D250DA87-2672-4B93-BF2F-483FF6B3094F}" destId="{B113189A-AAC6-4AAC-B132-C3286CE748A4}" srcOrd="0" destOrd="0" presId="urn:microsoft.com/office/officeart/2018/5/layout/IconLeafLabelList"/>
    <dgm:cxn modelId="{9B180439-EB9D-4DDD-86F1-F51997DA5082}" type="presParOf" srcId="{B113189A-AAC6-4AAC-B132-C3286CE748A4}" destId="{CA1B827F-BA14-45FF-B796-EDE2CFEB4997}" srcOrd="0" destOrd="0" presId="urn:microsoft.com/office/officeart/2018/5/layout/IconLeafLabelList"/>
    <dgm:cxn modelId="{1B82E955-32AD-4FC6-A0B9-BE61E7EFE803}" type="presParOf" srcId="{B113189A-AAC6-4AAC-B132-C3286CE748A4}" destId="{ACDB6D80-30FD-4185-8D5F-E0D3D1765792}" srcOrd="1" destOrd="0" presId="urn:microsoft.com/office/officeart/2018/5/layout/IconLeafLabelList"/>
    <dgm:cxn modelId="{0D1E1CE5-768D-4CC5-A940-08E707175026}" type="presParOf" srcId="{B113189A-AAC6-4AAC-B132-C3286CE748A4}" destId="{461A2E1F-9583-4876-9433-B62AB05ED800}" srcOrd="2" destOrd="0" presId="urn:microsoft.com/office/officeart/2018/5/layout/IconLeafLabelList"/>
    <dgm:cxn modelId="{10769520-01D3-4B4C-A7EC-3F7996C2A397}" type="presParOf" srcId="{B113189A-AAC6-4AAC-B132-C3286CE748A4}" destId="{7C4F2C56-36AB-4824-826B-16CA38B291A8}" srcOrd="3" destOrd="0" presId="urn:microsoft.com/office/officeart/2018/5/layout/IconLeafLabelList"/>
    <dgm:cxn modelId="{9BDC976E-BE77-42D8-A4D8-113CD634B700}" type="presParOf" srcId="{D250DA87-2672-4B93-BF2F-483FF6B3094F}" destId="{7603089F-15C1-4469-B030-B44190FACB27}" srcOrd="1" destOrd="0" presId="urn:microsoft.com/office/officeart/2018/5/layout/IconLeafLabelList"/>
    <dgm:cxn modelId="{D55506DC-F2F9-4922-BADF-90304CBF648E}" type="presParOf" srcId="{D250DA87-2672-4B93-BF2F-483FF6B3094F}" destId="{46BDD7E0-3C69-44A8-8AB9-84BB084FB5D9}" srcOrd="2" destOrd="0" presId="urn:microsoft.com/office/officeart/2018/5/layout/IconLeafLabelList"/>
    <dgm:cxn modelId="{20516B5B-0624-4D09-81EF-E556C1597922}" type="presParOf" srcId="{46BDD7E0-3C69-44A8-8AB9-84BB084FB5D9}" destId="{1BAB687E-CD49-4E66-989D-5A92BE3A6591}" srcOrd="0" destOrd="0" presId="urn:microsoft.com/office/officeart/2018/5/layout/IconLeafLabelList"/>
    <dgm:cxn modelId="{C6D24B03-E539-4625-A672-D5D14640F399}" type="presParOf" srcId="{46BDD7E0-3C69-44A8-8AB9-84BB084FB5D9}" destId="{6EA2EE30-A42E-42C8-924B-341E988DDF19}" srcOrd="1" destOrd="0" presId="urn:microsoft.com/office/officeart/2018/5/layout/IconLeafLabelList"/>
    <dgm:cxn modelId="{2EE027A2-F87A-4603-BB05-1DA51DC22B80}" type="presParOf" srcId="{46BDD7E0-3C69-44A8-8AB9-84BB084FB5D9}" destId="{0C1CC6EA-0331-40EF-A3E9-96CB8DDD7755}" srcOrd="2" destOrd="0" presId="urn:microsoft.com/office/officeart/2018/5/layout/IconLeafLabelList"/>
    <dgm:cxn modelId="{0ADAA94D-57D2-427B-A6A5-0EE3497EF3F0}" type="presParOf" srcId="{46BDD7E0-3C69-44A8-8AB9-84BB084FB5D9}" destId="{FD1D6D9C-D4DD-4B7F-B623-2CFA6B8456AE}" srcOrd="3" destOrd="0" presId="urn:microsoft.com/office/officeart/2018/5/layout/IconLeafLabelList"/>
    <dgm:cxn modelId="{C33BB08D-DD1A-488A-B0F8-6EBD1CF4368B}" type="presParOf" srcId="{D250DA87-2672-4B93-BF2F-483FF6B3094F}" destId="{29DED9AE-90FD-4491-94A6-17FF297318EB}" srcOrd="3" destOrd="0" presId="urn:microsoft.com/office/officeart/2018/5/layout/IconLeafLabelList"/>
    <dgm:cxn modelId="{F64F3CA9-0C3D-4D7D-A5DB-14EEB0351E8B}" type="presParOf" srcId="{D250DA87-2672-4B93-BF2F-483FF6B3094F}" destId="{BB032A7A-9122-43C4-A6A3-449255B9606F}" srcOrd="4" destOrd="0" presId="urn:microsoft.com/office/officeart/2018/5/layout/IconLeafLabelList"/>
    <dgm:cxn modelId="{9C705D31-F92C-44A0-BE3E-2592F3666C35}" type="presParOf" srcId="{BB032A7A-9122-43C4-A6A3-449255B9606F}" destId="{F6A8BD2F-3AB8-4C53-9573-985865F44944}" srcOrd="0" destOrd="0" presId="urn:microsoft.com/office/officeart/2018/5/layout/IconLeafLabelList"/>
    <dgm:cxn modelId="{6536F037-40BE-46BB-B903-2EC3681CCB3B}" type="presParOf" srcId="{BB032A7A-9122-43C4-A6A3-449255B9606F}" destId="{EEBFACFA-504D-41D0-84E3-64EF94DA9F06}" srcOrd="1" destOrd="0" presId="urn:microsoft.com/office/officeart/2018/5/layout/IconLeafLabelList"/>
    <dgm:cxn modelId="{3770FE02-39EE-4839-9BB4-0AF8E33746E8}" type="presParOf" srcId="{BB032A7A-9122-43C4-A6A3-449255B9606F}" destId="{B75B7BBC-A80B-4DC8-BD88-FF068685D3F3}" srcOrd="2" destOrd="0" presId="urn:microsoft.com/office/officeart/2018/5/layout/IconLeafLabelList"/>
    <dgm:cxn modelId="{D009605C-F615-475E-AC2F-D9BEA45DB790}" type="presParOf" srcId="{BB032A7A-9122-43C4-A6A3-449255B9606F}" destId="{8EF03485-C781-4666-B093-E5DBB5720AD8}" srcOrd="3" destOrd="0" presId="urn:microsoft.com/office/officeart/2018/5/layout/IconLeafLabelList"/>
    <dgm:cxn modelId="{37E19167-5449-4604-8899-A9E8DDF0C379}" type="presParOf" srcId="{D250DA87-2672-4B93-BF2F-483FF6B3094F}" destId="{FA638F21-C40C-4E13-A956-B234E7F518D3}" srcOrd="5" destOrd="0" presId="urn:microsoft.com/office/officeart/2018/5/layout/IconLeafLabelList"/>
    <dgm:cxn modelId="{D409A845-DD0B-4F05-9A11-1538E539A138}" type="presParOf" srcId="{D250DA87-2672-4B93-BF2F-483FF6B3094F}" destId="{A87A9F08-544D-46E0-A974-2D87E0892C6C}" srcOrd="6" destOrd="0" presId="urn:microsoft.com/office/officeart/2018/5/layout/IconLeafLabelList"/>
    <dgm:cxn modelId="{F0B41322-8F5C-4B30-8914-B9F5A75BB4DB}" type="presParOf" srcId="{A87A9F08-544D-46E0-A974-2D87E0892C6C}" destId="{93AEE5FE-15D0-4D2B-AF2E-EB54A7A0671C}" srcOrd="0" destOrd="0" presId="urn:microsoft.com/office/officeart/2018/5/layout/IconLeafLabelList"/>
    <dgm:cxn modelId="{CEC4474E-27A2-4C76-B412-F152D641C3D0}" type="presParOf" srcId="{A87A9F08-544D-46E0-A974-2D87E0892C6C}" destId="{323A86C6-737B-4359-B1CF-8DCB9F38D2F4}" srcOrd="1" destOrd="0" presId="urn:microsoft.com/office/officeart/2018/5/layout/IconLeafLabelList"/>
    <dgm:cxn modelId="{33EEA6C5-D986-4CBA-9B8D-CC6CC07E1288}" type="presParOf" srcId="{A87A9F08-544D-46E0-A974-2D87E0892C6C}" destId="{C32D3E27-9C95-4527-8DDB-B59C5235E687}" srcOrd="2" destOrd="0" presId="urn:microsoft.com/office/officeart/2018/5/layout/IconLeafLabelList"/>
    <dgm:cxn modelId="{D93445BA-D1F2-4C51-A9B8-C217B121341F}" type="presParOf" srcId="{A87A9F08-544D-46E0-A974-2D87E0892C6C}" destId="{08EE51CE-EAC3-477F-80CF-E72AD36D048E}" srcOrd="3" destOrd="0" presId="urn:microsoft.com/office/officeart/2018/5/layout/IconLeafLabelList"/>
    <dgm:cxn modelId="{5AA0954C-160A-4F8D-AB87-49A1FC83013D}" type="presParOf" srcId="{D250DA87-2672-4B93-BF2F-483FF6B3094F}" destId="{75FCFDEC-9712-49D6-A540-DCE1F606825D}" srcOrd="7" destOrd="0" presId="urn:microsoft.com/office/officeart/2018/5/layout/IconLeafLabelList"/>
    <dgm:cxn modelId="{6C3C20E3-98D5-457D-982C-ABC625F76B99}" type="presParOf" srcId="{D250DA87-2672-4B93-BF2F-483FF6B3094F}" destId="{C505B687-CC42-4CA4-8CF6-3AC43E9370E2}" srcOrd="8" destOrd="0" presId="urn:microsoft.com/office/officeart/2018/5/layout/IconLeafLabelList"/>
    <dgm:cxn modelId="{94885F61-A171-4725-BD9C-515D8FD959D4}" type="presParOf" srcId="{C505B687-CC42-4CA4-8CF6-3AC43E9370E2}" destId="{3F2913AA-206C-4CEB-8F1E-8E4CED2D3F31}" srcOrd="0" destOrd="0" presId="urn:microsoft.com/office/officeart/2018/5/layout/IconLeafLabelList"/>
    <dgm:cxn modelId="{046CF764-D8EB-4BAE-8A54-68ECE2D1307F}" type="presParOf" srcId="{C505B687-CC42-4CA4-8CF6-3AC43E9370E2}" destId="{D54587A5-48C8-49C1-84F4-EEB88882DF1F}" srcOrd="1" destOrd="0" presId="urn:microsoft.com/office/officeart/2018/5/layout/IconLeafLabelList"/>
    <dgm:cxn modelId="{EF7D8BDA-0D34-42DC-8EA4-B3A63E10A608}" type="presParOf" srcId="{C505B687-CC42-4CA4-8CF6-3AC43E9370E2}" destId="{828CDDC0-62D2-4B87-9D8C-BEA2BE8107EF}" srcOrd="2" destOrd="0" presId="urn:microsoft.com/office/officeart/2018/5/layout/IconLeafLabelList"/>
    <dgm:cxn modelId="{2E3391E2-B0F4-49A0-A003-1BCBD39F53DF}" type="presParOf" srcId="{C505B687-CC42-4CA4-8CF6-3AC43E9370E2}" destId="{9D3AD9C6-60A8-4E2C-8FAD-354176C77E90}"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C3590F9-43DB-4B5C-A932-5BC886725001}" type="doc">
      <dgm:prSet loTypeId="urn:microsoft.com/office/officeart/2016/7/layout/BasicLinearProcessNumbered" loCatId="process" qsTypeId="urn:microsoft.com/office/officeart/2005/8/quickstyle/simple4" qsCatId="simple" csTypeId="urn:microsoft.com/office/officeart/2005/8/colors/colorful1" csCatId="colorful"/>
      <dgm:spPr/>
      <dgm:t>
        <a:bodyPr/>
        <a:lstStyle/>
        <a:p>
          <a:endParaRPr lang="en-US"/>
        </a:p>
      </dgm:t>
    </dgm:pt>
    <dgm:pt modelId="{2BDD8B08-4C4A-4337-BB3D-6FA0A70D9AA7}">
      <dgm:prSet/>
      <dgm:spPr/>
      <dgm:t>
        <a:bodyPr/>
        <a:lstStyle/>
        <a:p>
          <a:r>
            <a:rPr lang="en-GB"/>
            <a:t>Phase 1: Research and Analysis</a:t>
          </a:r>
          <a:endParaRPr lang="en-US"/>
        </a:p>
      </dgm:t>
    </dgm:pt>
    <dgm:pt modelId="{A3143FBF-A51B-4AC8-8013-B066EA1EE4F9}" type="parTrans" cxnId="{2D01E7F9-3BAD-457B-90AC-C04E501DD561}">
      <dgm:prSet/>
      <dgm:spPr/>
      <dgm:t>
        <a:bodyPr/>
        <a:lstStyle/>
        <a:p>
          <a:endParaRPr lang="en-US"/>
        </a:p>
      </dgm:t>
    </dgm:pt>
    <dgm:pt modelId="{6879556D-45E6-4A4B-9B9C-8EE298A3D493}" type="sibTrans" cxnId="{2D01E7F9-3BAD-457B-90AC-C04E501DD561}">
      <dgm:prSet phldrT="1" phldr="0"/>
      <dgm:spPr/>
      <dgm:t>
        <a:bodyPr/>
        <a:lstStyle/>
        <a:p>
          <a:r>
            <a:rPr lang="en-US"/>
            <a:t>1</a:t>
          </a:r>
        </a:p>
      </dgm:t>
    </dgm:pt>
    <dgm:pt modelId="{00ED5B7C-D158-4EC9-89DC-6D28E86690B5}">
      <dgm:prSet/>
      <dgm:spPr/>
      <dgm:t>
        <a:bodyPr/>
        <a:lstStyle/>
        <a:p>
          <a:r>
            <a:rPr lang="en-GB"/>
            <a:t>Phase 2: Design</a:t>
          </a:r>
          <a:endParaRPr lang="en-US"/>
        </a:p>
      </dgm:t>
    </dgm:pt>
    <dgm:pt modelId="{9EDD496E-A3EE-4500-BFF5-9883E2B6A937}" type="parTrans" cxnId="{6B2F29E3-AD54-439E-8003-161DE38A622C}">
      <dgm:prSet/>
      <dgm:spPr/>
      <dgm:t>
        <a:bodyPr/>
        <a:lstStyle/>
        <a:p>
          <a:endParaRPr lang="en-US"/>
        </a:p>
      </dgm:t>
    </dgm:pt>
    <dgm:pt modelId="{0181561F-6941-43EA-AEBB-902AA576EA5C}" type="sibTrans" cxnId="{6B2F29E3-AD54-439E-8003-161DE38A622C}">
      <dgm:prSet phldrT="2" phldr="0"/>
      <dgm:spPr/>
      <dgm:t>
        <a:bodyPr/>
        <a:lstStyle/>
        <a:p>
          <a:r>
            <a:rPr lang="en-US"/>
            <a:t>2</a:t>
          </a:r>
        </a:p>
      </dgm:t>
    </dgm:pt>
    <dgm:pt modelId="{C8D6542E-78E0-4863-99B9-4FEFFF6355BA}">
      <dgm:prSet/>
      <dgm:spPr/>
      <dgm:t>
        <a:bodyPr/>
        <a:lstStyle/>
        <a:p>
          <a:r>
            <a:rPr lang="en-GB"/>
            <a:t>Phase 3: Implementation</a:t>
          </a:r>
          <a:endParaRPr lang="en-US"/>
        </a:p>
      </dgm:t>
    </dgm:pt>
    <dgm:pt modelId="{EFD3470C-B2AA-401E-A673-6CB36D0A2F93}" type="parTrans" cxnId="{5DA5E47C-154F-4BB7-9F8B-2301F03EBE51}">
      <dgm:prSet/>
      <dgm:spPr/>
      <dgm:t>
        <a:bodyPr/>
        <a:lstStyle/>
        <a:p>
          <a:endParaRPr lang="en-US"/>
        </a:p>
      </dgm:t>
    </dgm:pt>
    <dgm:pt modelId="{1B6F3448-75DB-415E-8E4B-5C68EA667CDA}" type="sibTrans" cxnId="{5DA5E47C-154F-4BB7-9F8B-2301F03EBE51}">
      <dgm:prSet phldrT="3" phldr="0"/>
      <dgm:spPr/>
      <dgm:t>
        <a:bodyPr/>
        <a:lstStyle/>
        <a:p>
          <a:r>
            <a:rPr lang="en-US"/>
            <a:t>3</a:t>
          </a:r>
        </a:p>
      </dgm:t>
    </dgm:pt>
    <dgm:pt modelId="{A5B336ED-4164-456D-A8C4-5710A99E694D}">
      <dgm:prSet/>
      <dgm:spPr/>
      <dgm:t>
        <a:bodyPr/>
        <a:lstStyle/>
        <a:p>
          <a:r>
            <a:rPr lang="en-GB"/>
            <a:t>Phase 4: Testing</a:t>
          </a:r>
          <a:endParaRPr lang="en-US"/>
        </a:p>
      </dgm:t>
    </dgm:pt>
    <dgm:pt modelId="{9D95A9AE-5337-4399-9743-F23B7A283791}" type="parTrans" cxnId="{39630FB3-3EFF-4CA7-A982-8036314FB609}">
      <dgm:prSet/>
      <dgm:spPr/>
      <dgm:t>
        <a:bodyPr/>
        <a:lstStyle/>
        <a:p>
          <a:endParaRPr lang="en-US"/>
        </a:p>
      </dgm:t>
    </dgm:pt>
    <dgm:pt modelId="{9EAFE926-8CF5-414A-A084-C582E8297B58}" type="sibTrans" cxnId="{39630FB3-3EFF-4CA7-A982-8036314FB609}">
      <dgm:prSet phldrT="4" phldr="0"/>
      <dgm:spPr/>
      <dgm:t>
        <a:bodyPr/>
        <a:lstStyle/>
        <a:p>
          <a:r>
            <a:rPr lang="en-US"/>
            <a:t>4</a:t>
          </a:r>
        </a:p>
      </dgm:t>
    </dgm:pt>
    <dgm:pt modelId="{7159A9A8-D721-4716-AD95-FB6991B92465}">
      <dgm:prSet/>
      <dgm:spPr/>
      <dgm:t>
        <a:bodyPr/>
        <a:lstStyle/>
        <a:p>
          <a:r>
            <a:rPr lang="en-GB"/>
            <a:t>Phase 5: Documentation</a:t>
          </a:r>
          <a:endParaRPr lang="en-US"/>
        </a:p>
      </dgm:t>
    </dgm:pt>
    <dgm:pt modelId="{DA0183DB-DB9A-468C-93F9-FCC7444E31DE}" type="parTrans" cxnId="{077A7E13-17D5-4648-990A-5E6DA90D6A43}">
      <dgm:prSet/>
      <dgm:spPr/>
      <dgm:t>
        <a:bodyPr/>
        <a:lstStyle/>
        <a:p>
          <a:endParaRPr lang="en-US"/>
        </a:p>
      </dgm:t>
    </dgm:pt>
    <dgm:pt modelId="{30EE9299-6E4A-4A19-B1B3-4D52785CCB5E}" type="sibTrans" cxnId="{077A7E13-17D5-4648-990A-5E6DA90D6A43}">
      <dgm:prSet phldrT="5" phldr="0"/>
      <dgm:spPr/>
      <dgm:t>
        <a:bodyPr/>
        <a:lstStyle/>
        <a:p>
          <a:r>
            <a:rPr lang="en-US"/>
            <a:t>5</a:t>
          </a:r>
        </a:p>
      </dgm:t>
    </dgm:pt>
    <dgm:pt modelId="{5B82A1EC-F617-408C-9513-3C8CF5382ED6}" type="pres">
      <dgm:prSet presAssocID="{DC3590F9-43DB-4B5C-A932-5BC886725001}" presName="Name0" presStyleCnt="0">
        <dgm:presLayoutVars>
          <dgm:animLvl val="lvl"/>
          <dgm:resizeHandles val="exact"/>
        </dgm:presLayoutVars>
      </dgm:prSet>
      <dgm:spPr/>
    </dgm:pt>
    <dgm:pt modelId="{887ADD2A-3474-45E9-A765-D2B335148AB0}" type="pres">
      <dgm:prSet presAssocID="{2BDD8B08-4C4A-4337-BB3D-6FA0A70D9AA7}" presName="compositeNode" presStyleCnt="0">
        <dgm:presLayoutVars>
          <dgm:bulletEnabled val="1"/>
        </dgm:presLayoutVars>
      </dgm:prSet>
      <dgm:spPr/>
    </dgm:pt>
    <dgm:pt modelId="{2D56CB1B-6ADB-442D-B793-2FFCDB16AC06}" type="pres">
      <dgm:prSet presAssocID="{2BDD8B08-4C4A-4337-BB3D-6FA0A70D9AA7}" presName="bgRect" presStyleLbl="bgAccFollowNode1" presStyleIdx="0" presStyleCnt="5"/>
      <dgm:spPr/>
    </dgm:pt>
    <dgm:pt modelId="{92EFB823-4975-4A8E-803C-2B59937911E4}" type="pres">
      <dgm:prSet presAssocID="{6879556D-45E6-4A4B-9B9C-8EE298A3D493}" presName="sibTransNodeCircle" presStyleLbl="alignNode1" presStyleIdx="0" presStyleCnt="10">
        <dgm:presLayoutVars>
          <dgm:chMax val="0"/>
          <dgm:bulletEnabled/>
        </dgm:presLayoutVars>
      </dgm:prSet>
      <dgm:spPr/>
    </dgm:pt>
    <dgm:pt modelId="{3E1A3C2B-DC31-4F1B-B4DC-659BBC1175F0}" type="pres">
      <dgm:prSet presAssocID="{2BDD8B08-4C4A-4337-BB3D-6FA0A70D9AA7}" presName="bottomLine" presStyleLbl="alignNode1" presStyleIdx="1" presStyleCnt="10">
        <dgm:presLayoutVars/>
      </dgm:prSet>
      <dgm:spPr/>
    </dgm:pt>
    <dgm:pt modelId="{D1658319-548B-4AAF-9DE9-9DA1D2FC1B1A}" type="pres">
      <dgm:prSet presAssocID="{2BDD8B08-4C4A-4337-BB3D-6FA0A70D9AA7}" presName="nodeText" presStyleLbl="bgAccFollowNode1" presStyleIdx="0" presStyleCnt="5">
        <dgm:presLayoutVars>
          <dgm:bulletEnabled val="1"/>
        </dgm:presLayoutVars>
      </dgm:prSet>
      <dgm:spPr/>
    </dgm:pt>
    <dgm:pt modelId="{15EDC8A4-8F9B-439E-9CBE-9AD41AB594FB}" type="pres">
      <dgm:prSet presAssocID="{6879556D-45E6-4A4B-9B9C-8EE298A3D493}" presName="sibTrans" presStyleCnt="0"/>
      <dgm:spPr/>
    </dgm:pt>
    <dgm:pt modelId="{D837FD1F-ABEE-497A-B12D-4CF855D1C22E}" type="pres">
      <dgm:prSet presAssocID="{00ED5B7C-D158-4EC9-89DC-6D28E86690B5}" presName="compositeNode" presStyleCnt="0">
        <dgm:presLayoutVars>
          <dgm:bulletEnabled val="1"/>
        </dgm:presLayoutVars>
      </dgm:prSet>
      <dgm:spPr/>
    </dgm:pt>
    <dgm:pt modelId="{688F7EC8-D15A-4A01-AE22-B5552A146A59}" type="pres">
      <dgm:prSet presAssocID="{00ED5B7C-D158-4EC9-89DC-6D28E86690B5}" presName="bgRect" presStyleLbl="bgAccFollowNode1" presStyleIdx="1" presStyleCnt="5"/>
      <dgm:spPr/>
    </dgm:pt>
    <dgm:pt modelId="{35437E96-0C5C-4A3D-A001-FC6B5D813FCB}" type="pres">
      <dgm:prSet presAssocID="{0181561F-6941-43EA-AEBB-902AA576EA5C}" presName="sibTransNodeCircle" presStyleLbl="alignNode1" presStyleIdx="2" presStyleCnt="10">
        <dgm:presLayoutVars>
          <dgm:chMax val="0"/>
          <dgm:bulletEnabled/>
        </dgm:presLayoutVars>
      </dgm:prSet>
      <dgm:spPr/>
    </dgm:pt>
    <dgm:pt modelId="{E1D4BF14-19B0-45F1-A2DE-C8094A8D7F0D}" type="pres">
      <dgm:prSet presAssocID="{00ED5B7C-D158-4EC9-89DC-6D28E86690B5}" presName="bottomLine" presStyleLbl="alignNode1" presStyleIdx="3" presStyleCnt="10">
        <dgm:presLayoutVars/>
      </dgm:prSet>
      <dgm:spPr/>
    </dgm:pt>
    <dgm:pt modelId="{7494E2F2-AFCB-4786-81B4-28CD9E34F5E4}" type="pres">
      <dgm:prSet presAssocID="{00ED5B7C-D158-4EC9-89DC-6D28E86690B5}" presName="nodeText" presStyleLbl="bgAccFollowNode1" presStyleIdx="1" presStyleCnt="5">
        <dgm:presLayoutVars>
          <dgm:bulletEnabled val="1"/>
        </dgm:presLayoutVars>
      </dgm:prSet>
      <dgm:spPr/>
    </dgm:pt>
    <dgm:pt modelId="{8ABB5997-3C6C-4559-8698-952AD113ED05}" type="pres">
      <dgm:prSet presAssocID="{0181561F-6941-43EA-AEBB-902AA576EA5C}" presName="sibTrans" presStyleCnt="0"/>
      <dgm:spPr/>
    </dgm:pt>
    <dgm:pt modelId="{5E04B978-6EB5-489F-BD3E-25310AD7FEFE}" type="pres">
      <dgm:prSet presAssocID="{C8D6542E-78E0-4863-99B9-4FEFFF6355BA}" presName="compositeNode" presStyleCnt="0">
        <dgm:presLayoutVars>
          <dgm:bulletEnabled val="1"/>
        </dgm:presLayoutVars>
      </dgm:prSet>
      <dgm:spPr/>
    </dgm:pt>
    <dgm:pt modelId="{72574F71-DEAD-4D6D-96E9-7829D8A2A0EC}" type="pres">
      <dgm:prSet presAssocID="{C8D6542E-78E0-4863-99B9-4FEFFF6355BA}" presName="bgRect" presStyleLbl="bgAccFollowNode1" presStyleIdx="2" presStyleCnt="5"/>
      <dgm:spPr/>
    </dgm:pt>
    <dgm:pt modelId="{90914A6F-BB2F-46CA-BB49-6674302630E2}" type="pres">
      <dgm:prSet presAssocID="{1B6F3448-75DB-415E-8E4B-5C68EA667CDA}" presName="sibTransNodeCircle" presStyleLbl="alignNode1" presStyleIdx="4" presStyleCnt="10">
        <dgm:presLayoutVars>
          <dgm:chMax val="0"/>
          <dgm:bulletEnabled/>
        </dgm:presLayoutVars>
      </dgm:prSet>
      <dgm:spPr/>
    </dgm:pt>
    <dgm:pt modelId="{4CF35331-A0B7-49A2-B68A-BD3AB0B9F71B}" type="pres">
      <dgm:prSet presAssocID="{C8D6542E-78E0-4863-99B9-4FEFFF6355BA}" presName="bottomLine" presStyleLbl="alignNode1" presStyleIdx="5" presStyleCnt="10">
        <dgm:presLayoutVars/>
      </dgm:prSet>
      <dgm:spPr/>
    </dgm:pt>
    <dgm:pt modelId="{099EA50C-7CF0-4580-AAED-47A47DEC264D}" type="pres">
      <dgm:prSet presAssocID="{C8D6542E-78E0-4863-99B9-4FEFFF6355BA}" presName="nodeText" presStyleLbl="bgAccFollowNode1" presStyleIdx="2" presStyleCnt="5">
        <dgm:presLayoutVars>
          <dgm:bulletEnabled val="1"/>
        </dgm:presLayoutVars>
      </dgm:prSet>
      <dgm:spPr/>
    </dgm:pt>
    <dgm:pt modelId="{4108A900-45F1-470A-9568-ECCDC846AFEA}" type="pres">
      <dgm:prSet presAssocID="{1B6F3448-75DB-415E-8E4B-5C68EA667CDA}" presName="sibTrans" presStyleCnt="0"/>
      <dgm:spPr/>
    </dgm:pt>
    <dgm:pt modelId="{B819DF69-9E7F-4121-8D7F-B07E5FD9FEA0}" type="pres">
      <dgm:prSet presAssocID="{A5B336ED-4164-456D-A8C4-5710A99E694D}" presName="compositeNode" presStyleCnt="0">
        <dgm:presLayoutVars>
          <dgm:bulletEnabled val="1"/>
        </dgm:presLayoutVars>
      </dgm:prSet>
      <dgm:spPr/>
    </dgm:pt>
    <dgm:pt modelId="{6AF68572-D59B-4378-8716-2D5235CAB550}" type="pres">
      <dgm:prSet presAssocID="{A5B336ED-4164-456D-A8C4-5710A99E694D}" presName="bgRect" presStyleLbl="bgAccFollowNode1" presStyleIdx="3" presStyleCnt="5"/>
      <dgm:spPr/>
    </dgm:pt>
    <dgm:pt modelId="{B534FBA3-19E4-43FA-BCA5-1A7B39322A9B}" type="pres">
      <dgm:prSet presAssocID="{9EAFE926-8CF5-414A-A084-C582E8297B58}" presName="sibTransNodeCircle" presStyleLbl="alignNode1" presStyleIdx="6" presStyleCnt="10">
        <dgm:presLayoutVars>
          <dgm:chMax val="0"/>
          <dgm:bulletEnabled/>
        </dgm:presLayoutVars>
      </dgm:prSet>
      <dgm:spPr/>
    </dgm:pt>
    <dgm:pt modelId="{D9CA72F0-6E45-47D9-87BF-341753F8087A}" type="pres">
      <dgm:prSet presAssocID="{A5B336ED-4164-456D-A8C4-5710A99E694D}" presName="bottomLine" presStyleLbl="alignNode1" presStyleIdx="7" presStyleCnt="10">
        <dgm:presLayoutVars/>
      </dgm:prSet>
      <dgm:spPr/>
    </dgm:pt>
    <dgm:pt modelId="{6EFFF16E-94BC-4CB5-A0AF-054C38869250}" type="pres">
      <dgm:prSet presAssocID="{A5B336ED-4164-456D-A8C4-5710A99E694D}" presName="nodeText" presStyleLbl="bgAccFollowNode1" presStyleIdx="3" presStyleCnt="5">
        <dgm:presLayoutVars>
          <dgm:bulletEnabled val="1"/>
        </dgm:presLayoutVars>
      </dgm:prSet>
      <dgm:spPr/>
    </dgm:pt>
    <dgm:pt modelId="{673BF1EA-97B0-4D75-9D55-744E009ADE12}" type="pres">
      <dgm:prSet presAssocID="{9EAFE926-8CF5-414A-A084-C582E8297B58}" presName="sibTrans" presStyleCnt="0"/>
      <dgm:spPr/>
    </dgm:pt>
    <dgm:pt modelId="{6FDA48B8-6C21-4D49-B296-4D5BE1815A7D}" type="pres">
      <dgm:prSet presAssocID="{7159A9A8-D721-4716-AD95-FB6991B92465}" presName="compositeNode" presStyleCnt="0">
        <dgm:presLayoutVars>
          <dgm:bulletEnabled val="1"/>
        </dgm:presLayoutVars>
      </dgm:prSet>
      <dgm:spPr/>
    </dgm:pt>
    <dgm:pt modelId="{94499082-7EDB-4D11-9D02-9D1221475C97}" type="pres">
      <dgm:prSet presAssocID="{7159A9A8-D721-4716-AD95-FB6991B92465}" presName="bgRect" presStyleLbl="bgAccFollowNode1" presStyleIdx="4" presStyleCnt="5"/>
      <dgm:spPr/>
    </dgm:pt>
    <dgm:pt modelId="{3883F2FE-3E63-4411-BAF8-3E2DF71C6AE2}" type="pres">
      <dgm:prSet presAssocID="{30EE9299-6E4A-4A19-B1B3-4D52785CCB5E}" presName="sibTransNodeCircle" presStyleLbl="alignNode1" presStyleIdx="8" presStyleCnt="10">
        <dgm:presLayoutVars>
          <dgm:chMax val="0"/>
          <dgm:bulletEnabled/>
        </dgm:presLayoutVars>
      </dgm:prSet>
      <dgm:spPr/>
    </dgm:pt>
    <dgm:pt modelId="{F876B74A-9BA3-42FD-AE3D-E26DC40400F9}" type="pres">
      <dgm:prSet presAssocID="{7159A9A8-D721-4716-AD95-FB6991B92465}" presName="bottomLine" presStyleLbl="alignNode1" presStyleIdx="9" presStyleCnt="10">
        <dgm:presLayoutVars/>
      </dgm:prSet>
      <dgm:spPr/>
    </dgm:pt>
    <dgm:pt modelId="{0188262D-C060-4552-BBAC-4C69C53BA8F6}" type="pres">
      <dgm:prSet presAssocID="{7159A9A8-D721-4716-AD95-FB6991B92465}" presName="nodeText" presStyleLbl="bgAccFollowNode1" presStyleIdx="4" presStyleCnt="5">
        <dgm:presLayoutVars>
          <dgm:bulletEnabled val="1"/>
        </dgm:presLayoutVars>
      </dgm:prSet>
      <dgm:spPr/>
    </dgm:pt>
  </dgm:ptLst>
  <dgm:cxnLst>
    <dgm:cxn modelId="{ECD1230F-60BA-45B6-B5D6-2B948ABEBACC}" type="presOf" srcId="{00ED5B7C-D158-4EC9-89DC-6D28E86690B5}" destId="{7494E2F2-AFCB-4786-81B4-28CD9E34F5E4}" srcOrd="1" destOrd="0" presId="urn:microsoft.com/office/officeart/2016/7/layout/BasicLinearProcessNumbered"/>
    <dgm:cxn modelId="{D7930211-1933-4230-9838-ABF47B84521C}" type="presOf" srcId="{7159A9A8-D721-4716-AD95-FB6991B92465}" destId="{94499082-7EDB-4D11-9D02-9D1221475C97}" srcOrd="0" destOrd="0" presId="urn:microsoft.com/office/officeart/2016/7/layout/BasicLinearProcessNumbered"/>
    <dgm:cxn modelId="{077A7E13-17D5-4648-990A-5E6DA90D6A43}" srcId="{DC3590F9-43DB-4B5C-A932-5BC886725001}" destId="{7159A9A8-D721-4716-AD95-FB6991B92465}" srcOrd="4" destOrd="0" parTransId="{DA0183DB-DB9A-468C-93F9-FCC7444E31DE}" sibTransId="{30EE9299-6E4A-4A19-B1B3-4D52785CCB5E}"/>
    <dgm:cxn modelId="{EE5D5929-8BBE-45FB-8150-52AEE0C7B0FD}" type="presOf" srcId="{2BDD8B08-4C4A-4337-BB3D-6FA0A70D9AA7}" destId="{2D56CB1B-6ADB-442D-B793-2FFCDB16AC06}" srcOrd="0" destOrd="0" presId="urn:microsoft.com/office/officeart/2016/7/layout/BasicLinearProcessNumbered"/>
    <dgm:cxn modelId="{C201E034-DE62-4C9A-98FB-8464581141C1}" type="presOf" srcId="{C8D6542E-78E0-4863-99B9-4FEFFF6355BA}" destId="{72574F71-DEAD-4D6D-96E9-7829D8A2A0EC}" srcOrd="0" destOrd="0" presId="urn:microsoft.com/office/officeart/2016/7/layout/BasicLinearProcessNumbered"/>
    <dgm:cxn modelId="{4BC33F3B-2D45-4A90-8F90-20FAACF2E119}" type="presOf" srcId="{6879556D-45E6-4A4B-9B9C-8EE298A3D493}" destId="{92EFB823-4975-4A8E-803C-2B59937911E4}" srcOrd="0" destOrd="0" presId="urn:microsoft.com/office/officeart/2016/7/layout/BasicLinearProcessNumbered"/>
    <dgm:cxn modelId="{6E24C03D-58DA-4FDA-B9AF-AB00F8A16854}" type="presOf" srcId="{C8D6542E-78E0-4863-99B9-4FEFFF6355BA}" destId="{099EA50C-7CF0-4580-AAED-47A47DEC264D}" srcOrd="1" destOrd="0" presId="urn:microsoft.com/office/officeart/2016/7/layout/BasicLinearProcessNumbered"/>
    <dgm:cxn modelId="{FE91413E-248E-41BF-865E-0A6A103057D1}" type="presOf" srcId="{1B6F3448-75DB-415E-8E4B-5C68EA667CDA}" destId="{90914A6F-BB2F-46CA-BB49-6674302630E2}" srcOrd="0" destOrd="0" presId="urn:microsoft.com/office/officeart/2016/7/layout/BasicLinearProcessNumbered"/>
    <dgm:cxn modelId="{31BF0566-E65A-494D-9DEF-C585B043C74E}" type="presOf" srcId="{A5B336ED-4164-456D-A8C4-5710A99E694D}" destId="{6EFFF16E-94BC-4CB5-A0AF-054C38869250}" srcOrd="1" destOrd="0" presId="urn:microsoft.com/office/officeart/2016/7/layout/BasicLinearProcessNumbered"/>
    <dgm:cxn modelId="{8C017150-F67C-429E-BE92-997511361E5B}" type="presOf" srcId="{2BDD8B08-4C4A-4337-BB3D-6FA0A70D9AA7}" destId="{D1658319-548B-4AAF-9DE9-9DA1D2FC1B1A}" srcOrd="1" destOrd="0" presId="urn:microsoft.com/office/officeart/2016/7/layout/BasicLinearProcessNumbered"/>
    <dgm:cxn modelId="{5DA5E47C-154F-4BB7-9F8B-2301F03EBE51}" srcId="{DC3590F9-43DB-4B5C-A932-5BC886725001}" destId="{C8D6542E-78E0-4863-99B9-4FEFFF6355BA}" srcOrd="2" destOrd="0" parTransId="{EFD3470C-B2AA-401E-A673-6CB36D0A2F93}" sibTransId="{1B6F3448-75DB-415E-8E4B-5C68EA667CDA}"/>
    <dgm:cxn modelId="{C966B97D-0DDE-4204-88F1-D1C71F7ADDE0}" type="presOf" srcId="{A5B336ED-4164-456D-A8C4-5710A99E694D}" destId="{6AF68572-D59B-4378-8716-2D5235CAB550}" srcOrd="0" destOrd="0" presId="urn:microsoft.com/office/officeart/2016/7/layout/BasicLinearProcessNumbered"/>
    <dgm:cxn modelId="{19D9377E-9FA6-4211-857D-2F5921557AEB}" type="presOf" srcId="{00ED5B7C-D158-4EC9-89DC-6D28E86690B5}" destId="{688F7EC8-D15A-4A01-AE22-B5552A146A59}" srcOrd="0" destOrd="0" presId="urn:microsoft.com/office/officeart/2016/7/layout/BasicLinearProcessNumbered"/>
    <dgm:cxn modelId="{EB9634B2-2316-41EB-8401-1ECFC57B5FD2}" type="presOf" srcId="{0181561F-6941-43EA-AEBB-902AA576EA5C}" destId="{35437E96-0C5C-4A3D-A001-FC6B5D813FCB}" srcOrd="0" destOrd="0" presId="urn:microsoft.com/office/officeart/2016/7/layout/BasicLinearProcessNumbered"/>
    <dgm:cxn modelId="{39630FB3-3EFF-4CA7-A982-8036314FB609}" srcId="{DC3590F9-43DB-4B5C-A932-5BC886725001}" destId="{A5B336ED-4164-456D-A8C4-5710A99E694D}" srcOrd="3" destOrd="0" parTransId="{9D95A9AE-5337-4399-9743-F23B7A283791}" sibTransId="{9EAFE926-8CF5-414A-A084-C582E8297B58}"/>
    <dgm:cxn modelId="{1F5B8CBB-CD00-4EF4-842D-68F5700B8D93}" type="presOf" srcId="{7159A9A8-D721-4716-AD95-FB6991B92465}" destId="{0188262D-C060-4552-BBAC-4C69C53BA8F6}" srcOrd="1" destOrd="0" presId="urn:microsoft.com/office/officeart/2016/7/layout/BasicLinearProcessNumbered"/>
    <dgm:cxn modelId="{162EC9C0-A080-49ED-B5CA-DE43F6EDB9D1}" type="presOf" srcId="{30EE9299-6E4A-4A19-B1B3-4D52785CCB5E}" destId="{3883F2FE-3E63-4411-BAF8-3E2DF71C6AE2}" srcOrd="0" destOrd="0" presId="urn:microsoft.com/office/officeart/2016/7/layout/BasicLinearProcessNumbered"/>
    <dgm:cxn modelId="{17C7F4CA-F7A3-418B-A8F9-F6BFDD16AAB3}" type="presOf" srcId="{DC3590F9-43DB-4B5C-A932-5BC886725001}" destId="{5B82A1EC-F617-408C-9513-3C8CF5382ED6}" srcOrd="0" destOrd="0" presId="urn:microsoft.com/office/officeart/2016/7/layout/BasicLinearProcessNumbered"/>
    <dgm:cxn modelId="{279D18D2-23B4-47E9-84C6-E4A1491D692C}" type="presOf" srcId="{9EAFE926-8CF5-414A-A084-C582E8297B58}" destId="{B534FBA3-19E4-43FA-BCA5-1A7B39322A9B}" srcOrd="0" destOrd="0" presId="urn:microsoft.com/office/officeart/2016/7/layout/BasicLinearProcessNumbered"/>
    <dgm:cxn modelId="{6B2F29E3-AD54-439E-8003-161DE38A622C}" srcId="{DC3590F9-43DB-4B5C-A932-5BC886725001}" destId="{00ED5B7C-D158-4EC9-89DC-6D28E86690B5}" srcOrd="1" destOrd="0" parTransId="{9EDD496E-A3EE-4500-BFF5-9883E2B6A937}" sibTransId="{0181561F-6941-43EA-AEBB-902AA576EA5C}"/>
    <dgm:cxn modelId="{2D01E7F9-3BAD-457B-90AC-C04E501DD561}" srcId="{DC3590F9-43DB-4B5C-A932-5BC886725001}" destId="{2BDD8B08-4C4A-4337-BB3D-6FA0A70D9AA7}" srcOrd="0" destOrd="0" parTransId="{A3143FBF-A51B-4AC8-8013-B066EA1EE4F9}" sibTransId="{6879556D-45E6-4A4B-9B9C-8EE298A3D493}"/>
    <dgm:cxn modelId="{15F94C93-C4A6-4E2F-B423-4708FF0F6C05}" type="presParOf" srcId="{5B82A1EC-F617-408C-9513-3C8CF5382ED6}" destId="{887ADD2A-3474-45E9-A765-D2B335148AB0}" srcOrd="0" destOrd="0" presId="urn:microsoft.com/office/officeart/2016/7/layout/BasicLinearProcessNumbered"/>
    <dgm:cxn modelId="{C99E7F6F-C7A0-4EBA-9DC3-2F661F4DEFEB}" type="presParOf" srcId="{887ADD2A-3474-45E9-A765-D2B335148AB0}" destId="{2D56CB1B-6ADB-442D-B793-2FFCDB16AC06}" srcOrd="0" destOrd="0" presId="urn:microsoft.com/office/officeart/2016/7/layout/BasicLinearProcessNumbered"/>
    <dgm:cxn modelId="{2533DE20-29B5-4314-95CF-E24E35922BCE}" type="presParOf" srcId="{887ADD2A-3474-45E9-A765-D2B335148AB0}" destId="{92EFB823-4975-4A8E-803C-2B59937911E4}" srcOrd="1" destOrd="0" presId="urn:microsoft.com/office/officeart/2016/7/layout/BasicLinearProcessNumbered"/>
    <dgm:cxn modelId="{51A892BC-ED14-4296-A826-1E7562784FF1}" type="presParOf" srcId="{887ADD2A-3474-45E9-A765-D2B335148AB0}" destId="{3E1A3C2B-DC31-4F1B-B4DC-659BBC1175F0}" srcOrd="2" destOrd="0" presId="urn:microsoft.com/office/officeart/2016/7/layout/BasicLinearProcessNumbered"/>
    <dgm:cxn modelId="{EC84B9B2-51F7-43EF-9E09-0C021C59D54A}" type="presParOf" srcId="{887ADD2A-3474-45E9-A765-D2B335148AB0}" destId="{D1658319-548B-4AAF-9DE9-9DA1D2FC1B1A}" srcOrd="3" destOrd="0" presId="urn:microsoft.com/office/officeart/2016/7/layout/BasicLinearProcessNumbered"/>
    <dgm:cxn modelId="{308A703F-B357-4351-AF22-F2F72B1FB48F}" type="presParOf" srcId="{5B82A1EC-F617-408C-9513-3C8CF5382ED6}" destId="{15EDC8A4-8F9B-439E-9CBE-9AD41AB594FB}" srcOrd="1" destOrd="0" presId="urn:microsoft.com/office/officeart/2016/7/layout/BasicLinearProcessNumbered"/>
    <dgm:cxn modelId="{CA05450F-09FD-4B40-A7C3-D96A78D4858B}" type="presParOf" srcId="{5B82A1EC-F617-408C-9513-3C8CF5382ED6}" destId="{D837FD1F-ABEE-497A-B12D-4CF855D1C22E}" srcOrd="2" destOrd="0" presId="urn:microsoft.com/office/officeart/2016/7/layout/BasicLinearProcessNumbered"/>
    <dgm:cxn modelId="{49468940-B310-4D51-B6DE-4FAC2A2B343E}" type="presParOf" srcId="{D837FD1F-ABEE-497A-B12D-4CF855D1C22E}" destId="{688F7EC8-D15A-4A01-AE22-B5552A146A59}" srcOrd="0" destOrd="0" presId="urn:microsoft.com/office/officeart/2016/7/layout/BasicLinearProcessNumbered"/>
    <dgm:cxn modelId="{6CBA6B21-7CD3-4C36-9515-49E977FE26B9}" type="presParOf" srcId="{D837FD1F-ABEE-497A-B12D-4CF855D1C22E}" destId="{35437E96-0C5C-4A3D-A001-FC6B5D813FCB}" srcOrd="1" destOrd="0" presId="urn:microsoft.com/office/officeart/2016/7/layout/BasicLinearProcessNumbered"/>
    <dgm:cxn modelId="{A9DB4352-6234-4344-A0EC-070BB25472A9}" type="presParOf" srcId="{D837FD1F-ABEE-497A-B12D-4CF855D1C22E}" destId="{E1D4BF14-19B0-45F1-A2DE-C8094A8D7F0D}" srcOrd="2" destOrd="0" presId="urn:microsoft.com/office/officeart/2016/7/layout/BasicLinearProcessNumbered"/>
    <dgm:cxn modelId="{D79E8280-1CFB-4F3F-8D5F-5741ED51F042}" type="presParOf" srcId="{D837FD1F-ABEE-497A-B12D-4CF855D1C22E}" destId="{7494E2F2-AFCB-4786-81B4-28CD9E34F5E4}" srcOrd="3" destOrd="0" presId="urn:microsoft.com/office/officeart/2016/7/layout/BasicLinearProcessNumbered"/>
    <dgm:cxn modelId="{D739492F-19E7-40E2-A2A4-C58E2D37D24F}" type="presParOf" srcId="{5B82A1EC-F617-408C-9513-3C8CF5382ED6}" destId="{8ABB5997-3C6C-4559-8698-952AD113ED05}" srcOrd="3" destOrd="0" presId="urn:microsoft.com/office/officeart/2016/7/layout/BasicLinearProcessNumbered"/>
    <dgm:cxn modelId="{DB5A5517-7C2B-4CAF-AE6C-60C6308F4CF1}" type="presParOf" srcId="{5B82A1EC-F617-408C-9513-3C8CF5382ED6}" destId="{5E04B978-6EB5-489F-BD3E-25310AD7FEFE}" srcOrd="4" destOrd="0" presId="urn:microsoft.com/office/officeart/2016/7/layout/BasicLinearProcessNumbered"/>
    <dgm:cxn modelId="{CE4C62AC-0D87-44E4-8301-D36495EBBA89}" type="presParOf" srcId="{5E04B978-6EB5-489F-BD3E-25310AD7FEFE}" destId="{72574F71-DEAD-4D6D-96E9-7829D8A2A0EC}" srcOrd="0" destOrd="0" presId="urn:microsoft.com/office/officeart/2016/7/layout/BasicLinearProcessNumbered"/>
    <dgm:cxn modelId="{303821BE-EA50-4974-ABA8-250D25CB7B82}" type="presParOf" srcId="{5E04B978-6EB5-489F-BD3E-25310AD7FEFE}" destId="{90914A6F-BB2F-46CA-BB49-6674302630E2}" srcOrd="1" destOrd="0" presId="urn:microsoft.com/office/officeart/2016/7/layout/BasicLinearProcessNumbered"/>
    <dgm:cxn modelId="{4893212A-5F03-44EA-A194-867CAF06B149}" type="presParOf" srcId="{5E04B978-6EB5-489F-BD3E-25310AD7FEFE}" destId="{4CF35331-A0B7-49A2-B68A-BD3AB0B9F71B}" srcOrd="2" destOrd="0" presId="urn:microsoft.com/office/officeart/2016/7/layout/BasicLinearProcessNumbered"/>
    <dgm:cxn modelId="{7DCDBECD-7A24-4A3F-87F4-7C18696B1F0E}" type="presParOf" srcId="{5E04B978-6EB5-489F-BD3E-25310AD7FEFE}" destId="{099EA50C-7CF0-4580-AAED-47A47DEC264D}" srcOrd="3" destOrd="0" presId="urn:microsoft.com/office/officeart/2016/7/layout/BasicLinearProcessNumbered"/>
    <dgm:cxn modelId="{24AC1ABD-CC7F-4A07-B003-86805C99737C}" type="presParOf" srcId="{5B82A1EC-F617-408C-9513-3C8CF5382ED6}" destId="{4108A900-45F1-470A-9568-ECCDC846AFEA}" srcOrd="5" destOrd="0" presId="urn:microsoft.com/office/officeart/2016/7/layout/BasicLinearProcessNumbered"/>
    <dgm:cxn modelId="{408BDCEF-F2B1-44E3-9E4A-2099A5A69968}" type="presParOf" srcId="{5B82A1EC-F617-408C-9513-3C8CF5382ED6}" destId="{B819DF69-9E7F-4121-8D7F-B07E5FD9FEA0}" srcOrd="6" destOrd="0" presId="urn:microsoft.com/office/officeart/2016/7/layout/BasicLinearProcessNumbered"/>
    <dgm:cxn modelId="{4C405BF9-B15F-4652-9AB0-369456184CD1}" type="presParOf" srcId="{B819DF69-9E7F-4121-8D7F-B07E5FD9FEA0}" destId="{6AF68572-D59B-4378-8716-2D5235CAB550}" srcOrd="0" destOrd="0" presId="urn:microsoft.com/office/officeart/2016/7/layout/BasicLinearProcessNumbered"/>
    <dgm:cxn modelId="{644B1A09-518B-4623-8866-6683D8DA42ED}" type="presParOf" srcId="{B819DF69-9E7F-4121-8D7F-B07E5FD9FEA0}" destId="{B534FBA3-19E4-43FA-BCA5-1A7B39322A9B}" srcOrd="1" destOrd="0" presId="urn:microsoft.com/office/officeart/2016/7/layout/BasicLinearProcessNumbered"/>
    <dgm:cxn modelId="{98026433-A391-47AF-86CB-44ED45DA9BF8}" type="presParOf" srcId="{B819DF69-9E7F-4121-8D7F-B07E5FD9FEA0}" destId="{D9CA72F0-6E45-47D9-87BF-341753F8087A}" srcOrd="2" destOrd="0" presId="urn:microsoft.com/office/officeart/2016/7/layout/BasicLinearProcessNumbered"/>
    <dgm:cxn modelId="{5124D8EA-F33F-49BE-B681-471977A92978}" type="presParOf" srcId="{B819DF69-9E7F-4121-8D7F-B07E5FD9FEA0}" destId="{6EFFF16E-94BC-4CB5-A0AF-054C38869250}" srcOrd="3" destOrd="0" presId="urn:microsoft.com/office/officeart/2016/7/layout/BasicLinearProcessNumbered"/>
    <dgm:cxn modelId="{295B79C3-42EE-4C66-A3B5-71BD1289A522}" type="presParOf" srcId="{5B82A1EC-F617-408C-9513-3C8CF5382ED6}" destId="{673BF1EA-97B0-4D75-9D55-744E009ADE12}" srcOrd="7" destOrd="0" presId="urn:microsoft.com/office/officeart/2016/7/layout/BasicLinearProcessNumbered"/>
    <dgm:cxn modelId="{56E29809-6D25-4F9D-ACF4-92743473DA16}" type="presParOf" srcId="{5B82A1EC-F617-408C-9513-3C8CF5382ED6}" destId="{6FDA48B8-6C21-4D49-B296-4D5BE1815A7D}" srcOrd="8" destOrd="0" presId="urn:microsoft.com/office/officeart/2016/7/layout/BasicLinearProcessNumbered"/>
    <dgm:cxn modelId="{F7557DBA-6A38-4A40-8202-B528F98A7B52}" type="presParOf" srcId="{6FDA48B8-6C21-4D49-B296-4D5BE1815A7D}" destId="{94499082-7EDB-4D11-9D02-9D1221475C97}" srcOrd="0" destOrd="0" presId="urn:microsoft.com/office/officeart/2016/7/layout/BasicLinearProcessNumbered"/>
    <dgm:cxn modelId="{69F52BAC-8259-47F4-A753-E4CFCE254FE8}" type="presParOf" srcId="{6FDA48B8-6C21-4D49-B296-4D5BE1815A7D}" destId="{3883F2FE-3E63-4411-BAF8-3E2DF71C6AE2}" srcOrd="1" destOrd="0" presId="urn:microsoft.com/office/officeart/2016/7/layout/BasicLinearProcessNumbered"/>
    <dgm:cxn modelId="{41C4653D-CC7C-4C4E-BB26-0459880A3EA5}" type="presParOf" srcId="{6FDA48B8-6C21-4D49-B296-4D5BE1815A7D}" destId="{F876B74A-9BA3-42FD-AE3D-E26DC40400F9}" srcOrd="2" destOrd="0" presId="urn:microsoft.com/office/officeart/2016/7/layout/BasicLinearProcessNumbered"/>
    <dgm:cxn modelId="{F74CE10F-51D2-42B8-BCF4-AD4C0CADF3F9}" type="presParOf" srcId="{6FDA48B8-6C21-4D49-B296-4D5BE1815A7D}" destId="{0188262D-C060-4552-BBAC-4C69C53BA8F6}" srcOrd="3" destOrd="0" presId="urn:microsoft.com/office/officeart/2016/7/layout/BasicLinear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FE596146-8EE4-417E-9BDC-13F8A37C9A4F}" type="doc">
      <dgm:prSet loTypeId="urn:microsoft.com/office/officeart/2017/3/layout/DropPinTimeline" loCatId="process" qsTypeId="urn:microsoft.com/office/officeart/2005/8/quickstyle/simple4" qsCatId="simple" csTypeId="urn:microsoft.com/office/officeart/2005/8/colors/colorful5" csCatId="colorful" phldr="1"/>
      <dgm:spPr/>
      <dgm:t>
        <a:bodyPr/>
        <a:lstStyle/>
        <a:p>
          <a:endParaRPr lang="en-US"/>
        </a:p>
      </dgm:t>
    </dgm:pt>
    <dgm:pt modelId="{2F7CDD4B-8F40-42A7-94B8-FF637BE60553}">
      <dgm:prSet/>
      <dgm:spPr/>
      <dgm:t>
        <a:bodyPr/>
        <a:lstStyle/>
        <a:p>
          <a:pPr>
            <a:defRPr b="1"/>
          </a:pPr>
          <a:r>
            <a:rPr lang="en-US" dirty="0"/>
            <a:t>4–6 Mar.</a:t>
          </a:r>
        </a:p>
      </dgm:t>
    </dgm:pt>
    <dgm:pt modelId="{BC95FC3F-E31A-4D3A-A5B7-E6C59415E8F6}" type="parTrans" cxnId="{F94F7ACF-DAFD-4C1A-8649-DA161AD6DF95}">
      <dgm:prSet/>
      <dgm:spPr/>
      <dgm:t>
        <a:bodyPr/>
        <a:lstStyle/>
        <a:p>
          <a:endParaRPr lang="en-US"/>
        </a:p>
      </dgm:t>
    </dgm:pt>
    <dgm:pt modelId="{54155C1B-0D98-4341-BBA1-93B67F9B537E}" type="sibTrans" cxnId="{F94F7ACF-DAFD-4C1A-8649-DA161AD6DF95}">
      <dgm:prSet/>
      <dgm:spPr/>
      <dgm:t>
        <a:bodyPr/>
        <a:lstStyle/>
        <a:p>
          <a:endParaRPr lang="en-US"/>
        </a:p>
      </dgm:t>
    </dgm:pt>
    <dgm:pt modelId="{7059260F-0A36-40B2-9799-2496D3551D07}">
      <dgm:prSet/>
      <dgm:spPr/>
      <dgm:t>
        <a:bodyPr/>
        <a:lstStyle/>
        <a:p>
          <a:endParaRPr lang="en-US"/>
        </a:p>
      </dgm:t>
    </dgm:pt>
    <dgm:pt modelId="{E759822F-1098-4B91-8FF8-7A91AB2A2C9E}" type="parTrans" cxnId="{E73FCF1A-BE2E-4E49-AAB1-E2C396C62242}">
      <dgm:prSet/>
      <dgm:spPr/>
      <dgm:t>
        <a:bodyPr/>
        <a:lstStyle/>
        <a:p>
          <a:endParaRPr lang="en-US"/>
        </a:p>
      </dgm:t>
    </dgm:pt>
    <dgm:pt modelId="{89DEFF52-62FF-4AE3-ADA4-07B6B4C1A578}" type="sibTrans" cxnId="{E73FCF1A-BE2E-4E49-AAB1-E2C396C62242}">
      <dgm:prSet/>
      <dgm:spPr/>
      <dgm:t>
        <a:bodyPr/>
        <a:lstStyle/>
        <a:p>
          <a:endParaRPr lang="en-US"/>
        </a:p>
      </dgm:t>
    </dgm:pt>
    <dgm:pt modelId="{14522AFB-4C02-48F0-BE1F-2448E5B05487}">
      <dgm:prSet/>
      <dgm:spPr/>
      <dgm:t>
        <a:bodyPr/>
        <a:lstStyle/>
        <a:p>
          <a:pPr>
            <a:defRPr b="1"/>
          </a:pPr>
          <a:r>
            <a:rPr lang="en-US"/>
            <a:t>9–13 Mar.</a:t>
          </a:r>
        </a:p>
      </dgm:t>
    </dgm:pt>
    <dgm:pt modelId="{F75F88D3-EADA-435E-964F-1B5BF4F3AF85}" type="parTrans" cxnId="{07DC47CE-3A60-444E-8405-5A8723B38955}">
      <dgm:prSet/>
      <dgm:spPr/>
      <dgm:t>
        <a:bodyPr/>
        <a:lstStyle/>
        <a:p>
          <a:endParaRPr lang="en-US"/>
        </a:p>
      </dgm:t>
    </dgm:pt>
    <dgm:pt modelId="{0654EB2F-32AC-48C3-BFBF-5DF45BEC37D8}" type="sibTrans" cxnId="{07DC47CE-3A60-444E-8405-5A8723B38955}">
      <dgm:prSet/>
      <dgm:spPr/>
      <dgm:t>
        <a:bodyPr/>
        <a:lstStyle/>
        <a:p>
          <a:endParaRPr lang="en-US"/>
        </a:p>
      </dgm:t>
    </dgm:pt>
    <dgm:pt modelId="{23AAE864-C312-4E9B-A2F9-F85B169B885A}">
      <dgm:prSet/>
      <dgm:spPr/>
      <dgm:t>
        <a:bodyPr/>
        <a:lstStyle/>
        <a:p>
          <a:endParaRPr lang="en-US"/>
        </a:p>
      </dgm:t>
    </dgm:pt>
    <dgm:pt modelId="{BDB295E9-2D9F-4AEC-8983-00E1C06ABA53}" type="parTrans" cxnId="{D3465F52-80C4-49ED-BD2B-E5D9312535FE}">
      <dgm:prSet/>
      <dgm:spPr/>
      <dgm:t>
        <a:bodyPr/>
        <a:lstStyle/>
        <a:p>
          <a:endParaRPr lang="en-US"/>
        </a:p>
      </dgm:t>
    </dgm:pt>
    <dgm:pt modelId="{2D90454B-560A-45C3-AA8D-5B1EE154F589}" type="sibTrans" cxnId="{D3465F52-80C4-49ED-BD2B-E5D9312535FE}">
      <dgm:prSet/>
      <dgm:spPr/>
      <dgm:t>
        <a:bodyPr/>
        <a:lstStyle/>
        <a:p>
          <a:endParaRPr lang="en-US"/>
        </a:p>
      </dgm:t>
    </dgm:pt>
    <dgm:pt modelId="{B6951B3B-1595-4C89-813A-1A6EA5C63113}">
      <dgm:prSet/>
      <dgm:spPr/>
      <dgm:t>
        <a:bodyPr/>
        <a:lstStyle/>
        <a:p>
          <a:pPr>
            <a:defRPr b="1"/>
          </a:pPr>
          <a:r>
            <a:rPr lang="en-US"/>
            <a:t>16–20 Mar.</a:t>
          </a:r>
        </a:p>
      </dgm:t>
    </dgm:pt>
    <dgm:pt modelId="{7513A1B5-0C73-4FC9-8686-69013E88A7A8}" type="parTrans" cxnId="{DBD40484-3486-4579-BC6A-103840855278}">
      <dgm:prSet/>
      <dgm:spPr/>
      <dgm:t>
        <a:bodyPr/>
        <a:lstStyle/>
        <a:p>
          <a:endParaRPr lang="en-US"/>
        </a:p>
      </dgm:t>
    </dgm:pt>
    <dgm:pt modelId="{A47261E3-C9AC-4AD5-BCAF-AD5D0D4811E1}" type="sibTrans" cxnId="{DBD40484-3486-4579-BC6A-103840855278}">
      <dgm:prSet/>
      <dgm:spPr/>
      <dgm:t>
        <a:bodyPr/>
        <a:lstStyle/>
        <a:p>
          <a:endParaRPr lang="en-US"/>
        </a:p>
      </dgm:t>
    </dgm:pt>
    <dgm:pt modelId="{F1D1D180-0643-4B28-80CE-43EEF5A352B6}">
      <dgm:prSet/>
      <dgm:spPr/>
      <dgm:t>
        <a:bodyPr/>
        <a:lstStyle/>
        <a:p>
          <a:endParaRPr lang="en-US"/>
        </a:p>
      </dgm:t>
    </dgm:pt>
    <dgm:pt modelId="{B291EECF-FAE7-4AE9-965E-B254E36E2BE0}" type="parTrans" cxnId="{50D71DC6-082A-4E11-B59F-20C43E45CD03}">
      <dgm:prSet/>
      <dgm:spPr/>
      <dgm:t>
        <a:bodyPr/>
        <a:lstStyle/>
        <a:p>
          <a:endParaRPr lang="en-US"/>
        </a:p>
      </dgm:t>
    </dgm:pt>
    <dgm:pt modelId="{D5C22CBA-CADD-4D86-9786-17D61F4028EE}" type="sibTrans" cxnId="{50D71DC6-082A-4E11-B59F-20C43E45CD03}">
      <dgm:prSet/>
      <dgm:spPr/>
      <dgm:t>
        <a:bodyPr/>
        <a:lstStyle/>
        <a:p>
          <a:endParaRPr lang="en-US"/>
        </a:p>
      </dgm:t>
    </dgm:pt>
    <dgm:pt modelId="{5A7F0325-C79A-491E-8412-38206955B739}">
      <dgm:prSet/>
      <dgm:spPr/>
      <dgm:t>
        <a:bodyPr/>
        <a:lstStyle/>
        <a:p>
          <a:pPr>
            <a:defRPr b="1"/>
          </a:pPr>
          <a:r>
            <a:rPr lang="en-US"/>
            <a:t>23–25 Mar.</a:t>
          </a:r>
        </a:p>
      </dgm:t>
    </dgm:pt>
    <dgm:pt modelId="{F0D9EDA8-55A5-4916-B752-49755F5D9A77}" type="parTrans" cxnId="{40C6EC87-76E5-40AC-8BE2-3A1FEC91BCAB}">
      <dgm:prSet/>
      <dgm:spPr/>
      <dgm:t>
        <a:bodyPr/>
        <a:lstStyle/>
        <a:p>
          <a:endParaRPr lang="en-US"/>
        </a:p>
      </dgm:t>
    </dgm:pt>
    <dgm:pt modelId="{46D73E6F-0D9B-4DB6-BFEA-9A39AF588B7F}" type="sibTrans" cxnId="{40C6EC87-76E5-40AC-8BE2-3A1FEC91BCAB}">
      <dgm:prSet/>
      <dgm:spPr/>
      <dgm:t>
        <a:bodyPr/>
        <a:lstStyle/>
        <a:p>
          <a:endParaRPr lang="en-US"/>
        </a:p>
      </dgm:t>
    </dgm:pt>
    <dgm:pt modelId="{2F1BB28D-7AFB-43F3-B222-B6902CDDE28F}">
      <dgm:prSet/>
      <dgm:spPr/>
      <dgm:t>
        <a:bodyPr/>
        <a:lstStyle/>
        <a:p>
          <a:endParaRPr lang="en-US"/>
        </a:p>
      </dgm:t>
    </dgm:pt>
    <dgm:pt modelId="{A4F4530C-2549-4C7B-97CA-4DBFB3CAA293}" type="parTrans" cxnId="{6176D492-C611-4FA1-891E-8CA03C3B70DF}">
      <dgm:prSet/>
      <dgm:spPr/>
      <dgm:t>
        <a:bodyPr/>
        <a:lstStyle/>
        <a:p>
          <a:endParaRPr lang="en-US"/>
        </a:p>
      </dgm:t>
    </dgm:pt>
    <dgm:pt modelId="{E1B5947A-9BFE-4B25-B543-42390442F436}" type="sibTrans" cxnId="{6176D492-C611-4FA1-891E-8CA03C3B70DF}">
      <dgm:prSet/>
      <dgm:spPr/>
      <dgm:t>
        <a:bodyPr/>
        <a:lstStyle/>
        <a:p>
          <a:endParaRPr lang="en-US"/>
        </a:p>
      </dgm:t>
    </dgm:pt>
    <dgm:pt modelId="{82AF27B7-8E70-47C8-8E34-CF61C6A08FA7}" type="pres">
      <dgm:prSet presAssocID="{FE596146-8EE4-417E-9BDC-13F8A37C9A4F}" presName="root" presStyleCnt="0">
        <dgm:presLayoutVars>
          <dgm:chMax/>
          <dgm:chPref/>
          <dgm:animLvl val="lvl"/>
        </dgm:presLayoutVars>
      </dgm:prSet>
      <dgm:spPr/>
    </dgm:pt>
    <dgm:pt modelId="{194C29B5-4769-4181-9CEF-2B0E9CC76162}" type="pres">
      <dgm:prSet presAssocID="{FE596146-8EE4-417E-9BDC-13F8A37C9A4F}" presName="divider" presStyleLbl="fgAcc1" presStyleIdx="0" presStyleCnt="5"/>
      <dgm:spPr>
        <a:solidFill>
          <a:schemeClr val="lt1">
            <a:alpha val="90000"/>
            <a:hueOff val="0"/>
            <a:satOff val="0"/>
            <a:lumOff val="0"/>
            <a:alphaOff val="0"/>
          </a:schemeClr>
        </a:solidFill>
        <a:ln w="19050" cap="flat" cmpd="sng" algn="ctr">
          <a:solidFill>
            <a:schemeClr val="accent5">
              <a:hueOff val="0"/>
              <a:satOff val="0"/>
              <a:lumOff val="0"/>
              <a:alphaOff val="0"/>
            </a:schemeClr>
          </a:solidFill>
          <a:prstDash val="solid"/>
          <a:miter lim="800000"/>
          <a:tailEnd type="triangle" w="lg" len="lg"/>
        </a:ln>
        <a:effectLst/>
      </dgm:spPr>
    </dgm:pt>
    <dgm:pt modelId="{F362C827-7E5C-4EBA-B3EE-4DEA29CA8DA4}" type="pres">
      <dgm:prSet presAssocID="{FE596146-8EE4-417E-9BDC-13F8A37C9A4F}" presName="nodes" presStyleCnt="0">
        <dgm:presLayoutVars>
          <dgm:chMax/>
          <dgm:chPref/>
          <dgm:animLvl val="lvl"/>
        </dgm:presLayoutVars>
      </dgm:prSet>
      <dgm:spPr/>
    </dgm:pt>
    <dgm:pt modelId="{7D718EE7-DD0B-421A-AF51-F47219B9E4EC}" type="pres">
      <dgm:prSet presAssocID="{2F7CDD4B-8F40-42A7-94B8-FF637BE60553}" presName="composite" presStyleCnt="0"/>
      <dgm:spPr/>
    </dgm:pt>
    <dgm:pt modelId="{8BE378E1-1D85-435B-B1B5-AD48C5F40C54}" type="pres">
      <dgm:prSet presAssocID="{2F7CDD4B-8F40-42A7-94B8-FF637BE60553}" presName="ConnectorPoint" presStyleLbl="lnNode1" presStyleIdx="0" presStyleCnt="4"/>
      <dgm:spPr>
        <a:gradFill rotWithShape="0">
          <a:gsLst>
            <a:gs pos="0">
              <a:schemeClr val="accent5">
                <a:satMod val="103000"/>
                <a:lumMod val="102000"/>
                <a:tint val="94000"/>
              </a:schemeClr>
            </a:gs>
            <a:gs pos="50000">
              <a:schemeClr val="accent5">
                <a:satMod val="110000"/>
                <a:lumMod val="100000"/>
                <a:shade val="100000"/>
              </a:schemeClr>
            </a:gs>
            <a:gs pos="100000">
              <a:schemeClr val="accent5">
                <a:lumMod val="99000"/>
                <a:satMod val="120000"/>
                <a:shade val="78000"/>
              </a:schemeClr>
            </a:gs>
          </a:gsLst>
          <a:lin ang="5400000" scaled="0"/>
        </a:gradFill>
        <a:ln w="6350" cap="flat" cmpd="sng" algn="ctr">
          <a:solidFill>
            <a:schemeClr val="lt1">
              <a:hueOff val="0"/>
              <a:satOff val="0"/>
              <a:lumOff val="0"/>
              <a:alphaOff val="0"/>
            </a:schemeClr>
          </a:solidFill>
          <a:prstDash val="solid"/>
          <a:miter lim="800000"/>
        </a:ln>
        <a:effectLst/>
      </dgm:spPr>
    </dgm:pt>
    <dgm:pt modelId="{FB306C34-C1F3-4064-BAB7-17854E242A49}" type="pres">
      <dgm:prSet presAssocID="{2F7CDD4B-8F40-42A7-94B8-FF637BE60553}" presName="DropPinPlaceHolder" presStyleCnt="0"/>
      <dgm:spPr/>
    </dgm:pt>
    <dgm:pt modelId="{CB5F1DFD-70EE-453D-9660-7A6009AB7893}" type="pres">
      <dgm:prSet presAssocID="{2F7CDD4B-8F40-42A7-94B8-FF637BE60553}" presName="DropPin" presStyleLbl="alignNode1" presStyleIdx="0" presStyleCnt="4"/>
      <dgm:spPr/>
    </dgm:pt>
    <dgm:pt modelId="{542B7948-885A-4C5F-84D5-AF7D499280EC}" type="pres">
      <dgm:prSet presAssocID="{2F7CDD4B-8F40-42A7-94B8-FF637BE60553}" presName="Ellipse" presStyleLbl="fgAcc1" presStyleIdx="1" presStyleCnt="5"/>
      <dgm:spPr>
        <a:solidFill>
          <a:schemeClr val="lt1">
            <a:alpha val="90000"/>
            <a:hueOff val="0"/>
            <a:satOff val="0"/>
            <a:lumOff val="0"/>
            <a:alphaOff val="0"/>
          </a:schemeClr>
        </a:solidFill>
        <a:ln w="12700" cap="flat" cmpd="sng" algn="ctr">
          <a:noFill/>
          <a:prstDash val="solid"/>
          <a:miter lim="800000"/>
        </a:ln>
        <a:effectLst/>
      </dgm:spPr>
    </dgm:pt>
    <dgm:pt modelId="{B535F6E2-6A93-4F68-9ACA-63FA3C66DFB6}" type="pres">
      <dgm:prSet presAssocID="{2F7CDD4B-8F40-42A7-94B8-FF637BE60553}" presName="L2TextContainer" presStyleLbl="revTx" presStyleIdx="0" presStyleCnt="8">
        <dgm:presLayoutVars>
          <dgm:bulletEnabled val="1"/>
        </dgm:presLayoutVars>
      </dgm:prSet>
      <dgm:spPr/>
    </dgm:pt>
    <dgm:pt modelId="{282D1CF3-0688-44D8-AC18-E3D374D82237}" type="pres">
      <dgm:prSet presAssocID="{2F7CDD4B-8F40-42A7-94B8-FF637BE60553}" presName="L1TextContainer" presStyleLbl="revTx" presStyleIdx="1" presStyleCnt="8">
        <dgm:presLayoutVars>
          <dgm:chMax val="1"/>
          <dgm:chPref val="1"/>
          <dgm:bulletEnabled val="1"/>
        </dgm:presLayoutVars>
      </dgm:prSet>
      <dgm:spPr/>
    </dgm:pt>
    <dgm:pt modelId="{3EC26123-B7E4-4435-8462-3FC16BBBD25F}" type="pres">
      <dgm:prSet presAssocID="{2F7CDD4B-8F40-42A7-94B8-FF637BE60553}" presName="ConnectLine" presStyleLbl="sibTrans1D1" presStyleIdx="0" presStyleCnt="4"/>
      <dgm:spPr>
        <a:noFill/>
        <a:ln w="12700" cap="flat" cmpd="sng" algn="ctr">
          <a:solidFill>
            <a:schemeClr val="accent5">
              <a:hueOff val="0"/>
              <a:satOff val="0"/>
              <a:lumOff val="0"/>
              <a:alphaOff val="0"/>
            </a:schemeClr>
          </a:solidFill>
          <a:prstDash val="dash"/>
          <a:miter lim="800000"/>
        </a:ln>
        <a:effectLst/>
      </dgm:spPr>
    </dgm:pt>
    <dgm:pt modelId="{4078007A-FADC-45D4-9BA2-6A99FCFFBBC4}" type="pres">
      <dgm:prSet presAssocID="{2F7CDD4B-8F40-42A7-94B8-FF637BE60553}" presName="EmptyPlaceHolder" presStyleCnt="0"/>
      <dgm:spPr/>
    </dgm:pt>
    <dgm:pt modelId="{8FE8F513-25A5-4FBD-949D-4EB3DBDD1364}" type="pres">
      <dgm:prSet presAssocID="{54155C1B-0D98-4341-BBA1-93B67F9B537E}" presName="spaceBetweenRectangles" presStyleCnt="0"/>
      <dgm:spPr/>
    </dgm:pt>
    <dgm:pt modelId="{76CCC4D9-6999-41C5-9509-46B21103E7E9}" type="pres">
      <dgm:prSet presAssocID="{14522AFB-4C02-48F0-BE1F-2448E5B05487}" presName="composite" presStyleCnt="0"/>
      <dgm:spPr/>
    </dgm:pt>
    <dgm:pt modelId="{8B44A4F3-6585-4A6D-85CC-ABFE4E45643E}" type="pres">
      <dgm:prSet presAssocID="{14522AFB-4C02-48F0-BE1F-2448E5B05487}" presName="ConnectorPoint" presStyleLbl="lnNode1" presStyleIdx="1" presStyleCnt="4"/>
      <dgm:spPr>
        <a:gradFill rotWithShape="0">
          <a:gsLst>
            <a:gs pos="0">
              <a:schemeClr val="accent5">
                <a:satMod val="103000"/>
                <a:lumMod val="102000"/>
                <a:tint val="94000"/>
              </a:schemeClr>
            </a:gs>
            <a:gs pos="50000">
              <a:schemeClr val="accent5">
                <a:satMod val="110000"/>
                <a:lumMod val="100000"/>
                <a:shade val="100000"/>
              </a:schemeClr>
            </a:gs>
            <a:gs pos="100000">
              <a:schemeClr val="accent5">
                <a:lumMod val="99000"/>
                <a:satMod val="120000"/>
                <a:shade val="78000"/>
              </a:schemeClr>
            </a:gs>
          </a:gsLst>
          <a:lin ang="5400000" scaled="0"/>
        </a:gradFill>
        <a:ln w="6350" cap="flat" cmpd="sng" algn="ctr">
          <a:solidFill>
            <a:schemeClr val="lt1">
              <a:hueOff val="0"/>
              <a:satOff val="0"/>
              <a:lumOff val="0"/>
              <a:alphaOff val="0"/>
            </a:schemeClr>
          </a:solidFill>
          <a:prstDash val="solid"/>
          <a:miter lim="800000"/>
        </a:ln>
        <a:effectLst/>
      </dgm:spPr>
    </dgm:pt>
    <dgm:pt modelId="{D51E2C0D-01DE-4615-BB03-933F3B0BDC8C}" type="pres">
      <dgm:prSet presAssocID="{14522AFB-4C02-48F0-BE1F-2448E5B05487}" presName="DropPinPlaceHolder" presStyleCnt="0"/>
      <dgm:spPr/>
    </dgm:pt>
    <dgm:pt modelId="{925CC0C6-0FD5-4699-9F01-6D0E55B7312D}" type="pres">
      <dgm:prSet presAssocID="{14522AFB-4C02-48F0-BE1F-2448E5B05487}" presName="DropPin" presStyleLbl="alignNode1" presStyleIdx="1" presStyleCnt="4"/>
      <dgm:spPr/>
    </dgm:pt>
    <dgm:pt modelId="{E913902B-3104-4DA9-A0F4-46D064E101AF}" type="pres">
      <dgm:prSet presAssocID="{14522AFB-4C02-48F0-BE1F-2448E5B05487}" presName="Ellipse" presStyleLbl="fgAcc1" presStyleIdx="2" presStyleCnt="5"/>
      <dgm:spPr>
        <a:solidFill>
          <a:schemeClr val="lt1">
            <a:alpha val="90000"/>
            <a:hueOff val="0"/>
            <a:satOff val="0"/>
            <a:lumOff val="0"/>
            <a:alphaOff val="0"/>
          </a:schemeClr>
        </a:solidFill>
        <a:ln w="12700" cap="flat" cmpd="sng" algn="ctr">
          <a:noFill/>
          <a:prstDash val="solid"/>
          <a:miter lim="800000"/>
        </a:ln>
        <a:effectLst/>
      </dgm:spPr>
    </dgm:pt>
    <dgm:pt modelId="{09619254-0A61-4E0E-9659-DE18859D74AE}" type="pres">
      <dgm:prSet presAssocID="{14522AFB-4C02-48F0-BE1F-2448E5B05487}" presName="L2TextContainer" presStyleLbl="revTx" presStyleIdx="2" presStyleCnt="8">
        <dgm:presLayoutVars>
          <dgm:bulletEnabled val="1"/>
        </dgm:presLayoutVars>
      </dgm:prSet>
      <dgm:spPr/>
    </dgm:pt>
    <dgm:pt modelId="{41456CCB-A26F-4DDF-8A52-BEA0CCA0B829}" type="pres">
      <dgm:prSet presAssocID="{14522AFB-4C02-48F0-BE1F-2448E5B05487}" presName="L1TextContainer" presStyleLbl="revTx" presStyleIdx="3" presStyleCnt="8">
        <dgm:presLayoutVars>
          <dgm:chMax val="1"/>
          <dgm:chPref val="1"/>
          <dgm:bulletEnabled val="1"/>
        </dgm:presLayoutVars>
      </dgm:prSet>
      <dgm:spPr/>
    </dgm:pt>
    <dgm:pt modelId="{ACCBDD8D-3731-402C-9587-BFCB9D2786D9}" type="pres">
      <dgm:prSet presAssocID="{14522AFB-4C02-48F0-BE1F-2448E5B05487}" presName="ConnectLine" presStyleLbl="sibTrans1D1" presStyleIdx="1" presStyleCnt="4"/>
      <dgm:spPr>
        <a:noFill/>
        <a:ln w="12700" cap="flat" cmpd="sng" algn="ctr">
          <a:solidFill>
            <a:schemeClr val="accent5">
              <a:hueOff val="-612379"/>
              <a:satOff val="90"/>
              <a:lumOff val="-2157"/>
              <a:alphaOff val="0"/>
            </a:schemeClr>
          </a:solidFill>
          <a:prstDash val="dash"/>
          <a:miter lim="800000"/>
        </a:ln>
        <a:effectLst/>
      </dgm:spPr>
    </dgm:pt>
    <dgm:pt modelId="{4B6588D7-03FC-4B04-94E0-10174689438B}" type="pres">
      <dgm:prSet presAssocID="{14522AFB-4C02-48F0-BE1F-2448E5B05487}" presName="EmptyPlaceHolder" presStyleCnt="0"/>
      <dgm:spPr/>
    </dgm:pt>
    <dgm:pt modelId="{7F6F4BBA-A2EB-415B-B2FB-D65A243E42D6}" type="pres">
      <dgm:prSet presAssocID="{0654EB2F-32AC-48C3-BFBF-5DF45BEC37D8}" presName="spaceBetweenRectangles" presStyleCnt="0"/>
      <dgm:spPr/>
    </dgm:pt>
    <dgm:pt modelId="{9C88952E-07BD-4A0E-B742-D8061EBDC622}" type="pres">
      <dgm:prSet presAssocID="{B6951B3B-1595-4C89-813A-1A6EA5C63113}" presName="composite" presStyleCnt="0"/>
      <dgm:spPr/>
    </dgm:pt>
    <dgm:pt modelId="{9D85622F-BB3A-4736-9136-22556940F838}" type="pres">
      <dgm:prSet presAssocID="{B6951B3B-1595-4C89-813A-1A6EA5C63113}" presName="ConnectorPoint" presStyleLbl="lnNode1" presStyleIdx="2" presStyleCnt="4"/>
      <dgm:spPr>
        <a:gradFill rotWithShape="0">
          <a:gsLst>
            <a:gs pos="0">
              <a:schemeClr val="accent5">
                <a:satMod val="103000"/>
                <a:lumMod val="102000"/>
                <a:tint val="94000"/>
              </a:schemeClr>
            </a:gs>
            <a:gs pos="50000">
              <a:schemeClr val="accent5">
                <a:satMod val="110000"/>
                <a:lumMod val="100000"/>
                <a:shade val="100000"/>
              </a:schemeClr>
            </a:gs>
            <a:gs pos="100000">
              <a:schemeClr val="accent5">
                <a:lumMod val="99000"/>
                <a:satMod val="120000"/>
                <a:shade val="78000"/>
              </a:schemeClr>
            </a:gs>
          </a:gsLst>
          <a:lin ang="5400000" scaled="0"/>
        </a:gradFill>
        <a:ln w="6350" cap="flat" cmpd="sng" algn="ctr">
          <a:solidFill>
            <a:schemeClr val="lt1">
              <a:hueOff val="0"/>
              <a:satOff val="0"/>
              <a:lumOff val="0"/>
              <a:alphaOff val="0"/>
            </a:schemeClr>
          </a:solidFill>
          <a:prstDash val="solid"/>
          <a:miter lim="800000"/>
        </a:ln>
        <a:effectLst/>
      </dgm:spPr>
    </dgm:pt>
    <dgm:pt modelId="{EF7B172F-BEB1-404A-BE70-4C36F63D2285}" type="pres">
      <dgm:prSet presAssocID="{B6951B3B-1595-4C89-813A-1A6EA5C63113}" presName="DropPinPlaceHolder" presStyleCnt="0"/>
      <dgm:spPr/>
    </dgm:pt>
    <dgm:pt modelId="{4A2DF46E-BE43-46B2-B954-FF7083217ADD}" type="pres">
      <dgm:prSet presAssocID="{B6951B3B-1595-4C89-813A-1A6EA5C63113}" presName="DropPin" presStyleLbl="alignNode1" presStyleIdx="2" presStyleCnt="4"/>
      <dgm:spPr/>
    </dgm:pt>
    <dgm:pt modelId="{8C2CF9AF-18D9-4999-B3CE-1FE854630D25}" type="pres">
      <dgm:prSet presAssocID="{B6951B3B-1595-4C89-813A-1A6EA5C63113}" presName="Ellipse" presStyleLbl="fgAcc1" presStyleIdx="3" presStyleCnt="5"/>
      <dgm:spPr>
        <a:solidFill>
          <a:schemeClr val="lt1">
            <a:alpha val="90000"/>
            <a:hueOff val="0"/>
            <a:satOff val="0"/>
            <a:lumOff val="0"/>
            <a:alphaOff val="0"/>
          </a:schemeClr>
        </a:solidFill>
        <a:ln w="12700" cap="flat" cmpd="sng" algn="ctr">
          <a:noFill/>
          <a:prstDash val="solid"/>
          <a:miter lim="800000"/>
        </a:ln>
        <a:effectLst/>
      </dgm:spPr>
    </dgm:pt>
    <dgm:pt modelId="{70329C07-928E-4E5F-8B58-EEB553AB84F6}" type="pres">
      <dgm:prSet presAssocID="{B6951B3B-1595-4C89-813A-1A6EA5C63113}" presName="L2TextContainer" presStyleLbl="revTx" presStyleIdx="4" presStyleCnt="8">
        <dgm:presLayoutVars>
          <dgm:bulletEnabled val="1"/>
        </dgm:presLayoutVars>
      </dgm:prSet>
      <dgm:spPr/>
    </dgm:pt>
    <dgm:pt modelId="{D0EC4B40-97AE-4D21-B62E-A1D8E244AA99}" type="pres">
      <dgm:prSet presAssocID="{B6951B3B-1595-4C89-813A-1A6EA5C63113}" presName="L1TextContainer" presStyleLbl="revTx" presStyleIdx="5" presStyleCnt="8">
        <dgm:presLayoutVars>
          <dgm:chMax val="1"/>
          <dgm:chPref val="1"/>
          <dgm:bulletEnabled val="1"/>
        </dgm:presLayoutVars>
      </dgm:prSet>
      <dgm:spPr/>
    </dgm:pt>
    <dgm:pt modelId="{CD4CD745-8BD3-4E9C-B0D5-5AA4D4496E38}" type="pres">
      <dgm:prSet presAssocID="{B6951B3B-1595-4C89-813A-1A6EA5C63113}" presName="ConnectLine" presStyleLbl="sibTrans1D1" presStyleIdx="2" presStyleCnt="4"/>
      <dgm:spPr>
        <a:noFill/>
        <a:ln w="12700" cap="flat" cmpd="sng" algn="ctr">
          <a:solidFill>
            <a:schemeClr val="accent5">
              <a:hueOff val="-1224758"/>
              <a:satOff val="180"/>
              <a:lumOff val="-4314"/>
              <a:alphaOff val="0"/>
            </a:schemeClr>
          </a:solidFill>
          <a:prstDash val="dash"/>
          <a:miter lim="800000"/>
        </a:ln>
        <a:effectLst/>
      </dgm:spPr>
    </dgm:pt>
    <dgm:pt modelId="{BD570194-FEA4-478E-A9DC-D8CA2E9AE6F6}" type="pres">
      <dgm:prSet presAssocID="{B6951B3B-1595-4C89-813A-1A6EA5C63113}" presName="EmptyPlaceHolder" presStyleCnt="0"/>
      <dgm:spPr/>
    </dgm:pt>
    <dgm:pt modelId="{50E58FC0-592B-4949-8EA7-72438E99D9E7}" type="pres">
      <dgm:prSet presAssocID="{A47261E3-C9AC-4AD5-BCAF-AD5D0D4811E1}" presName="spaceBetweenRectangles" presStyleCnt="0"/>
      <dgm:spPr/>
    </dgm:pt>
    <dgm:pt modelId="{749CA137-C471-4C5C-ACE6-3CCD92FD2CD8}" type="pres">
      <dgm:prSet presAssocID="{5A7F0325-C79A-491E-8412-38206955B739}" presName="composite" presStyleCnt="0"/>
      <dgm:spPr/>
    </dgm:pt>
    <dgm:pt modelId="{5D3FAD42-9515-45DD-9370-F28D5990EC33}" type="pres">
      <dgm:prSet presAssocID="{5A7F0325-C79A-491E-8412-38206955B739}" presName="ConnectorPoint" presStyleLbl="lnNode1" presStyleIdx="3" presStyleCnt="4"/>
      <dgm:spPr>
        <a:gradFill rotWithShape="0">
          <a:gsLst>
            <a:gs pos="0">
              <a:schemeClr val="accent5">
                <a:satMod val="103000"/>
                <a:lumMod val="102000"/>
                <a:tint val="94000"/>
              </a:schemeClr>
            </a:gs>
            <a:gs pos="50000">
              <a:schemeClr val="accent5">
                <a:satMod val="110000"/>
                <a:lumMod val="100000"/>
                <a:shade val="100000"/>
              </a:schemeClr>
            </a:gs>
            <a:gs pos="100000">
              <a:schemeClr val="accent5">
                <a:lumMod val="99000"/>
                <a:satMod val="120000"/>
                <a:shade val="78000"/>
              </a:schemeClr>
            </a:gs>
          </a:gsLst>
          <a:lin ang="5400000" scaled="0"/>
        </a:gradFill>
        <a:ln w="6350" cap="flat" cmpd="sng" algn="ctr">
          <a:solidFill>
            <a:schemeClr val="lt1">
              <a:hueOff val="0"/>
              <a:satOff val="0"/>
              <a:lumOff val="0"/>
              <a:alphaOff val="0"/>
            </a:schemeClr>
          </a:solidFill>
          <a:prstDash val="solid"/>
          <a:miter lim="800000"/>
        </a:ln>
        <a:effectLst/>
      </dgm:spPr>
    </dgm:pt>
    <dgm:pt modelId="{18B712A2-CDA7-4EAE-9215-AE472C7A268C}" type="pres">
      <dgm:prSet presAssocID="{5A7F0325-C79A-491E-8412-38206955B739}" presName="DropPinPlaceHolder" presStyleCnt="0"/>
      <dgm:spPr/>
    </dgm:pt>
    <dgm:pt modelId="{01CCE645-6650-4D5B-9927-3D42E98D7BC9}" type="pres">
      <dgm:prSet presAssocID="{5A7F0325-C79A-491E-8412-38206955B739}" presName="DropPin" presStyleLbl="alignNode1" presStyleIdx="3" presStyleCnt="4"/>
      <dgm:spPr/>
    </dgm:pt>
    <dgm:pt modelId="{DE55DA7B-8281-4E0D-9652-B78BA5757EC9}" type="pres">
      <dgm:prSet presAssocID="{5A7F0325-C79A-491E-8412-38206955B739}" presName="Ellipse" presStyleLbl="fgAcc1" presStyleIdx="4" presStyleCnt="5"/>
      <dgm:spPr>
        <a:solidFill>
          <a:schemeClr val="lt1">
            <a:alpha val="90000"/>
            <a:hueOff val="0"/>
            <a:satOff val="0"/>
            <a:lumOff val="0"/>
            <a:alphaOff val="0"/>
          </a:schemeClr>
        </a:solidFill>
        <a:ln w="12700" cap="flat" cmpd="sng" algn="ctr">
          <a:noFill/>
          <a:prstDash val="solid"/>
          <a:miter lim="800000"/>
        </a:ln>
        <a:effectLst/>
      </dgm:spPr>
    </dgm:pt>
    <dgm:pt modelId="{C6015EF9-4ADF-4C4D-951D-09B45B7C758D}" type="pres">
      <dgm:prSet presAssocID="{5A7F0325-C79A-491E-8412-38206955B739}" presName="L2TextContainer" presStyleLbl="revTx" presStyleIdx="6" presStyleCnt="8">
        <dgm:presLayoutVars>
          <dgm:bulletEnabled val="1"/>
        </dgm:presLayoutVars>
      </dgm:prSet>
      <dgm:spPr/>
    </dgm:pt>
    <dgm:pt modelId="{B80C463D-743F-4DD6-9CCE-7BF1B23F4E90}" type="pres">
      <dgm:prSet presAssocID="{5A7F0325-C79A-491E-8412-38206955B739}" presName="L1TextContainer" presStyleLbl="revTx" presStyleIdx="7" presStyleCnt="8">
        <dgm:presLayoutVars>
          <dgm:chMax val="1"/>
          <dgm:chPref val="1"/>
          <dgm:bulletEnabled val="1"/>
        </dgm:presLayoutVars>
      </dgm:prSet>
      <dgm:spPr/>
    </dgm:pt>
    <dgm:pt modelId="{9369ED1F-7F31-45A7-A1BF-E08984E1DD93}" type="pres">
      <dgm:prSet presAssocID="{5A7F0325-C79A-491E-8412-38206955B739}" presName="ConnectLine" presStyleLbl="sibTrans1D1" presStyleIdx="3" presStyleCnt="4"/>
      <dgm:spPr>
        <a:noFill/>
        <a:ln w="12700" cap="flat" cmpd="sng" algn="ctr">
          <a:solidFill>
            <a:schemeClr val="accent5">
              <a:hueOff val="-1837137"/>
              <a:satOff val="270"/>
              <a:lumOff val="-6471"/>
              <a:alphaOff val="0"/>
            </a:schemeClr>
          </a:solidFill>
          <a:prstDash val="dash"/>
          <a:miter lim="800000"/>
        </a:ln>
        <a:effectLst/>
      </dgm:spPr>
    </dgm:pt>
    <dgm:pt modelId="{A601BAF0-BA1B-4235-95EF-B2A832986639}" type="pres">
      <dgm:prSet presAssocID="{5A7F0325-C79A-491E-8412-38206955B739}" presName="EmptyPlaceHolder" presStyleCnt="0"/>
      <dgm:spPr/>
    </dgm:pt>
  </dgm:ptLst>
  <dgm:cxnLst>
    <dgm:cxn modelId="{56AA8D06-64CC-4340-A1CB-BB96D4EEEFE1}" type="presOf" srcId="{5A7F0325-C79A-491E-8412-38206955B739}" destId="{B80C463D-743F-4DD6-9CCE-7BF1B23F4E90}" srcOrd="0" destOrd="0" presId="urn:microsoft.com/office/officeart/2017/3/layout/DropPinTimeline"/>
    <dgm:cxn modelId="{393E7F15-6D32-47D6-9FA9-829ED51EF277}" type="presOf" srcId="{14522AFB-4C02-48F0-BE1F-2448E5B05487}" destId="{41456CCB-A26F-4DDF-8A52-BEA0CCA0B829}" srcOrd="0" destOrd="0" presId="urn:microsoft.com/office/officeart/2017/3/layout/DropPinTimeline"/>
    <dgm:cxn modelId="{E73FCF1A-BE2E-4E49-AAB1-E2C396C62242}" srcId="{2F7CDD4B-8F40-42A7-94B8-FF637BE60553}" destId="{7059260F-0A36-40B2-9799-2496D3551D07}" srcOrd="0" destOrd="0" parTransId="{E759822F-1098-4B91-8FF8-7A91AB2A2C9E}" sibTransId="{89DEFF52-62FF-4AE3-ADA4-07B6B4C1A578}"/>
    <dgm:cxn modelId="{7750E92C-BDCF-422D-A675-08EB3307A6B0}" type="presOf" srcId="{23AAE864-C312-4E9B-A2F9-F85B169B885A}" destId="{09619254-0A61-4E0E-9659-DE18859D74AE}" srcOrd="0" destOrd="0" presId="urn:microsoft.com/office/officeart/2017/3/layout/DropPinTimeline"/>
    <dgm:cxn modelId="{F4560F2F-45F9-403A-A71B-BBECCBB2DD17}" type="presOf" srcId="{7059260F-0A36-40B2-9799-2496D3551D07}" destId="{B535F6E2-6A93-4F68-9ACA-63FA3C66DFB6}" srcOrd="0" destOrd="0" presId="urn:microsoft.com/office/officeart/2017/3/layout/DropPinTimeline"/>
    <dgm:cxn modelId="{7831755C-DD2F-4A26-B3C1-378B7EFEF9D5}" type="presOf" srcId="{B6951B3B-1595-4C89-813A-1A6EA5C63113}" destId="{D0EC4B40-97AE-4D21-B62E-A1D8E244AA99}" srcOrd="0" destOrd="0" presId="urn:microsoft.com/office/officeart/2017/3/layout/DropPinTimeline"/>
    <dgm:cxn modelId="{06754B4B-9514-4CF0-A845-E81767844BF0}" type="presOf" srcId="{F1D1D180-0643-4B28-80CE-43EEF5A352B6}" destId="{70329C07-928E-4E5F-8B58-EEB553AB84F6}" srcOrd="0" destOrd="0" presId="urn:microsoft.com/office/officeart/2017/3/layout/DropPinTimeline"/>
    <dgm:cxn modelId="{D3465F52-80C4-49ED-BD2B-E5D9312535FE}" srcId="{14522AFB-4C02-48F0-BE1F-2448E5B05487}" destId="{23AAE864-C312-4E9B-A2F9-F85B169B885A}" srcOrd="0" destOrd="0" parTransId="{BDB295E9-2D9F-4AEC-8983-00E1C06ABA53}" sibTransId="{2D90454B-560A-45C3-AA8D-5B1EE154F589}"/>
    <dgm:cxn modelId="{E9EB2F79-1915-497F-8627-254E736297A4}" type="presOf" srcId="{FE596146-8EE4-417E-9BDC-13F8A37C9A4F}" destId="{82AF27B7-8E70-47C8-8E34-CF61C6A08FA7}" srcOrd="0" destOrd="0" presId="urn:microsoft.com/office/officeart/2017/3/layout/DropPinTimeline"/>
    <dgm:cxn modelId="{DBD40484-3486-4579-BC6A-103840855278}" srcId="{FE596146-8EE4-417E-9BDC-13F8A37C9A4F}" destId="{B6951B3B-1595-4C89-813A-1A6EA5C63113}" srcOrd="2" destOrd="0" parTransId="{7513A1B5-0C73-4FC9-8686-69013E88A7A8}" sibTransId="{A47261E3-C9AC-4AD5-BCAF-AD5D0D4811E1}"/>
    <dgm:cxn modelId="{40C6EC87-76E5-40AC-8BE2-3A1FEC91BCAB}" srcId="{FE596146-8EE4-417E-9BDC-13F8A37C9A4F}" destId="{5A7F0325-C79A-491E-8412-38206955B739}" srcOrd="3" destOrd="0" parTransId="{F0D9EDA8-55A5-4916-B752-49755F5D9A77}" sibTransId="{46D73E6F-0D9B-4DB6-BFEA-9A39AF588B7F}"/>
    <dgm:cxn modelId="{6176D492-C611-4FA1-891E-8CA03C3B70DF}" srcId="{5A7F0325-C79A-491E-8412-38206955B739}" destId="{2F1BB28D-7AFB-43F3-B222-B6902CDDE28F}" srcOrd="0" destOrd="0" parTransId="{A4F4530C-2549-4C7B-97CA-4DBFB3CAA293}" sibTransId="{E1B5947A-9BFE-4B25-B543-42390442F436}"/>
    <dgm:cxn modelId="{BB481DC0-29E7-4F07-89A2-EA439CCA4F7F}" type="presOf" srcId="{2F7CDD4B-8F40-42A7-94B8-FF637BE60553}" destId="{282D1CF3-0688-44D8-AC18-E3D374D82237}" srcOrd="0" destOrd="0" presId="urn:microsoft.com/office/officeart/2017/3/layout/DropPinTimeline"/>
    <dgm:cxn modelId="{50D71DC6-082A-4E11-B59F-20C43E45CD03}" srcId="{B6951B3B-1595-4C89-813A-1A6EA5C63113}" destId="{F1D1D180-0643-4B28-80CE-43EEF5A352B6}" srcOrd="0" destOrd="0" parTransId="{B291EECF-FAE7-4AE9-965E-B254E36E2BE0}" sibTransId="{D5C22CBA-CADD-4D86-9786-17D61F4028EE}"/>
    <dgm:cxn modelId="{07DC47CE-3A60-444E-8405-5A8723B38955}" srcId="{FE596146-8EE4-417E-9BDC-13F8A37C9A4F}" destId="{14522AFB-4C02-48F0-BE1F-2448E5B05487}" srcOrd="1" destOrd="0" parTransId="{F75F88D3-EADA-435E-964F-1B5BF4F3AF85}" sibTransId="{0654EB2F-32AC-48C3-BFBF-5DF45BEC37D8}"/>
    <dgm:cxn modelId="{F94F7ACF-DAFD-4C1A-8649-DA161AD6DF95}" srcId="{FE596146-8EE4-417E-9BDC-13F8A37C9A4F}" destId="{2F7CDD4B-8F40-42A7-94B8-FF637BE60553}" srcOrd="0" destOrd="0" parTransId="{BC95FC3F-E31A-4D3A-A5B7-E6C59415E8F6}" sibTransId="{54155C1B-0D98-4341-BBA1-93B67F9B537E}"/>
    <dgm:cxn modelId="{8CD1B2F0-3C05-43E4-9ABB-1393BBF8243B}" type="presOf" srcId="{2F1BB28D-7AFB-43F3-B222-B6902CDDE28F}" destId="{C6015EF9-4ADF-4C4D-951D-09B45B7C758D}" srcOrd="0" destOrd="0" presId="urn:microsoft.com/office/officeart/2017/3/layout/DropPinTimeline"/>
    <dgm:cxn modelId="{9CC8816A-0451-44A4-8849-B3205BF7EF5D}" type="presParOf" srcId="{82AF27B7-8E70-47C8-8E34-CF61C6A08FA7}" destId="{194C29B5-4769-4181-9CEF-2B0E9CC76162}" srcOrd="0" destOrd="0" presId="urn:microsoft.com/office/officeart/2017/3/layout/DropPinTimeline"/>
    <dgm:cxn modelId="{CAFD2C6D-0554-4341-AD62-D1732B8B3AD5}" type="presParOf" srcId="{82AF27B7-8E70-47C8-8E34-CF61C6A08FA7}" destId="{F362C827-7E5C-4EBA-B3EE-4DEA29CA8DA4}" srcOrd="1" destOrd="0" presId="urn:microsoft.com/office/officeart/2017/3/layout/DropPinTimeline"/>
    <dgm:cxn modelId="{41B75C6F-1E72-480E-B6A2-0C38AD66FF21}" type="presParOf" srcId="{F362C827-7E5C-4EBA-B3EE-4DEA29CA8DA4}" destId="{7D718EE7-DD0B-421A-AF51-F47219B9E4EC}" srcOrd="0" destOrd="0" presId="urn:microsoft.com/office/officeart/2017/3/layout/DropPinTimeline"/>
    <dgm:cxn modelId="{5816AC60-478C-4468-AA8C-20A0C6FD400A}" type="presParOf" srcId="{7D718EE7-DD0B-421A-AF51-F47219B9E4EC}" destId="{8BE378E1-1D85-435B-B1B5-AD48C5F40C54}" srcOrd="0" destOrd="0" presId="urn:microsoft.com/office/officeart/2017/3/layout/DropPinTimeline"/>
    <dgm:cxn modelId="{97E3C829-02D5-43A2-AE69-4A059EC32124}" type="presParOf" srcId="{7D718EE7-DD0B-421A-AF51-F47219B9E4EC}" destId="{FB306C34-C1F3-4064-BAB7-17854E242A49}" srcOrd="1" destOrd="0" presId="urn:microsoft.com/office/officeart/2017/3/layout/DropPinTimeline"/>
    <dgm:cxn modelId="{5392279F-7142-494C-98BE-FB89E487BC3E}" type="presParOf" srcId="{FB306C34-C1F3-4064-BAB7-17854E242A49}" destId="{CB5F1DFD-70EE-453D-9660-7A6009AB7893}" srcOrd="0" destOrd="0" presId="urn:microsoft.com/office/officeart/2017/3/layout/DropPinTimeline"/>
    <dgm:cxn modelId="{876601DE-0A6F-4356-9093-642EB7550C6E}" type="presParOf" srcId="{FB306C34-C1F3-4064-BAB7-17854E242A49}" destId="{542B7948-885A-4C5F-84D5-AF7D499280EC}" srcOrd="1" destOrd="0" presId="urn:microsoft.com/office/officeart/2017/3/layout/DropPinTimeline"/>
    <dgm:cxn modelId="{9CF45D1D-BAD8-4BE9-B337-71DFF190F644}" type="presParOf" srcId="{7D718EE7-DD0B-421A-AF51-F47219B9E4EC}" destId="{B535F6E2-6A93-4F68-9ACA-63FA3C66DFB6}" srcOrd="2" destOrd="0" presId="urn:microsoft.com/office/officeart/2017/3/layout/DropPinTimeline"/>
    <dgm:cxn modelId="{89061ED5-318F-40F1-B150-2B5B7FA9AFCC}" type="presParOf" srcId="{7D718EE7-DD0B-421A-AF51-F47219B9E4EC}" destId="{282D1CF3-0688-44D8-AC18-E3D374D82237}" srcOrd="3" destOrd="0" presId="urn:microsoft.com/office/officeart/2017/3/layout/DropPinTimeline"/>
    <dgm:cxn modelId="{59713D0F-D571-475E-A4BA-2238E91918EF}" type="presParOf" srcId="{7D718EE7-DD0B-421A-AF51-F47219B9E4EC}" destId="{3EC26123-B7E4-4435-8462-3FC16BBBD25F}" srcOrd="4" destOrd="0" presId="urn:microsoft.com/office/officeart/2017/3/layout/DropPinTimeline"/>
    <dgm:cxn modelId="{C06698CA-A665-4E0F-8CBB-CB240A27614B}" type="presParOf" srcId="{7D718EE7-DD0B-421A-AF51-F47219B9E4EC}" destId="{4078007A-FADC-45D4-9BA2-6A99FCFFBBC4}" srcOrd="5" destOrd="0" presId="urn:microsoft.com/office/officeart/2017/3/layout/DropPinTimeline"/>
    <dgm:cxn modelId="{45FF596E-A5C6-4475-95B7-D837A710F805}" type="presParOf" srcId="{F362C827-7E5C-4EBA-B3EE-4DEA29CA8DA4}" destId="{8FE8F513-25A5-4FBD-949D-4EB3DBDD1364}" srcOrd="1" destOrd="0" presId="urn:microsoft.com/office/officeart/2017/3/layout/DropPinTimeline"/>
    <dgm:cxn modelId="{57F50AEE-FE6A-43BA-9EC2-2E2AC1712096}" type="presParOf" srcId="{F362C827-7E5C-4EBA-B3EE-4DEA29CA8DA4}" destId="{76CCC4D9-6999-41C5-9509-46B21103E7E9}" srcOrd="2" destOrd="0" presId="urn:microsoft.com/office/officeart/2017/3/layout/DropPinTimeline"/>
    <dgm:cxn modelId="{8FC99AB4-554E-4AFF-A771-34E78E3411A3}" type="presParOf" srcId="{76CCC4D9-6999-41C5-9509-46B21103E7E9}" destId="{8B44A4F3-6585-4A6D-85CC-ABFE4E45643E}" srcOrd="0" destOrd="0" presId="urn:microsoft.com/office/officeart/2017/3/layout/DropPinTimeline"/>
    <dgm:cxn modelId="{5F44A0B4-B387-4C42-8FF9-4546E23F135B}" type="presParOf" srcId="{76CCC4D9-6999-41C5-9509-46B21103E7E9}" destId="{D51E2C0D-01DE-4615-BB03-933F3B0BDC8C}" srcOrd="1" destOrd="0" presId="urn:microsoft.com/office/officeart/2017/3/layout/DropPinTimeline"/>
    <dgm:cxn modelId="{DE48BC92-D05C-44C0-A186-88C227CA99DB}" type="presParOf" srcId="{D51E2C0D-01DE-4615-BB03-933F3B0BDC8C}" destId="{925CC0C6-0FD5-4699-9F01-6D0E55B7312D}" srcOrd="0" destOrd="0" presId="urn:microsoft.com/office/officeart/2017/3/layout/DropPinTimeline"/>
    <dgm:cxn modelId="{DA22A045-7177-481B-880E-241F0400F084}" type="presParOf" srcId="{D51E2C0D-01DE-4615-BB03-933F3B0BDC8C}" destId="{E913902B-3104-4DA9-A0F4-46D064E101AF}" srcOrd="1" destOrd="0" presId="urn:microsoft.com/office/officeart/2017/3/layout/DropPinTimeline"/>
    <dgm:cxn modelId="{4273EDAB-45C4-4A75-A06A-C28D8D11ECCE}" type="presParOf" srcId="{76CCC4D9-6999-41C5-9509-46B21103E7E9}" destId="{09619254-0A61-4E0E-9659-DE18859D74AE}" srcOrd="2" destOrd="0" presId="urn:microsoft.com/office/officeart/2017/3/layout/DropPinTimeline"/>
    <dgm:cxn modelId="{3854AD8B-0C4F-4C08-B131-C712EE226F16}" type="presParOf" srcId="{76CCC4D9-6999-41C5-9509-46B21103E7E9}" destId="{41456CCB-A26F-4DDF-8A52-BEA0CCA0B829}" srcOrd="3" destOrd="0" presId="urn:microsoft.com/office/officeart/2017/3/layout/DropPinTimeline"/>
    <dgm:cxn modelId="{4245157C-EDE6-44DB-8003-AA84BF59D6F9}" type="presParOf" srcId="{76CCC4D9-6999-41C5-9509-46B21103E7E9}" destId="{ACCBDD8D-3731-402C-9587-BFCB9D2786D9}" srcOrd="4" destOrd="0" presId="urn:microsoft.com/office/officeart/2017/3/layout/DropPinTimeline"/>
    <dgm:cxn modelId="{35397699-2525-495C-9ED3-245E7115B16C}" type="presParOf" srcId="{76CCC4D9-6999-41C5-9509-46B21103E7E9}" destId="{4B6588D7-03FC-4B04-94E0-10174689438B}" srcOrd="5" destOrd="0" presId="urn:microsoft.com/office/officeart/2017/3/layout/DropPinTimeline"/>
    <dgm:cxn modelId="{ECBA3708-7886-4957-9D89-84E7C682A856}" type="presParOf" srcId="{F362C827-7E5C-4EBA-B3EE-4DEA29CA8DA4}" destId="{7F6F4BBA-A2EB-415B-B2FB-D65A243E42D6}" srcOrd="3" destOrd="0" presId="urn:microsoft.com/office/officeart/2017/3/layout/DropPinTimeline"/>
    <dgm:cxn modelId="{F751D667-2875-482B-980B-856CEDD52D7A}" type="presParOf" srcId="{F362C827-7E5C-4EBA-B3EE-4DEA29CA8DA4}" destId="{9C88952E-07BD-4A0E-B742-D8061EBDC622}" srcOrd="4" destOrd="0" presId="urn:microsoft.com/office/officeart/2017/3/layout/DropPinTimeline"/>
    <dgm:cxn modelId="{C4C1DB9B-23BB-4D4D-A350-E1ABA2754236}" type="presParOf" srcId="{9C88952E-07BD-4A0E-B742-D8061EBDC622}" destId="{9D85622F-BB3A-4736-9136-22556940F838}" srcOrd="0" destOrd="0" presId="urn:microsoft.com/office/officeart/2017/3/layout/DropPinTimeline"/>
    <dgm:cxn modelId="{09F19BDD-98A5-4579-8D12-FEE33A41199B}" type="presParOf" srcId="{9C88952E-07BD-4A0E-B742-D8061EBDC622}" destId="{EF7B172F-BEB1-404A-BE70-4C36F63D2285}" srcOrd="1" destOrd="0" presId="urn:microsoft.com/office/officeart/2017/3/layout/DropPinTimeline"/>
    <dgm:cxn modelId="{B556548C-94A3-4407-BC0F-A05DD7EA613C}" type="presParOf" srcId="{EF7B172F-BEB1-404A-BE70-4C36F63D2285}" destId="{4A2DF46E-BE43-46B2-B954-FF7083217ADD}" srcOrd="0" destOrd="0" presId="urn:microsoft.com/office/officeart/2017/3/layout/DropPinTimeline"/>
    <dgm:cxn modelId="{36E4EF4D-A78B-49DD-9F4A-73C2722A1B1D}" type="presParOf" srcId="{EF7B172F-BEB1-404A-BE70-4C36F63D2285}" destId="{8C2CF9AF-18D9-4999-B3CE-1FE854630D25}" srcOrd="1" destOrd="0" presId="urn:microsoft.com/office/officeart/2017/3/layout/DropPinTimeline"/>
    <dgm:cxn modelId="{07141315-C33A-4E63-8730-C37A7C3E76EA}" type="presParOf" srcId="{9C88952E-07BD-4A0E-B742-D8061EBDC622}" destId="{70329C07-928E-4E5F-8B58-EEB553AB84F6}" srcOrd="2" destOrd="0" presId="urn:microsoft.com/office/officeart/2017/3/layout/DropPinTimeline"/>
    <dgm:cxn modelId="{0AF1BFD4-97B8-4F70-A2ED-C24D7794186A}" type="presParOf" srcId="{9C88952E-07BD-4A0E-B742-D8061EBDC622}" destId="{D0EC4B40-97AE-4D21-B62E-A1D8E244AA99}" srcOrd="3" destOrd="0" presId="urn:microsoft.com/office/officeart/2017/3/layout/DropPinTimeline"/>
    <dgm:cxn modelId="{15655DE8-E482-4AA2-9A82-3D2F2F440D74}" type="presParOf" srcId="{9C88952E-07BD-4A0E-B742-D8061EBDC622}" destId="{CD4CD745-8BD3-4E9C-B0D5-5AA4D4496E38}" srcOrd="4" destOrd="0" presId="urn:microsoft.com/office/officeart/2017/3/layout/DropPinTimeline"/>
    <dgm:cxn modelId="{56D2F3E3-600B-4906-AEA4-91CFD31CA528}" type="presParOf" srcId="{9C88952E-07BD-4A0E-B742-D8061EBDC622}" destId="{BD570194-FEA4-478E-A9DC-D8CA2E9AE6F6}" srcOrd="5" destOrd="0" presId="urn:microsoft.com/office/officeart/2017/3/layout/DropPinTimeline"/>
    <dgm:cxn modelId="{E3B7ED6B-FC41-4D99-9DE3-B166E42E7D5A}" type="presParOf" srcId="{F362C827-7E5C-4EBA-B3EE-4DEA29CA8DA4}" destId="{50E58FC0-592B-4949-8EA7-72438E99D9E7}" srcOrd="5" destOrd="0" presId="urn:microsoft.com/office/officeart/2017/3/layout/DropPinTimeline"/>
    <dgm:cxn modelId="{B2B6C172-2D3D-4029-9B04-0C79D3EB6477}" type="presParOf" srcId="{F362C827-7E5C-4EBA-B3EE-4DEA29CA8DA4}" destId="{749CA137-C471-4C5C-ACE6-3CCD92FD2CD8}" srcOrd="6" destOrd="0" presId="urn:microsoft.com/office/officeart/2017/3/layout/DropPinTimeline"/>
    <dgm:cxn modelId="{CB93931C-9E46-40AF-8CAD-012AA766476F}" type="presParOf" srcId="{749CA137-C471-4C5C-ACE6-3CCD92FD2CD8}" destId="{5D3FAD42-9515-45DD-9370-F28D5990EC33}" srcOrd="0" destOrd="0" presId="urn:microsoft.com/office/officeart/2017/3/layout/DropPinTimeline"/>
    <dgm:cxn modelId="{4A97FC6F-16E0-4BC4-BC3A-7C77325F1DA2}" type="presParOf" srcId="{749CA137-C471-4C5C-ACE6-3CCD92FD2CD8}" destId="{18B712A2-CDA7-4EAE-9215-AE472C7A268C}" srcOrd="1" destOrd="0" presId="urn:microsoft.com/office/officeart/2017/3/layout/DropPinTimeline"/>
    <dgm:cxn modelId="{5BDED317-6CD3-4E3D-9282-F66BE2C931F2}" type="presParOf" srcId="{18B712A2-CDA7-4EAE-9215-AE472C7A268C}" destId="{01CCE645-6650-4D5B-9927-3D42E98D7BC9}" srcOrd="0" destOrd="0" presId="urn:microsoft.com/office/officeart/2017/3/layout/DropPinTimeline"/>
    <dgm:cxn modelId="{D570C317-251A-4029-9788-5EDBCD82528A}" type="presParOf" srcId="{18B712A2-CDA7-4EAE-9215-AE472C7A268C}" destId="{DE55DA7B-8281-4E0D-9652-B78BA5757EC9}" srcOrd="1" destOrd="0" presId="urn:microsoft.com/office/officeart/2017/3/layout/DropPinTimeline"/>
    <dgm:cxn modelId="{EA1CB646-A0E8-4528-8537-24416BDB15B7}" type="presParOf" srcId="{749CA137-C471-4C5C-ACE6-3CCD92FD2CD8}" destId="{C6015EF9-4ADF-4C4D-951D-09B45B7C758D}" srcOrd="2" destOrd="0" presId="urn:microsoft.com/office/officeart/2017/3/layout/DropPinTimeline"/>
    <dgm:cxn modelId="{A518F88D-384F-447D-A54A-1106B7765D3E}" type="presParOf" srcId="{749CA137-C471-4C5C-ACE6-3CCD92FD2CD8}" destId="{B80C463D-743F-4DD6-9CCE-7BF1B23F4E90}" srcOrd="3" destOrd="0" presId="urn:microsoft.com/office/officeart/2017/3/layout/DropPinTimeline"/>
    <dgm:cxn modelId="{7C6AC78B-6DFC-430F-BB6F-77E76EF0CA8E}" type="presParOf" srcId="{749CA137-C471-4C5C-ACE6-3CCD92FD2CD8}" destId="{9369ED1F-7F31-45A7-A1BF-E08984E1DD93}" srcOrd="4" destOrd="0" presId="urn:microsoft.com/office/officeart/2017/3/layout/DropPinTimeline"/>
    <dgm:cxn modelId="{3FB84BE8-F231-4966-A760-D8A2D7135364}" type="presParOf" srcId="{749CA137-C471-4C5C-ACE6-3CCD92FD2CD8}" destId="{A601BAF0-BA1B-4235-95EF-B2A832986639}" srcOrd="5" destOrd="0" presId="urn:microsoft.com/office/officeart/2017/3/layout/DropPinTimeline"/>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68574173-B86B-4A69-8214-3FC2F15CFD3D}" type="doc">
      <dgm:prSet loTypeId="urn:microsoft.com/office/officeart/2005/8/layout/default" loCatId="list" qsTypeId="urn:microsoft.com/office/officeart/2005/8/quickstyle/simple1" qsCatId="simple" csTypeId="urn:microsoft.com/office/officeart/2005/8/colors/accent1_2" csCatId="accent1"/>
      <dgm:spPr/>
      <dgm:t>
        <a:bodyPr/>
        <a:lstStyle/>
        <a:p>
          <a:endParaRPr lang="en-US"/>
        </a:p>
      </dgm:t>
    </dgm:pt>
    <dgm:pt modelId="{CE12C5D0-6E82-4EDF-90CF-EF9E7C49F7B8}">
      <dgm:prSet/>
      <dgm:spPr/>
      <dgm:t>
        <a:bodyPr/>
        <a:lstStyle/>
        <a:p>
          <a:r>
            <a:rPr lang="en-GB" dirty="0"/>
            <a:t>Use Key Vaults instead of hardcoded connection strings</a:t>
          </a:r>
          <a:endParaRPr lang="en-US" dirty="0"/>
        </a:p>
      </dgm:t>
    </dgm:pt>
    <dgm:pt modelId="{B74A89BD-5BFD-46B2-BD44-B3021DD01868}" type="parTrans" cxnId="{E015396C-29C2-4122-817E-2A9EDD150C5B}">
      <dgm:prSet/>
      <dgm:spPr/>
      <dgm:t>
        <a:bodyPr/>
        <a:lstStyle/>
        <a:p>
          <a:endParaRPr lang="en-US"/>
        </a:p>
      </dgm:t>
    </dgm:pt>
    <dgm:pt modelId="{1176A243-5EC3-45CA-9D66-58DF31954328}" type="sibTrans" cxnId="{E015396C-29C2-4122-817E-2A9EDD150C5B}">
      <dgm:prSet/>
      <dgm:spPr/>
      <dgm:t>
        <a:bodyPr/>
        <a:lstStyle/>
        <a:p>
          <a:endParaRPr lang="en-US"/>
        </a:p>
      </dgm:t>
    </dgm:pt>
    <dgm:pt modelId="{E1284418-88F9-4E2F-8A4D-84D48DC83302}">
      <dgm:prSet/>
      <dgm:spPr/>
      <dgm:t>
        <a:bodyPr/>
        <a:lstStyle/>
        <a:p>
          <a:r>
            <a:rPr lang="en-GB"/>
            <a:t>Remove any additional permissions granted to a pipeline’s identity before the end of the pipeline run</a:t>
          </a:r>
          <a:endParaRPr lang="en-US"/>
        </a:p>
      </dgm:t>
    </dgm:pt>
    <dgm:pt modelId="{09E34862-700E-4106-9104-9CC33A5914DD}" type="parTrans" cxnId="{F122D402-57A4-4D76-8EFC-48F07054BB6C}">
      <dgm:prSet/>
      <dgm:spPr/>
      <dgm:t>
        <a:bodyPr/>
        <a:lstStyle/>
        <a:p>
          <a:endParaRPr lang="en-US"/>
        </a:p>
      </dgm:t>
    </dgm:pt>
    <dgm:pt modelId="{8E2BE686-4DD7-490B-8850-04C6D39746D2}" type="sibTrans" cxnId="{F122D402-57A4-4D76-8EFC-48F07054BB6C}">
      <dgm:prSet/>
      <dgm:spPr/>
      <dgm:t>
        <a:bodyPr/>
        <a:lstStyle/>
        <a:p>
          <a:endParaRPr lang="en-US"/>
        </a:p>
      </dgm:t>
    </dgm:pt>
    <dgm:pt modelId="{B89F592B-9724-4220-A8B4-2524C13D3F3E}">
      <dgm:prSet/>
      <dgm:spPr/>
      <dgm:t>
        <a:bodyPr/>
        <a:lstStyle/>
        <a:p>
          <a:r>
            <a:rPr lang="en-GB"/>
            <a:t>Any accidental environments created should be shut down as soon as possible</a:t>
          </a:r>
          <a:endParaRPr lang="en-US"/>
        </a:p>
      </dgm:t>
    </dgm:pt>
    <dgm:pt modelId="{6F1BE4BE-C1D9-40B0-B5EA-B05CCB8EAAF8}" type="parTrans" cxnId="{669906B4-8EF0-4541-B7AE-3357E02BB78F}">
      <dgm:prSet/>
      <dgm:spPr/>
      <dgm:t>
        <a:bodyPr/>
        <a:lstStyle/>
        <a:p>
          <a:endParaRPr lang="en-US"/>
        </a:p>
      </dgm:t>
    </dgm:pt>
    <dgm:pt modelId="{36A0D873-1F84-4055-BF58-A4C1003C3E4F}" type="sibTrans" cxnId="{669906B4-8EF0-4541-B7AE-3357E02BB78F}">
      <dgm:prSet/>
      <dgm:spPr/>
      <dgm:t>
        <a:bodyPr/>
        <a:lstStyle/>
        <a:p>
          <a:endParaRPr lang="en-US"/>
        </a:p>
      </dgm:t>
    </dgm:pt>
    <dgm:pt modelId="{7804A2A5-8E2D-4116-A77D-C9B21BD0D928}">
      <dgm:prSet/>
      <dgm:spPr/>
      <dgm:t>
        <a:bodyPr/>
        <a:lstStyle/>
        <a:p>
          <a:r>
            <a:rPr lang="en-GB"/>
            <a:t>Any development environments should be shut down as soon as possible</a:t>
          </a:r>
          <a:endParaRPr lang="en-US"/>
        </a:p>
      </dgm:t>
    </dgm:pt>
    <dgm:pt modelId="{93E7E373-C13F-470A-BFEF-60F76CBBBE31}" type="parTrans" cxnId="{8D6E8592-3394-4412-BAE6-8464FBC51C96}">
      <dgm:prSet/>
      <dgm:spPr/>
      <dgm:t>
        <a:bodyPr/>
        <a:lstStyle/>
        <a:p>
          <a:endParaRPr lang="en-US"/>
        </a:p>
      </dgm:t>
    </dgm:pt>
    <dgm:pt modelId="{E963D60C-6742-4361-A013-3B703288AC2E}" type="sibTrans" cxnId="{8D6E8592-3394-4412-BAE6-8464FBC51C96}">
      <dgm:prSet/>
      <dgm:spPr/>
      <dgm:t>
        <a:bodyPr/>
        <a:lstStyle/>
        <a:p>
          <a:endParaRPr lang="en-US"/>
        </a:p>
      </dgm:t>
    </dgm:pt>
    <dgm:pt modelId="{9C2449A7-EBF9-49A4-A606-5A7EA4459B64}" type="pres">
      <dgm:prSet presAssocID="{68574173-B86B-4A69-8214-3FC2F15CFD3D}" presName="diagram" presStyleCnt="0">
        <dgm:presLayoutVars>
          <dgm:dir/>
          <dgm:resizeHandles val="exact"/>
        </dgm:presLayoutVars>
      </dgm:prSet>
      <dgm:spPr/>
    </dgm:pt>
    <dgm:pt modelId="{1EBAB71E-DBDD-4D24-A8FC-6F1467895026}" type="pres">
      <dgm:prSet presAssocID="{CE12C5D0-6E82-4EDF-90CF-EF9E7C49F7B8}" presName="node" presStyleLbl="node1" presStyleIdx="0" presStyleCnt="4">
        <dgm:presLayoutVars>
          <dgm:bulletEnabled val="1"/>
        </dgm:presLayoutVars>
      </dgm:prSet>
      <dgm:spPr/>
    </dgm:pt>
    <dgm:pt modelId="{760EA191-AB06-48F9-A36B-4A9F17C212D9}" type="pres">
      <dgm:prSet presAssocID="{1176A243-5EC3-45CA-9D66-58DF31954328}" presName="sibTrans" presStyleCnt="0"/>
      <dgm:spPr/>
    </dgm:pt>
    <dgm:pt modelId="{16CC4DDC-BF08-4381-9405-243200ED744D}" type="pres">
      <dgm:prSet presAssocID="{E1284418-88F9-4E2F-8A4D-84D48DC83302}" presName="node" presStyleLbl="node1" presStyleIdx="1" presStyleCnt="4">
        <dgm:presLayoutVars>
          <dgm:bulletEnabled val="1"/>
        </dgm:presLayoutVars>
      </dgm:prSet>
      <dgm:spPr/>
    </dgm:pt>
    <dgm:pt modelId="{A06F8AA7-9F95-48B2-9B38-028805009B15}" type="pres">
      <dgm:prSet presAssocID="{8E2BE686-4DD7-490B-8850-04C6D39746D2}" presName="sibTrans" presStyleCnt="0"/>
      <dgm:spPr/>
    </dgm:pt>
    <dgm:pt modelId="{1F89309F-F14C-4E39-A2A2-EC778783C2E9}" type="pres">
      <dgm:prSet presAssocID="{B89F592B-9724-4220-A8B4-2524C13D3F3E}" presName="node" presStyleLbl="node1" presStyleIdx="2" presStyleCnt="4">
        <dgm:presLayoutVars>
          <dgm:bulletEnabled val="1"/>
        </dgm:presLayoutVars>
      </dgm:prSet>
      <dgm:spPr/>
    </dgm:pt>
    <dgm:pt modelId="{22B750CB-D24E-4DBE-BAA7-3D0598508DA2}" type="pres">
      <dgm:prSet presAssocID="{36A0D873-1F84-4055-BF58-A4C1003C3E4F}" presName="sibTrans" presStyleCnt="0"/>
      <dgm:spPr/>
    </dgm:pt>
    <dgm:pt modelId="{0F6AC4AD-EC15-45B7-A6BF-C41B1662E18B}" type="pres">
      <dgm:prSet presAssocID="{7804A2A5-8E2D-4116-A77D-C9B21BD0D928}" presName="node" presStyleLbl="node1" presStyleIdx="3" presStyleCnt="4">
        <dgm:presLayoutVars>
          <dgm:bulletEnabled val="1"/>
        </dgm:presLayoutVars>
      </dgm:prSet>
      <dgm:spPr/>
    </dgm:pt>
  </dgm:ptLst>
  <dgm:cxnLst>
    <dgm:cxn modelId="{F122D402-57A4-4D76-8EFC-48F07054BB6C}" srcId="{68574173-B86B-4A69-8214-3FC2F15CFD3D}" destId="{E1284418-88F9-4E2F-8A4D-84D48DC83302}" srcOrd="1" destOrd="0" parTransId="{09E34862-700E-4106-9104-9CC33A5914DD}" sibTransId="{8E2BE686-4DD7-490B-8850-04C6D39746D2}"/>
    <dgm:cxn modelId="{C27E763A-D6E4-49D6-8815-267BA3C5C92C}" type="presOf" srcId="{68574173-B86B-4A69-8214-3FC2F15CFD3D}" destId="{9C2449A7-EBF9-49A4-A606-5A7EA4459B64}" srcOrd="0" destOrd="0" presId="urn:microsoft.com/office/officeart/2005/8/layout/default"/>
    <dgm:cxn modelId="{74455849-9EB4-4E41-97D1-7B8B50DED1B8}" type="presOf" srcId="{B89F592B-9724-4220-A8B4-2524C13D3F3E}" destId="{1F89309F-F14C-4E39-A2A2-EC778783C2E9}" srcOrd="0" destOrd="0" presId="urn:microsoft.com/office/officeart/2005/8/layout/default"/>
    <dgm:cxn modelId="{E015396C-29C2-4122-817E-2A9EDD150C5B}" srcId="{68574173-B86B-4A69-8214-3FC2F15CFD3D}" destId="{CE12C5D0-6E82-4EDF-90CF-EF9E7C49F7B8}" srcOrd="0" destOrd="0" parTransId="{B74A89BD-5BFD-46B2-BD44-B3021DD01868}" sibTransId="{1176A243-5EC3-45CA-9D66-58DF31954328}"/>
    <dgm:cxn modelId="{E1FFD372-B7F1-4533-875D-F73614A4267D}" type="presOf" srcId="{7804A2A5-8E2D-4116-A77D-C9B21BD0D928}" destId="{0F6AC4AD-EC15-45B7-A6BF-C41B1662E18B}" srcOrd="0" destOrd="0" presId="urn:microsoft.com/office/officeart/2005/8/layout/default"/>
    <dgm:cxn modelId="{8D6E8592-3394-4412-BAE6-8464FBC51C96}" srcId="{68574173-B86B-4A69-8214-3FC2F15CFD3D}" destId="{7804A2A5-8E2D-4116-A77D-C9B21BD0D928}" srcOrd="3" destOrd="0" parTransId="{93E7E373-C13F-470A-BFEF-60F76CBBBE31}" sibTransId="{E963D60C-6742-4361-A013-3B703288AC2E}"/>
    <dgm:cxn modelId="{84574EAD-9425-4719-ADFF-BA7060C73CD4}" type="presOf" srcId="{E1284418-88F9-4E2F-8A4D-84D48DC83302}" destId="{16CC4DDC-BF08-4381-9405-243200ED744D}" srcOrd="0" destOrd="0" presId="urn:microsoft.com/office/officeart/2005/8/layout/default"/>
    <dgm:cxn modelId="{669906B4-8EF0-4541-B7AE-3357E02BB78F}" srcId="{68574173-B86B-4A69-8214-3FC2F15CFD3D}" destId="{B89F592B-9724-4220-A8B4-2524C13D3F3E}" srcOrd="2" destOrd="0" parTransId="{6F1BE4BE-C1D9-40B0-B5EA-B05CCB8EAAF8}" sibTransId="{36A0D873-1F84-4055-BF58-A4C1003C3E4F}"/>
    <dgm:cxn modelId="{B619D4D4-8E5F-4F7A-9B15-C65B9B9ACBA4}" type="presOf" srcId="{CE12C5D0-6E82-4EDF-90CF-EF9E7C49F7B8}" destId="{1EBAB71E-DBDD-4D24-A8FC-6F1467895026}" srcOrd="0" destOrd="0" presId="urn:microsoft.com/office/officeart/2005/8/layout/default"/>
    <dgm:cxn modelId="{94221528-4D5E-4EE5-9E53-93DA0A4B5D9F}" type="presParOf" srcId="{9C2449A7-EBF9-49A4-A606-5A7EA4459B64}" destId="{1EBAB71E-DBDD-4D24-A8FC-6F1467895026}" srcOrd="0" destOrd="0" presId="urn:microsoft.com/office/officeart/2005/8/layout/default"/>
    <dgm:cxn modelId="{BE77A0CA-F82D-4036-A410-ABAA21704C24}" type="presParOf" srcId="{9C2449A7-EBF9-49A4-A606-5A7EA4459B64}" destId="{760EA191-AB06-48F9-A36B-4A9F17C212D9}" srcOrd="1" destOrd="0" presId="urn:microsoft.com/office/officeart/2005/8/layout/default"/>
    <dgm:cxn modelId="{4F69283A-0BEA-41CF-AE82-6C61932FCA76}" type="presParOf" srcId="{9C2449A7-EBF9-49A4-A606-5A7EA4459B64}" destId="{16CC4DDC-BF08-4381-9405-243200ED744D}" srcOrd="2" destOrd="0" presId="urn:microsoft.com/office/officeart/2005/8/layout/default"/>
    <dgm:cxn modelId="{A93EA0A7-CAF0-4C00-9A9E-638BA6B6C54A}" type="presParOf" srcId="{9C2449A7-EBF9-49A4-A606-5A7EA4459B64}" destId="{A06F8AA7-9F95-48B2-9B38-028805009B15}" srcOrd="3" destOrd="0" presId="urn:microsoft.com/office/officeart/2005/8/layout/default"/>
    <dgm:cxn modelId="{F06D1E46-BB62-4E3D-A07A-CAE6243973FC}" type="presParOf" srcId="{9C2449A7-EBF9-49A4-A606-5A7EA4459B64}" destId="{1F89309F-F14C-4E39-A2A2-EC778783C2E9}" srcOrd="4" destOrd="0" presId="urn:microsoft.com/office/officeart/2005/8/layout/default"/>
    <dgm:cxn modelId="{3A5239E4-473B-4117-B630-CDE50787B72E}" type="presParOf" srcId="{9C2449A7-EBF9-49A4-A606-5A7EA4459B64}" destId="{22B750CB-D24E-4DBE-BAA7-3D0598508DA2}" srcOrd="5" destOrd="0" presId="urn:microsoft.com/office/officeart/2005/8/layout/default"/>
    <dgm:cxn modelId="{3AA66B18-01DA-4010-9D97-94EB964F4CF2}" type="presParOf" srcId="{9C2449A7-EBF9-49A4-A606-5A7EA4459B64}" destId="{0F6AC4AD-EC15-45B7-A6BF-C41B1662E18B}" srcOrd="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12DE7DD0-84AA-4A6E-8376-B06F75AA1B8D}" type="doc">
      <dgm:prSet loTypeId="urn:microsoft.com/office/officeart/2005/8/layout/vProcess5" loCatId="process" qsTypeId="urn:microsoft.com/office/officeart/2005/8/quickstyle/simple1" qsCatId="simple" csTypeId="urn:microsoft.com/office/officeart/2005/8/colors/colorful2" csCatId="colorful"/>
      <dgm:spPr/>
      <dgm:t>
        <a:bodyPr/>
        <a:lstStyle/>
        <a:p>
          <a:endParaRPr lang="en-US"/>
        </a:p>
      </dgm:t>
    </dgm:pt>
    <dgm:pt modelId="{42C4786F-583D-4F29-BA40-DB66C497DFC6}">
      <dgm:prSet/>
      <dgm:spPr/>
      <dgm:t>
        <a:bodyPr/>
        <a:lstStyle/>
        <a:p>
          <a:r>
            <a:rPr lang="en-GB"/>
            <a:t>Completed Research and Analysis and Design Phases</a:t>
          </a:r>
          <a:endParaRPr lang="en-US"/>
        </a:p>
      </dgm:t>
    </dgm:pt>
    <dgm:pt modelId="{8F90919E-B3AE-453F-AEF8-3654A483C6F8}" type="parTrans" cxnId="{F17D612B-5313-4F8D-8C4B-AE8FF22A6A66}">
      <dgm:prSet/>
      <dgm:spPr/>
      <dgm:t>
        <a:bodyPr/>
        <a:lstStyle/>
        <a:p>
          <a:endParaRPr lang="en-US"/>
        </a:p>
      </dgm:t>
    </dgm:pt>
    <dgm:pt modelId="{CB3882B6-5AB3-409C-8110-3ACBD56A95DE}" type="sibTrans" cxnId="{F17D612B-5313-4F8D-8C4B-AE8FF22A6A66}">
      <dgm:prSet/>
      <dgm:spPr/>
      <dgm:t>
        <a:bodyPr/>
        <a:lstStyle/>
        <a:p>
          <a:endParaRPr lang="en-US"/>
        </a:p>
      </dgm:t>
    </dgm:pt>
    <dgm:pt modelId="{225D69A7-B529-4E26-B376-A3486B394AA8}">
      <dgm:prSet/>
      <dgm:spPr/>
      <dgm:t>
        <a:bodyPr/>
        <a:lstStyle/>
        <a:p>
          <a:r>
            <a:rPr lang="en-GB"/>
            <a:t>Coded abstract pipeline code, no implementation details</a:t>
          </a:r>
          <a:endParaRPr lang="en-US"/>
        </a:p>
      </dgm:t>
    </dgm:pt>
    <dgm:pt modelId="{5CFEB9A4-8E41-4D99-824E-AE69672C9F85}" type="parTrans" cxnId="{E0A30362-687D-4BBF-917B-66924AF16B15}">
      <dgm:prSet/>
      <dgm:spPr/>
      <dgm:t>
        <a:bodyPr/>
        <a:lstStyle/>
        <a:p>
          <a:endParaRPr lang="en-US"/>
        </a:p>
      </dgm:t>
    </dgm:pt>
    <dgm:pt modelId="{D0AA4A20-6AFF-40A8-92D8-8286C428B10F}" type="sibTrans" cxnId="{E0A30362-687D-4BBF-917B-66924AF16B15}">
      <dgm:prSet/>
      <dgm:spPr/>
      <dgm:t>
        <a:bodyPr/>
        <a:lstStyle/>
        <a:p>
          <a:endParaRPr lang="en-US"/>
        </a:p>
      </dgm:t>
    </dgm:pt>
    <dgm:pt modelId="{2DA1C035-BDC4-4B6B-B969-BC9197BB913A}">
      <dgm:prSet/>
      <dgm:spPr/>
      <dgm:t>
        <a:bodyPr/>
        <a:lstStyle/>
        <a:p>
          <a:r>
            <a:rPr lang="en-GB"/>
            <a:t>Created Teardown Pipeline</a:t>
          </a:r>
          <a:endParaRPr lang="en-US"/>
        </a:p>
      </dgm:t>
    </dgm:pt>
    <dgm:pt modelId="{C89439DF-23A7-4B89-8DCB-329530B39838}" type="parTrans" cxnId="{314CE0DC-54CB-444A-903A-F1E5CF1C20B5}">
      <dgm:prSet/>
      <dgm:spPr/>
      <dgm:t>
        <a:bodyPr/>
        <a:lstStyle/>
        <a:p>
          <a:endParaRPr lang="en-US"/>
        </a:p>
      </dgm:t>
    </dgm:pt>
    <dgm:pt modelId="{A8E2258C-C7B6-47B2-842A-F4311E77EED3}" type="sibTrans" cxnId="{314CE0DC-54CB-444A-903A-F1E5CF1C20B5}">
      <dgm:prSet/>
      <dgm:spPr/>
      <dgm:t>
        <a:bodyPr/>
        <a:lstStyle/>
        <a:p>
          <a:endParaRPr lang="en-US"/>
        </a:p>
      </dgm:t>
    </dgm:pt>
    <dgm:pt modelId="{C230EC4B-382F-4C2C-8E4B-9C9548A9B64C}">
      <dgm:prSet/>
      <dgm:spPr/>
      <dgm:t>
        <a:bodyPr/>
        <a:lstStyle/>
        <a:p>
          <a:r>
            <a:rPr lang="en-GB"/>
            <a:t>During Pull Request, another Engineer suggested instead creating idempotent records</a:t>
          </a:r>
          <a:endParaRPr lang="en-US"/>
        </a:p>
      </dgm:t>
    </dgm:pt>
    <dgm:pt modelId="{57905936-50B2-4623-BD1F-0FD095922B9C}" type="parTrans" cxnId="{8CBFA15E-3651-4A9C-B5F5-F032057D6135}">
      <dgm:prSet/>
      <dgm:spPr/>
      <dgm:t>
        <a:bodyPr/>
        <a:lstStyle/>
        <a:p>
          <a:endParaRPr lang="en-US"/>
        </a:p>
      </dgm:t>
    </dgm:pt>
    <dgm:pt modelId="{7CDA2C9F-B80F-454C-A9C0-814777C42095}" type="sibTrans" cxnId="{8CBFA15E-3651-4A9C-B5F5-F032057D6135}">
      <dgm:prSet/>
      <dgm:spPr/>
      <dgm:t>
        <a:bodyPr/>
        <a:lstStyle/>
        <a:p>
          <a:endParaRPr lang="en-US"/>
        </a:p>
      </dgm:t>
    </dgm:pt>
    <dgm:pt modelId="{1B428609-A2C2-4454-BD27-E20974B053A1}">
      <dgm:prSet/>
      <dgm:spPr/>
      <dgm:t>
        <a:bodyPr/>
        <a:lstStyle/>
        <a:p>
          <a:r>
            <a:rPr lang="en-GB"/>
            <a:t>Leading to a reworking of the Gantt Chart and WBS</a:t>
          </a:r>
          <a:endParaRPr lang="en-US"/>
        </a:p>
      </dgm:t>
    </dgm:pt>
    <dgm:pt modelId="{013E467A-5469-4CD3-AE56-88FF8A9D34C2}" type="parTrans" cxnId="{D86B5E65-B47A-45F2-A10B-55756B41614C}">
      <dgm:prSet/>
      <dgm:spPr/>
      <dgm:t>
        <a:bodyPr/>
        <a:lstStyle/>
        <a:p>
          <a:endParaRPr lang="en-US"/>
        </a:p>
      </dgm:t>
    </dgm:pt>
    <dgm:pt modelId="{29E10634-1DA7-44C1-AB17-186C7E6130AB}" type="sibTrans" cxnId="{D86B5E65-B47A-45F2-A10B-55756B41614C}">
      <dgm:prSet/>
      <dgm:spPr/>
      <dgm:t>
        <a:bodyPr/>
        <a:lstStyle/>
        <a:p>
          <a:endParaRPr lang="en-US"/>
        </a:p>
      </dgm:t>
    </dgm:pt>
    <dgm:pt modelId="{3D136F0F-70EE-4A36-B335-D3EE5D01D3FD}" type="pres">
      <dgm:prSet presAssocID="{12DE7DD0-84AA-4A6E-8376-B06F75AA1B8D}" presName="outerComposite" presStyleCnt="0">
        <dgm:presLayoutVars>
          <dgm:chMax val="5"/>
          <dgm:dir/>
          <dgm:resizeHandles val="exact"/>
        </dgm:presLayoutVars>
      </dgm:prSet>
      <dgm:spPr/>
    </dgm:pt>
    <dgm:pt modelId="{40C6075D-416B-4663-A5D3-6B580D0D510F}" type="pres">
      <dgm:prSet presAssocID="{12DE7DD0-84AA-4A6E-8376-B06F75AA1B8D}" presName="dummyMaxCanvas" presStyleCnt="0">
        <dgm:presLayoutVars/>
      </dgm:prSet>
      <dgm:spPr/>
    </dgm:pt>
    <dgm:pt modelId="{B72D7EDB-4F99-47B5-8DD6-99B223A33B75}" type="pres">
      <dgm:prSet presAssocID="{12DE7DD0-84AA-4A6E-8376-B06F75AA1B8D}" presName="FiveNodes_1" presStyleLbl="node1" presStyleIdx="0" presStyleCnt="5">
        <dgm:presLayoutVars>
          <dgm:bulletEnabled val="1"/>
        </dgm:presLayoutVars>
      </dgm:prSet>
      <dgm:spPr/>
    </dgm:pt>
    <dgm:pt modelId="{FE41ED5D-AEB6-462E-B376-FB4AD912BEAC}" type="pres">
      <dgm:prSet presAssocID="{12DE7DD0-84AA-4A6E-8376-B06F75AA1B8D}" presName="FiveNodes_2" presStyleLbl="node1" presStyleIdx="1" presStyleCnt="5">
        <dgm:presLayoutVars>
          <dgm:bulletEnabled val="1"/>
        </dgm:presLayoutVars>
      </dgm:prSet>
      <dgm:spPr/>
    </dgm:pt>
    <dgm:pt modelId="{C524F546-A4DB-4AD5-B1E2-A94987BEB757}" type="pres">
      <dgm:prSet presAssocID="{12DE7DD0-84AA-4A6E-8376-B06F75AA1B8D}" presName="FiveNodes_3" presStyleLbl="node1" presStyleIdx="2" presStyleCnt="5">
        <dgm:presLayoutVars>
          <dgm:bulletEnabled val="1"/>
        </dgm:presLayoutVars>
      </dgm:prSet>
      <dgm:spPr/>
    </dgm:pt>
    <dgm:pt modelId="{445281A1-F128-493E-A389-3D39E22C26F1}" type="pres">
      <dgm:prSet presAssocID="{12DE7DD0-84AA-4A6E-8376-B06F75AA1B8D}" presName="FiveNodes_4" presStyleLbl="node1" presStyleIdx="3" presStyleCnt="5">
        <dgm:presLayoutVars>
          <dgm:bulletEnabled val="1"/>
        </dgm:presLayoutVars>
      </dgm:prSet>
      <dgm:spPr/>
    </dgm:pt>
    <dgm:pt modelId="{3AE62BD4-DB1A-44CF-933C-C416A4EDD56E}" type="pres">
      <dgm:prSet presAssocID="{12DE7DD0-84AA-4A6E-8376-B06F75AA1B8D}" presName="FiveNodes_5" presStyleLbl="node1" presStyleIdx="4" presStyleCnt="5">
        <dgm:presLayoutVars>
          <dgm:bulletEnabled val="1"/>
        </dgm:presLayoutVars>
      </dgm:prSet>
      <dgm:spPr/>
    </dgm:pt>
    <dgm:pt modelId="{1B353709-FAC7-4267-87AA-D6B9FF7A411B}" type="pres">
      <dgm:prSet presAssocID="{12DE7DD0-84AA-4A6E-8376-B06F75AA1B8D}" presName="FiveConn_1-2" presStyleLbl="fgAccFollowNode1" presStyleIdx="0" presStyleCnt="4">
        <dgm:presLayoutVars>
          <dgm:bulletEnabled val="1"/>
        </dgm:presLayoutVars>
      </dgm:prSet>
      <dgm:spPr/>
    </dgm:pt>
    <dgm:pt modelId="{9E7F18CA-90FF-4755-8DE4-C53C5FAA1EDF}" type="pres">
      <dgm:prSet presAssocID="{12DE7DD0-84AA-4A6E-8376-B06F75AA1B8D}" presName="FiveConn_2-3" presStyleLbl="fgAccFollowNode1" presStyleIdx="1" presStyleCnt="4">
        <dgm:presLayoutVars>
          <dgm:bulletEnabled val="1"/>
        </dgm:presLayoutVars>
      </dgm:prSet>
      <dgm:spPr/>
    </dgm:pt>
    <dgm:pt modelId="{06F19E9F-709F-4E25-9E6C-A9BB517D6D06}" type="pres">
      <dgm:prSet presAssocID="{12DE7DD0-84AA-4A6E-8376-B06F75AA1B8D}" presName="FiveConn_3-4" presStyleLbl="fgAccFollowNode1" presStyleIdx="2" presStyleCnt="4">
        <dgm:presLayoutVars>
          <dgm:bulletEnabled val="1"/>
        </dgm:presLayoutVars>
      </dgm:prSet>
      <dgm:spPr/>
    </dgm:pt>
    <dgm:pt modelId="{EF0E8C31-A43A-4F69-B772-C1DF6C2BBA5C}" type="pres">
      <dgm:prSet presAssocID="{12DE7DD0-84AA-4A6E-8376-B06F75AA1B8D}" presName="FiveConn_4-5" presStyleLbl="fgAccFollowNode1" presStyleIdx="3" presStyleCnt="4">
        <dgm:presLayoutVars>
          <dgm:bulletEnabled val="1"/>
        </dgm:presLayoutVars>
      </dgm:prSet>
      <dgm:spPr/>
    </dgm:pt>
    <dgm:pt modelId="{1632FBA5-4C25-49BC-805A-22CD2799F711}" type="pres">
      <dgm:prSet presAssocID="{12DE7DD0-84AA-4A6E-8376-B06F75AA1B8D}" presName="FiveNodes_1_text" presStyleLbl="node1" presStyleIdx="4" presStyleCnt="5">
        <dgm:presLayoutVars>
          <dgm:bulletEnabled val="1"/>
        </dgm:presLayoutVars>
      </dgm:prSet>
      <dgm:spPr/>
    </dgm:pt>
    <dgm:pt modelId="{B6778356-AED1-4CAC-BF90-5EF407E14D58}" type="pres">
      <dgm:prSet presAssocID="{12DE7DD0-84AA-4A6E-8376-B06F75AA1B8D}" presName="FiveNodes_2_text" presStyleLbl="node1" presStyleIdx="4" presStyleCnt="5">
        <dgm:presLayoutVars>
          <dgm:bulletEnabled val="1"/>
        </dgm:presLayoutVars>
      </dgm:prSet>
      <dgm:spPr/>
    </dgm:pt>
    <dgm:pt modelId="{27C9A675-1210-48BF-A38A-7F002A6AF7BD}" type="pres">
      <dgm:prSet presAssocID="{12DE7DD0-84AA-4A6E-8376-B06F75AA1B8D}" presName="FiveNodes_3_text" presStyleLbl="node1" presStyleIdx="4" presStyleCnt="5">
        <dgm:presLayoutVars>
          <dgm:bulletEnabled val="1"/>
        </dgm:presLayoutVars>
      </dgm:prSet>
      <dgm:spPr/>
    </dgm:pt>
    <dgm:pt modelId="{0CBDF8A8-D2F5-45A7-8158-F927EAC8B388}" type="pres">
      <dgm:prSet presAssocID="{12DE7DD0-84AA-4A6E-8376-B06F75AA1B8D}" presName="FiveNodes_4_text" presStyleLbl="node1" presStyleIdx="4" presStyleCnt="5">
        <dgm:presLayoutVars>
          <dgm:bulletEnabled val="1"/>
        </dgm:presLayoutVars>
      </dgm:prSet>
      <dgm:spPr/>
    </dgm:pt>
    <dgm:pt modelId="{46376330-B327-4B87-AE74-1B2B39F6ACDA}" type="pres">
      <dgm:prSet presAssocID="{12DE7DD0-84AA-4A6E-8376-B06F75AA1B8D}" presName="FiveNodes_5_text" presStyleLbl="node1" presStyleIdx="4" presStyleCnt="5">
        <dgm:presLayoutVars>
          <dgm:bulletEnabled val="1"/>
        </dgm:presLayoutVars>
      </dgm:prSet>
      <dgm:spPr/>
    </dgm:pt>
  </dgm:ptLst>
  <dgm:cxnLst>
    <dgm:cxn modelId="{979BC309-8282-4015-AE23-75FCB891B917}" type="presOf" srcId="{C230EC4B-382F-4C2C-8E4B-9C9548A9B64C}" destId="{0CBDF8A8-D2F5-45A7-8158-F927EAC8B388}" srcOrd="1" destOrd="0" presId="urn:microsoft.com/office/officeart/2005/8/layout/vProcess5"/>
    <dgm:cxn modelId="{CBB48918-F10A-49B2-8074-75DAA2A51FEA}" type="presOf" srcId="{1B428609-A2C2-4454-BD27-E20974B053A1}" destId="{3AE62BD4-DB1A-44CF-933C-C416A4EDD56E}" srcOrd="0" destOrd="0" presId="urn:microsoft.com/office/officeart/2005/8/layout/vProcess5"/>
    <dgm:cxn modelId="{8FE5E02A-5968-4DBE-955F-12D9AA173953}" type="presOf" srcId="{C230EC4B-382F-4C2C-8E4B-9C9548A9B64C}" destId="{445281A1-F128-493E-A389-3D39E22C26F1}" srcOrd="0" destOrd="0" presId="urn:microsoft.com/office/officeart/2005/8/layout/vProcess5"/>
    <dgm:cxn modelId="{F17D612B-5313-4F8D-8C4B-AE8FF22A6A66}" srcId="{12DE7DD0-84AA-4A6E-8376-B06F75AA1B8D}" destId="{42C4786F-583D-4F29-BA40-DB66C497DFC6}" srcOrd="0" destOrd="0" parTransId="{8F90919E-B3AE-453F-AEF8-3654A483C6F8}" sibTransId="{CB3882B6-5AB3-409C-8110-3ACBD56A95DE}"/>
    <dgm:cxn modelId="{53255C2C-EAC3-4347-B689-2D567D412DEC}" type="presOf" srcId="{12DE7DD0-84AA-4A6E-8376-B06F75AA1B8D}" destId="{3D136F0F-70EE-4A36-B335-D3EE5D01D3FD}" srcOrd="0" destOrd="0" presId="urn:microsoft.com/office/officeart/2005/8/layout/vProcess5"/>
    <dgm:cxn modelId="{9D0B2834-9EFA-47EB-9456-B4AAA021CC92}" type="presOf" srcId="{7CDA2C9F-B80F-454C-A9C0-814777C42095}" destId="{EF0E8C31-A43A-4F69-B772-C1DF6C2BBA5C}" srcOrd="0" destOrd="0" presId="urn:microsoft.com/office/officeart/2005/8/layout/vProcess5"/>
    <dgm:cxn modelId="{8CBFA15E-3651-4A9C-B5F5-F032057D6135}" srcId="{12DE7DD0-84AA-4A6E-8376-B06F75AA1B8D}" destId="{C230EC4B-382F-4C2C-8E4B-9C9548A9B64C}" srcOrd="3" destOrd="0" parTransId="{57905936-50B2-4623-BD1F-0FD095922B9C}" sibTransId="{7CDA2C9F-B80F-454C-A9C0-814777C42095}"/>
    <dgm:cxn modelId="{E0A30362-687D-4BBF-917B-66924AF16B15}" srcId="{12DE7DD0-84AA-4A6E-8376-B06F75AA1B8D}" destId="{225D69A7-B529-4E26-B376-A3486B394AA8}" srcOrd="1" destOrd="0" parTransId="{5CFEB9A4-8E41-4D99-824E-AE69672C9F85}" sibTransId="{D0AA4A20-6AFF-40A8-92D8-8286C428B10F}"/>
    <dgm:cxn modelId="{1A6CBC64-F5BD-4180-A49A-561CC18920BB}" type="presOf" srcId="{42C4786F-583D-4F29-BA40-DB66C497DFC6}" destId="{1632FBA5-4C25-49BC-805A-22CD2799F711}" srcOrd="1" destOrd="0" presId="urn:microsoft.com/office/officeart/2005/8/layout/vProcess5"/>
    <dgm:cxn modelId="{D86B5E65-B47A-45F2-A10B-55756B41614C}" srcId="{12DE7DD0-84AA-4A6E-8376-B06F75AA1B8D}" destId="{1B428609-A2C2-4454-BD27-E20974B053A1}" srcOrd="4" destOrd="0" parTransId="{013E467A-5469-4CD3-AE56-88FF8A9D34C2}" sibTransId="{29E10634-1DA7-44C1-AB17-186C7E6130AB}"/>
    <dgm:cxn modelId="{0C114A6B-FCAC-4B02-AD0C-C68FCE4C092B}" type="presOf" srcId="{225D69A7-B529-4E26-B376-A3486B394AA8}" destId="{FE41ED5D-AEB6-462E-B376-FB4AD912BEAC}" srcOrd="0" destOrd="0" presId="urn:microsoft.com/office/officeart/2005/8/layout/vProcess5"/>
    <dgm:cxn modelId="{CA29EF71-ABA4-4A5E-B535-5E921AA8D780}" type="presOf" srcId="{1B428609-A2C2-4454-BD27-E20974B053A1}" destId="{46376330-B327-4B87-AE74-1B2B39F6ACDA}" srcOrd="1" destOrd="0" presId="urn:microsoft.com/office/officeart/2005/8/layout/vProcess5"/>
    <dgm:cxn modelId="{C86DEF51-90F4-4457-B4C6-AAEE155BD99A}" type="presOf" srcId="{D0AA4A20-6AFF-40A8-92D8-8286C428B10F}" destId="{9E7F18CA-90FF-4755-8DE4-C53C5FAA1EDF}" srcOrd="0" destOrd="0" presId="urn:microsoft.com/office/officeart/2005/8/layout/vProcess5"/>
    <dgm:cxn modelId="{2817B953-68A7-43C9-9E4C-599408F56654}" type="presOf" srcId="{A8E2258C-C7B6-47B2-842A-F4311E77EED3}" destId="{06F19E9F-709F-4E25-9E6C-A9BB517D6D06}" srcOrd="0" destOrd="0" presId="urn:microsoft.com/office/officeart/2005/8/layout/vProcess5"/>
    <dgm:cxn modelId="{B800F39E-667F-4C83-B555-C33F75DA3D83}" type="presOf" srcId="{2DA1C035-BDC4-4B6B-B969-BC9197BB913A}" destId="{C524F546-A4DB-4AD5-B1E2-A94987BEB757}" srcOrd="0" destOrd="0" presId="urn:microsoft.com/office/officeart/2005/8/layout/vProcess5"/>
    <dgm:cxn modelId="{7661909F-0AED-4CF9-80D6-F5CE72DB0E8F}" type="presOf" srcId="{225D69A7-B529-4E26-B376-A3486B394AA8}" destId="{B6778356-AED1-4CAC-BF90-5EF407E14D58}" srcOrd="1" destOrd="0" presId="urn:microsoft.com/office/officeart/2005/8/layout/vProcess5"/>
    <dgm:cxn modelId="{4B0070AC-3813-4BC8-B318-BE3418BB88BD}" type="presOf" srcId="{42C4786F-583D-4F29-BA40-DB66C497DFC6}" destId="{B72D7EDB-4F99-47B5-8DD6-99B223A33B75}" srcOrd="0" destOrd="0" presId="urn:microsoft.com/office/officeart/2005/8/layout/vProcess5"/>
    <dgm:cxn modelId="{BAA690AC-55BE-477B-8E83-3958DA093B22}" type="presOf" srcId="{2DA1C035-BDC4-4B6B-B969-BC9197BB913A}" destId="{27C9A675-1210-48BF-A38A-7F002A6AF7BD}" srcOrd="1" destOrd="0" presId="urn:microsoft.com/office/officeart/2005/8/layout/vProcess5"/>
    <dgm:cxn modelId="{E87C7CB9-685A-4598-AE14-806F265B5BC3}" type="presOf" srcId="{CB3882B6-5AB3-409C-8110-3ACBD56A95DE}" destId="{1B353709-FAC7-4267-87AA-D6B9FF7A411B}" srcOrd="0" destOrd="0" presId="urn:microsoft.com/office/officeart/2005/8/layout/vProcess5"/>
    <dgm:cxn modelId="{314CE0DC-54CB-444A-903A-F1E5CF1C20B5}" srcId="{12DE7DD0-84AA-4A6E-8376-B06F75AA1B8D}" destId="{2DA1C035-BDC4-4B6B-B969-BC9197BB913A}" srcOrd="2" destOrd="0" parTransId="{C89439DF-23A7-4B89-8DCB-329530B39838}" sibTransId="{A8E2258C-C7B6-47B2-842A-F4311E77EED3}"/>
    <dgm:cxn modelId="{C070151C-B795-45D1-A52A-904D1279EE94}" type="presParOf" srcId="{3D136F0F-70EE-4A36-B335-D3EE5D01D3FD}" destId="{40C6075D-416B-4663-A5D3-6B580D0D510F}" srcOrd="0" destOrd="0" presId="urn:microsoft.com/office/officeart/2005/8/layout/vProcess5"/>
    <dgm:cxn modelId="{4D48C4A8-1DCD-4463-AAF3-01CE59142D83}" type="presParOf" srcId="{3D136F0F-70EE-4A36-B335-D3EE5D01D3FD}" destId="{B72D7EDB-4F99-47B5-8DD6-99B223A33B75}" srcOrd="1" destOrd="0" presId="urn:microsoft.com/office/officeart/2005/8/layout/vProcess5"/>
    <dgm:cxn modelId="{C577F088-2DF9-4A58-A6F4-A2AA015198E9}" type="presParOf" srcId="{3D136F0F-70EE-4A36-B335-D3EE5D01D3FD}" destId="{FE41ED5D-AEB6-462E-B376-FB4AD912BEAC}" srcOrd="2" destOrd="0" presId="urn:microsoft.com/office/officeart/2005/8/layout/vProcess5"/>
    <dgm:cxn modelId="{112D2D33-F378-4EC4-80D4-2C0CCD7D3F86}" type="presParOf" srcId="{3D136F0F-70EE-4A36-B335-D3EE5D01D3FD}" destId="{C524F546-A4DB-4AD5-B1E2-A94987BEB757}" srcOrd="3" destOrd="0" presId="urn:microsoft.com/office/officeart/2005/8/layout/vProcess5"/>
    <dgm:cxn modelId="{02AF9F68-6640-4691-B422-2852340D15DF}" type="presParOf" srcId="{3D136F0F-70EE-4A36-B335-D3EE5D01D3FD}" destId="{445281A1-F128-493E-A389-3D39E22C26F1}" srcOrd="4" destOrd="0" presId="urn:microsoft.com/office/officeart/2005/8/layout/vProcess5"/>
    <dgm:cxn modelId="{43556E8E-BEE2-46B5-BAF5-73605808AA5E}" type="presParOf" srcId="{3D136F0F-70EE-4A36-B335-D3EE5D01D3FD}" destId="{3AE62BD4-DB1A-44CF-933C-C416A4EDD56E}" srcOrd="5" destOrd="0" presId="urn:microsoft.com/office/officeart/2005/8/layout/vProcess5"/>
    <dgm:cxn modelId="{8D2FBEBB-8520-4FAC-83E9-D1AFD0E6C0A3}" type="presParOf" srcId="{3D136F0F-70EE-4A36-B335-D3EE5D01D3FD}" destId="{1B353709-FAC7-4267-87AA-D6B9FF7A411B}" srcOrd="6" destOrd="0" presId="urn:microsoft.com/office/officeart/2005/8/layout/vProcess5"/>
    <dgm:cxn modelId="{0F68D3F3-0A4D-4542-B277-40F19C6D2E0D}" type="presParOf" srcId="{3D136F0F-70EE-4A36-B335-D3EE5D01D3FD}" destId="{9E7F18CA-90FF-4755-8DE4-C53C5FAA1EDF}" srcOrd="7" destOrd="0" presId="urn:microsoft.com/office/officeart/2005/8/layout/vProcess5"/>
    <dgm:cxn modelId="{855EB0BA-D460-4B9D-8A32-AAC33B4E6CEE}" type="presParOf" srcId="{3D136F0F-70EE-4A36-B335-D3EE5D01D3FD}" destId="{06F19E9F-709F-4E25-9E6C-A9BB517D6D06}" srcOrd="8" destOrd="0" presId="urn:microsoft.com/office/officeart/2005/8/layout/vProcess5"/>
    <dgm:cxn modelId="{3A0B903F-CC83-48A4-BF01-5F026276B23A}" type="presParOf" srcId="{3D136F0F-70EE-4A36-B335-D3EE5D01D3FD}" destId="{EF0E8C31-A43A-4F69-B772-C1DF6C2BBA5C}" srcOrd="9" destOrd="0" presId="urn:microsoft.com/office/officeart/2005/8/layout/vProcess5"/>
    <dgm:cxn modelId="{A1CE2064-D42C-43B6-B0D6-B609A798A524}" type="presParOf" srcId="{3D136F0F-70EE-4A36-B335-D3EE5D01D3FD}" destId="{1632FBA5-4C25-49BC-805A-22CD2799F711}" srcOrd="10" destOrd="0" presId="urn:microsoft.com/office/officeart/2005/8/layout/vProcess5"/>
    <dgm:cxn modelId="{45953418-2DDB-41BA-A208-B9F9561AB1B0}" type="presParOf" srcId="{3D136F0F-70EE-4A36-B335-D3EE5D01D3FD}" destId="{B6778356-AED1-4CAC-BF90-5EF407E14D58}" srcOrd="11" destOrd="0" presId="urn:microsoft.com/office/officeart/2005/8/layout/vProcess5"/>
    <dgm:cxn modelId="{C521733F-413F-42A7-AE25-E3C217ACE1E1}" type="presParOf" srcId="{3D136F0F-70EE-4A36-B335-D3EE5D01D3FD}" destId="{27C9A675-1210-48BF-A38A-7F002A6AF7BD}" srcOrd="12" destOrd="0" presId="urn:microsoft.com/office/officeart/2005/8/layout/vProcess5"/>
    <dgm:cxn modelId="{69329C86-D39F-4382-A294-8AABF89853D2}" type="presParOf" srcId="{3D136F0F-70EE-4A36-B335-D3EE5D01D3FD}" destId="{0CBDF8A8-D2F5-45A7-8158-F927EAC8B388}" srcOrd="13" destOrd="0" presId="urn:microsoft.com/office/officeart/2005/8/layout/vProcess5"/>
    <dgm:cxn modelId="{188F0B6F-A424-46AF-A8AB-92874A363066}" type="presParOf" srcId="{3D136F0F-70EE-4A36-B335-D3EE5D01D3FD}" destId="{46376330-B327-4B87-AE74-1B2B39F6ACDA}" srcOrd="14" destOrd="0" presId="urn:microsoft.com/office/officeart/2005/8/layout/v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B1C91A0C-66D5-40B6-B97B-B4D70AAA477E}" type="doc">
      <dgm:prSet loTypeId="urn:microsoft.com/office/officeart/2018/2/layout/IconCircle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560BACB4-7695-4AAA-80D8-2E3BF2AAAF1A}">
      <dgm:prSet/>
      <dgm:spPr/>
      <dgm:t>
        <a:bodyPr/>
        <a:lstStyle/>
        <a:p>
          <a:r>
            <a:rPr lang="en-GB"/>
            <a:t>Completed some tasks on the Implementation and Testing Phases</a:t>
          </a:r>
          <a:endParaRPr lang="en-US"/>
        </a:p>
      </dgm:t>
    </dgm:pt>
    <dgm:pt modelId="{17416726-6D55-4A3C-A2BE-C8E5FDB56298}" type="parTrans" cxnId="{EF09DA8F-1201-4C2D-804E-7AD3CB4AFBD7}">
      <dgm:prSet/>
      <dgm:spPr/>
      <dgm:t>
        <a:bodyPr/>
        <a:lstStyle/>
        <a:p>
          <a:endParaRPr lang="en-US"/>
        </a:p>
      </dgm:t>
    </dgm:pt>
    <dgm:pt modelId="{44601EF3-72BD-4FEC-8E0E-0B897607BE07}" type="sibTrans" cxnId="{EF09DA8F-1201-4C2D-804E-7AD3CB4AFBD7}">
      <dgm:prSet/>
      <dgm:spPr/>
      <dgm:t>
        <a:bodyPr/>
        <a:lstStyle/>
        <a:p>
          <a:endParaRPr lang="en-US"/>
        </a:p>
      </dgm:t>
    </dgm:pt>
    <dgm:pt modelId="{785108C8-96E4-4B7A-AB5B-4D9C95B03F99}">
      <dgm:prSet/>
      <dgm:spPr/>
      <dgm:t>
        <a:bodyPr/>
        <a:lstStyle/>
        <a:p>
          <a:r>
            <a:rPr lang="en-GB"/>
            <a:t>Added multiple records through pipeline script</a:t>
          </a:r>
          <a:endParaRPr lang="en-US"/>
        </a:p>
      </dgm:t>
    </dgm:pt>
    <dgm:pt modelId="{E3AA5071-5C0D-424E-88E8-AAA4907F34D9}" type="parTrans" cxnId="{E6914C9D-C9A7-4249-805D-71529140AF34}">
      <dgm:prSet/>
      <dgm:spPr/>
      <dgm:t>
        <a:bodyPr/>
        <a:lstStyle/>
        <a:p>
          <a:endParaRPr lang="en-US"/>
        </a:p>
      </dgm:t>
    </dgm:pt>
    <dgm:pt modelId="{B598CC5F-E786-46FA-9201-99D682094F92}" type="sibTrans" cxnId="{E6914C9D-C9A7-4249-805D-71529140AF34}">
      <dgm:prSet/>
      <dgm:spPr/>
      <dgm:t>
        <a:bodyPr/>
        <a:lstStyle/>
        <a:p>
          <a:endParaRPr lang="en-US"/>
        </a:p>
      </dgm:t>
    </dgm:pt>
    <dgm:pt modelId="{BFD3A181-CA86-43B6-83C3-EDCEE2F90D4B}">
      <dgm:prSet/>
      <dgm:spPr/>
      <dgm:t>
        <a:bodyPr/>
        <a:lstStyle/>
        <a:p>
          <a:r>
            <a:rPr lang="en-GB"/>
            <a:t>Script was idempotent</a:t>
          </a:r>
          <a:endParaRPr lang="en-US"/>
        </a:p>
      </dgm:t>
    </dgm:pt>
    <dgm:pt modelId="{44659A39-4C75-415C-80A3-FB5278809D5D}" type="parTrans" cxnId="{F46CB2A2-B5B1-413D-89F4-69B9D84D1090}">
      <dgm:prSet/>
      <dgm:spPr/>
      <dgm:t>
        <a:bodyPr/>
        <a:lstStyle/>
        <a:p>
          <a:endParaRPr lang="en-US"/>
        </a:p>
      </dgm:t>
    </dgm:pt>
    <dgm:pt modelId="{09D62969-6449-4B03-9BBD-23EAFE16BE1B}" type="sibTrans" cxnId="{F46CB2A2-B5B1-413D-89F4-69B9D84D1090}">
      <dgm:prSet/>
      <dgm:spPr/>
      <dgm:t>
        <a:bodyPr/>
        <a:lstStyle/>
        <a:p>
          <a:endParaRPr lang="en-US"/>
        </a:p>
      </dgm:t>
    </dgm:pt>
    <dgm:pt modelId="{FE6A4FAE-D338-4042-9888-4A431E183CC1}">
      <dgm:prSet/>
      <dgm:spPr/>
      <dgm:t>
        <a:bodyPr/>
        <a:lstStyle/>
        <a:p>
          <a:r>
            <a:rPr lang="en-GB"/>
            <a:t>Adding and removing firewall rules for the Pipeline Agent was difficult until I found the ipify API</a:t>
          </a:r>
          <a:endParaRPr lang="en-US"/>
        </a:p>
      </dgm:t>
    </dgm:pt>
    <dgm:pt modelId="{2544EE9D-FDD5-40DB-BB20-50DC94830232}" type="parTrans" cxnId="{4A3CBF55-64B8-4B1B-900D-C160054983A4}">
      <dgm:prSet/>
      <dgm:spPr/>
      <dgm:t>
        <a:bodyPr/>
        <a:lstStyle/>
        <a:p>
          <a:endParaRPr lang="en-US"/>
        </a:p>
      </dgm:t>
    </dgm:pt>
    <dgm:pt modelId="{7969B8AA-D531-416F-B5B8-FEE74231A643}" type="sibTrans" cxnId="{4A3CBF55-64B8-4B1B-900D-C160054983A4}">
      <dgm:prSet/>
      <dgm:spPr/>
      <dgm:t>
        <a:bodyPr/>
        <a:lstStyle/>
        <a:p>
          <a:endParaRPr lang="en-US"/>
        </a:p>
      </dgm:t>
    </dgm:pt>
    <dgm:pt modelId="{ECEE87E5-D301-4ACB-A572-4FE47A28F96F}" type="pres">
      <dgm:prSet presAssocID="{B1C91A0C-66D5-40B6-B97B-B4D70AAA477E}" presName="root" presStyleCnt="0">
        <dgm:presLayoutVars>
          <dgm:dir/>
          <dgm:resizeHandles val="exact"/>
        </dgm:presLayoutVars>
      </dgm:prSet>
      <dgm:spPr/>
    </dgm:pt>
    <dgm:pt modelId="{F2FA8017-4E3A-4BBF-B482-272934884A7E}" type="pres">
      <dgm:prSet presAssocID="{B1C91A0C-66D5-40B6-B97B-B4D70AAA477E}" presName="container" presStyleCnt="0">
        <dgm:presLayoutVars>
          <dgm:dir/>
          <dgm:resizeHandles val="exact"/>
        </dgm:presLayoutVars>
      </dgm:prSet>
      <dgm:spPr/>
    </dgm:pt>
    <dgm:pt modelId="{1E7DE303-B6C7-4F22-9205-AFE49EB7B752}" type="pres">
      <dgm:prSet presAssocID="{560BACB4-7695-4AAA-80D8-2E3BF2AAAF1A}" presName="compNode" presStyleCnt="0"/>
      <dgm:spPr/>
    </dgm:pt>
    <dgm:pt modelId="{61D069F4-1892-447A-B8BB-74C7F35F2B61}" type="pres">
      <dgm:prSet presAssocID="{560BACB4-7695-4AAA-80D8-2E3BF2AAAF1A}" presName="iconBgRect" presStyleLbl="bgShp" presStyleIdx="0" presStyleCnt="4"/>
      <dgm:spPr/>
    </dgm:pt>
    <dgm:pt modelId="{857A6FA4-94AD-4E04-9225-8C36A8411FE6}" type="pres">
      <dgm:prSet presAssocID="{560BACB4-7695-4AAA-80D8-2E3BF2AAAF1A}"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heckmark"/>
        </a:ext>
      </dgm:extLst>
    </dgm:pt>
    <dgm:pt modelId="{67E514A6-17E4-49B3-B789-1C7B44402C83}" type="pres">
      <dgm:prSet presAssocID="{560BACB4-7695-4AAA-80D8-2E3BF2AAAF1A}" presName="spaceRect" presStyleCnt="0"/>
      <dgm:spPr/>
    </dgm:pt>
    <dgm:pt modelId="{7C8C8BC2-92D5-4E5B-91AE-2F96905A404E}" type="pres">
      <dgm:prSet presAssocID="{560BACB4-7695-4AAA-80D8-2E3BF2AAAF1A}" presName="textRect" presStyleLbl="revTx" presStyleIdx="0" presStyleCnt="4">
        <dgm:presLayoutVars>
          <dgm:chMax val="1"/>
          <dgm:chPref val="1"/>
        </dgm:presLayoutVars>
      </dgm:prSet>
      <dgm:spPr/>
    </dgm:pt>
    <dgm:pt modelId="{0E93230B-B62E-4718-A5CC-6E291A49A27F}" type="pres">
      <dgm:prSet presAssocID="{44601EF3-72BD-4FEC-8E0E-0B897607BE07}" presName="sibTrans" presStyleLbl="sibTrans2D1" presStyleIdx="0" presStyleCnt="0"/>
      <dgm:spPr/>
    </dgm:pt>
    <dgm:pt modelId="{32491F26-FC47-4354-989D-5B5C7F440835}" type="pres">
      <dgm:prSet presAssocID="{785108C8-96E4-4B7A-AB5B-4D9C95B03F99}" presName="compNode" presStyleCnt="0"/>
      <dgm:spPr/>
    </dgm:pt>
    <dgm:pt modelId="{DDBCCA77-F142-4179-A043-42B76C7141A1}" type="pres">
      <dgm:prSet presAssocID="{785108C8-96E4-4B7A-AB5B-4D9C95B03F99}" presName="iconBgRect" presStyleLbl="bgShp" presStyleIdx="1" presStyleCnt="4"/>
      <dgm:spPr/>
    </dgm:pt>
    <dgm:pt modelId="{1B9E21BF-4B18-4EC8-A4BB-531CDF01EF85}" type="pres">
      <dgm:prSet presAssocID="{785108C8-96E4-4B7A-AB5B-4D9C95B03F99}"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atabase"/>
        </a:ext>
      </dgm:extLst>
    </dgm:pt>
    <dgm:pt modelId="{CA797602-D8C3-4322-A9EE-BEEEC94BAA44}" type="pres">
      <dgm:prSet presAssocID="{785108C8-96E4-4B7A-AB5B-4D9C95B03F99}" presName="spaceRect" presStyleCnt="0"/>
      <dgm:spPr/>
    </dgm:pt>
    <dgm:pt modelId="{ED820AFA-F953-4F32-92AE-6F1AE3271067}" type="pres">
      <dgm:prSet presAssocID="{785108C8-96E4-4B7A-AB5B-4D9C95B03F99}" presName="textRect" presStyleLbl="revTx" presStyleIdx="1" presStyleCnt="4">
        <dgm:presLayoutVars>
          <dgm:chMax val="1"/>
          <dgm:chPref val="1"/>
        </dgm:presLayoutVars>
      </dgm:prSet>
      <dgm:spPr/>
    </dgm:pt>
    <dgm:pt modelId="{87227BC7-8E27-460A-87AF-F47F87B8DCC1}" type="pres">
      <dgm:prSet presAssocID="{B598CC5F-E786-46FA-9201-99D682094F92}" presName="sibTrans" presStyleLbl="sibTrans2D1" presStyleIdx="0" presStyleCnt="0"/>
      <dgm:spPr/>
    </dgm:pt>
    <dgm:pt modelId="{FAB35183-D0BE-4145-B0AF-BC80368A44B8}" type="pres">
      <dgm:prSet presAssocID="{BFD3A181-CA86-43B6-83C3-EDCEE2F90D4B}" presName="compNode" presStyleCnt="0"/>
      <dgm:spPr/>
    </dgm:pt>
    <dgm:pt modelId="{FF60C364-73B0-4D2C-9E71-7094EC37EA00}" type="pres">
      <dgm:prSet presAssocID="{BFD3A181-CA86-43B6-83C3-EDCEE2F90D4B}" presName="iconBgRect" presStyleLbl="bgShp" presStyleIdx="2" presStyleCnt="4"/>
      <dgm:spPr/>
    </dgm:pt>
    <dgm:pt modelId="{5C02D7A1-EA4F-4FE5-8B99-AEDFE5D66129}" type="pres">
      <dgm:prSet presAssocID="{BFD3A181-CA86-43B6-83C3-EDCEE2F90D4B}"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Pencil"/>
        </a:ext>
      </dgm:extLst>
    </dgm:pt>
    <dgm:pt modelId="{FA45C646-21BC-441C-9138-FEC0BF565404}" type="pres">
      <dgm:prSet presAssocID="{BFD3A181-CA86-43B6-83C3-EDCEE2F90D4B}" presName="spaceRect" presStyleCnt="0"/>
      <dgm:spPr/>
    </dgm:pt>
    <dgm:pt modelId="{F7399725-CC4D-4116-93B0-CF3639A459D7}" type="pres">
      <dgm:prSet presAssocID="{BFD3A181-CA86-43B6-83C3-EDCEE2F90D4B}" presName="textRect" presStyleLbl="revTx" presStyleIdx="2" presStyleCnt="4">
        <dgm:presLayoutVars>
          <dgm:chMax val="1"/>
          <dgm:chPref val="1"/>
        </dgm:presLayoutVars>
      </dgm:prSet>
      <dgm:spPr/>
    </dgm:pt>
    <dgm:pt modelId="{B7585E83-34A4-4849-923D-962AAED24C86}" type="pres">
      <dgm:prSet presAssocID="{09D62969-6449-4B03-9BBD-23EAFE16BE1B}" presName="sibTrans" presStyleLbl="sibTrans2D1" presStyleIdx="0" presStyleCnt="0"/>
      <dgm:spPr/>
    </dgm:pt>
    <dgm:pt modelId="{9A2C0BFA-8F9B-4860-B5C5-2A3C0CEB7601}" type="pres">
      <dgm:prSet presAssocID="{FE6A4FAE-D338-4042-9888-4A431E183CC1}" presName="compNode" presStyleCnt="0"/>
      <dgm:spPr/>
    </dgm:pt>
    <dgm:pt modelId="{958A2A79-2022-4210-A0DC-47B4AECBB925}" type="pres">
      <dgm:prSet presAssocID="{FE6A4FAE-D338-4042-9888-4A431E183CC1}" presName="iconBgRect" presStyleLbl="bgShp" presStyleIdx="3" presStyleCnt="4"/>
      <dgm:spPr/>
    </dgm:pt>
    <dgm:pt modelId="{0E3BE26B-8ED4-4CF3-A75F-EF21C482AD8D}" type="pres">
      <dgm:prSet presAssocID="{FE6A4FAE-D338-4042-9888-4A431E183CC1}"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isconnected"/>
        </a:ext>
      </dgm:extLst>
    </dgm:pt>
    <dgm:pt modelId="{0F940451-3A20-4A74-9A68-A563781D9C61}" type="pres">
      <dgm:prSet presAssocID="{FE6A4FAE-D338-4042-9888-4A431E183CC1}" presName="spaceRect" presStyleCnt="0"/>
      <dgm:spPr/>
    </dgm:pt>
    <dgm:pt modelId="{FBD7C14A-6AEF-4CE4-B4AF-3F043E28C12E}" type="pres">
      <dgm:prSet presAssocID="{FE6A4FAE-D338-4042-9888-4A431E183CC1}" presName="textRect" presStyleLbl="revTx" presStyleIdx="3" presStyleCnt="4">
        <dgm:presLayoutVars>
          <dgm:chMax val="1"/>
          <dgm:chPref val="1"/>
        </dgm:presLayoutVars>
      </dgm:prSet>
      <dgm:spPr/>
    </dgm:pt>
  </dgm:ptLst>
  <dgm:cxnLst>
    <dgm:cxn modelId="{2244962E-42CA-4A85-A12C-DC68789252A6}" type="presOf" srcId="{09D62969-6449-4B03-9BBD-23EAFE16BE1B}" destId="{B7585E83-34A4-4849-923D-962AAED24C86}" srcOrd="0" destOrd="0" presId="urn:microsoft.com/office/officeart/2018/2/layout/IconCircleList"/>
    <dgm:cxn modelId="{512B9C60-8716-4DDF-99D3-3E922A400D82}" type="presOf" srcId="{785108C8-96E4-4B7A-AB5B-4D9C95B03F99}" destId="{ED820AFA-F953-4F32-92AE-6F1AE3271067}" srcOrd="0" destOrd="0" presId="urn:microsoft.com/office/officeart/2018/2/layout/IconCircleList"/>
    <dgm:cxn modelId="{7677C261-7F2A-4670-85AF-A7D693C870E5}" type="presOf" srcId="{FE6A4FAE-D338-4042-9888-4A431E183CC1}" destId="{FBD7C14A-6AEF-4CE4-B4AF-3F043E28C12E}" srcOrd="0" destOrd="0" presId="urn:microsoft.com/office/officeart/2018/2/layout/IconCircleList"/>
    <dgm:cxn modelId="{4A3CBF55-64B8-4B1B-900D-C160054983A4}" srcId="{B1C91A0C-66D5-40B6-B97B-B4D70AAA477E}" destId="{FE6A4FAE-D338-4042-9888-4A431E183CC1}" srcOrd="3" destOrd="0" parTransId="{2544EE9D-FDD5-40DB-BB20-50DC94830232}" sibTransId="{7969B8AA-D531-416F-B5B8-FEE74231A643}"/>
    <dgm:cxn modelId="{9C82408E-29B9-482E-9FBF-F421277081F8}" type="presOf" srcId="{B1C91A0C-66D5-40B6-B97B-B4D70AAA477E}" destId="{ECEE87E5-D301-4ACB-A572-4FE47A28F96F}" srcOrd="0" destOrd="0" presId="urn:microsoft.com/office/officeart/2018/2/layout/IconCircleList"/>
    <dgm:cxn modelId="{EF09DA8F-1201-4C2D-804E-7AD3CB4AFBD7}" srcId="{B1C91A0C-66D5-40B6-B97B-B4D70AAA477E}" destId="{560BACB4-7695-4AAA-80D8-2E3BF2AAAF1A}" srcOrd="0" destOrd="0" parTransId="{17416726-6D55-4A3C-A2BE-C8E5FDB56298}" sibTransId="{44601EF3-72BD-4FEC-8E0E-0B897607BE07}"/>
    <dgm:cxn modelId="{E6914C9D-C9A7-4249-805D-71529140AF34}" srcId="{B1C91A0C-66D5-40B6-B97B-B4D70AAA477E}" destId="{785108C8-96E4-4B7A-AB5B-4D9C95B03F99}" srcOrd="1" destOrd="0" parTransId="{E3AA5071-5C0D-424E-88E8-AAA4907F34D9}" sibTransId="{B598CC5F-E786-46FA-9201-99D682094F92}"/>
    <dgm:cxn modelId="{F46CB2A2-B5B1-413D-89F4-69B9D84D1090}" srcId="{B1C91A0C-66D5-40B6-B97B-B4D70AAA477E}" destId="{BFD3A181-CA86-43B6-83C3-EDCEE2F90D4B}" srcOrd="2" destOrd="0" parTransId="{44659A39-4C75-415C-80A3-FB5278809D5D}" sibTransId="{09D62969-6449-4B03-9BBD-23EAFE16BE1B}"/>
    <dgm:cxn modelId="{F00FC8C3-5357-43C4-B2AD-9DB783C83CBB}" type="presOf" srcId="{B598CC5F-E786-46FA-9201-99D682094F92}" destId="{87227BC7-8E27-460A-87AF-F47F87B8DCC1}" srcOrd="0" destOrd="0" presId="urn:microsoft.com/office/officeart/2018/2/layout/IconCircleList"/>
    <dgm:cxn modelId="{5CD297DC-3015-4DDD-BF26-DA5C5274EB50}" type="presOf" srcId="{560BACB4-7695-4AAA-80D8-2E3BF2AAAF1A}" destId="{7C8C8BC2-92D5-4E5B-91AE-2F96905A404E}" srcOrd="0" destOrd="0" presId="urn:microsoft.com/office/officeart/2018/2/layout/IconCircleList"/>
    <dgm:cxn modelId="{9A2122DD-133C-4E62-809C-539768931C18}" type="presOf" srcId="{44601EF3-72BD-4FEC-8E0E-0B897607BE07}" destId="{0E93230B-B62E-4718-A5CC-6E291A49A27F}" srcOrd="0" destOrd="0" presId="urn:microsoft.com/office/officeart/2018/2/layout/IconCircleList"/>
    <dgm:cxn modelId="{958071ED-4D72-4767-B990-308E0022DD23}" type="presOf" srcId="{BFD3A181-CA86-43B6-83C3-EDCEE2F90D4B}" destId="{F7399725-CC4D-4116-93B0-CF3639A459D7}" srcOrd="0" destOrd="0" presId="urn:microsoft.com/office/officeart/2018/2/layout/IconCircleList"/>
    <dgm:cxn modelId="{473A965A-6F86-4987-8B73-210FFC824F65}" type="presParOf" srcId="{ECEE87E5-D301-4ACB-A572-4FE47A28F96F}" destId="{F2FA8017-4E3A-4BBF-B482-272934884A7E}" srcOrd="0" destOrd="0" presId="urn:microsoft.com/office/officeart/2018/2/layout/IconCircleList"/>
    <dgm:cxn modelId="{7C8DFA4E-0481-4329-9130-DF61619C626C}" type="presParOf" srcId="{F2FA8017-4E3A-4BBF-B482-272934884A7E}" destId="{1E7DE303-B6C7-4F22-9205-AFE49EB7B752}" srcOrd="0" destOrd="0" presId="urn:microsoft.com/office/officeart/2018/2/layout/IconCircleList"/>
    <dgm:cxn modelId="{F1842212-0597-4821-A529-B041915F312F}" type="presParOf" srcId="{1E7DE303-B6C7-4F22-9205-AFE49EB7B752}" destId="{61D069F4-1892-447A-B8BB-74C7F35F2B61}" srcOrd="0" destOrd="0" presId="urn:microsoft.com/office/officeart/2018/2/layout/IconCircleList"/>
    <dgm:cxn modelId="{6EF49882-D280-4888-BDBA-62C38986B118}" type="presParOf" srcId="{1E7DE303-B6C7-4F22-9205-AFE49EB7B752}" destId="{857A6FA4-94AD-4E04-9225-8C36A8411FE6}" srcOrd="1" destOrd="0" presId="urn:microsoft.com/office/officeart/2018/2/layout/IconCircleList"/>
    <dgm:cxn modelId="{D9972D9E-1219-4539-BFE3-ADC2AB843AB7}" type="presParOf" srcId="{1E7DE303-B6C7-4F22-9205-AFE49EB7B752}" destId="{67E514A6-17E4-49B3-B789-1C7B44402C83}" srcOrd="2" destOrd="0" presId="urn:microsoft.com/office/officeart/2018/2/layout/IconCircleList"/>
    <dgm:cxn modelId="{CEFBD688-7737-4AB2-878E-4A463AE9C9BA}" type="presParOf" srcId="{1E7DE303-B6C7-4F22-9205-AFE49EB7B752}" destId="{7C8C8BC2-92D5-4E5B-91AE-2F96905A404E}" srcOrd="3" destOrd="0" presId="urn:microsoft.com/office/officeart/2018/2/layout/IconCircleList"/>
    <dgm:cxn modelId="{F082B575-2BA6-49C2-AFAB-72A31D0DAA7E}" type="presParOf" srcId="{F2FA8017-4E3A-4BBF-B482-272934884A7E}" destId="{0E93230B-B62E-4718-A5CC-6E291A49A27F}" srcOrd="1" destOrd="0" presId="urn:microsoft.com/office/officeart/2018/2/layout/IconCircleList"/>
    <dgm:cxn modelId="{79503183-CD5E-4976-8A2B-B84E5A77B0F7}" type="presParOf" srcId="{F2FA8017-4E3A-4BBF-B482-272934884A7E}" destId="{32491F26-FC47-4354-989D-5B5C7F440835}" srcOrd="2" destOrd="0" presId="urn:microsoft.com/office/officeart/2018/2/layout/IconCircleList"/>
    <dgm:cxn modelId="{C00303F6-BFFD-48F6-8AD8-D287A489FA27}" type="presParOf" srcId="{32491F26-FC47-4354-989D-5B5C7F440835}" destId="{DDBCCA77-F142-4179-A043-42B76C7141A1}" srcOrd="0" destOrd="0" presId="urn:microsoft.com/office/officeart/2018/2/layout/IconCircleList"/>
    <dgm:cxn modelId="{4F0AACC8-84AC-4390-978D-D2FD0625D3EB}" type="presParOf" srcId="{32491F26-FC47-4354-989D-5B5C7F440835}" destId="{1B9E21BF-4B18-4EC8-A4BB-531CDF01EF85}" srcOrd="1" destOrd="0" presId="urn:microsoft.com/office/officeart/2018/2/layout/IconCircleList"/>
    <dgm:cxn modelId="{56744A8B-6EA7-4B21-A8F9-3809CE57202F}" type="presParOf" srcId="{32491F26-FC47-4354-989D-5B5C7F440835}" destId="{CA797602-D8C3-4322-A9EE-BEEEC94BAA44}" srcOrd="2" destOrd="0" presId="urn:microsoft.com/office/officeart/2018/2/layout/IconCircleList"/>
    <dgm:cxn modelId="{55103CDE-5AC5-440E-A2DE-518386AA1488}" type="presParOf" srcId="{32491F26-FC47-4354-989D-5B5C7F440835}" destId="{ED820AFA-F953-4F32-92AE-6F1AE3271067}" srcOrd="3" destOrd="0" presId="urn:microsoft.com/office/officeart/2018/2/layout/IconCircleList"/>
    <dgm:cxn modelId="{16588EB9-9ADB-4ABB-A4D4-88C7739B33CB}" type="presParOf" srcId="{F2FA8017-4E3A-4BBF-B482-272934884A7E}" destId="{87227BC7-8E27-460A-87AF-F47F87B8DCC1}" srcOrd="3" destOrd="0" presId="urn:microsoft.com/office/officeart/2018/2/layout/IconCircleList"/>
    <dgm:cxn modelId="{B181F9DD-E178-4F9D-AA98-C3AF46052A63}" type="presParOf" srcId="{F2FA8017-4E3A-4BBF-B482-272934884A7E}" destId="{FAB35183-D0BE-4145-B0AF-BC80368A44B8}" srcOrd="4" destOrd="0" presId="urn:microsoft.com/office/officeart/2018/2/layout/IconCircleList"/>
    <dgm:cxn modelId="{761F776D-E8E3-4117-B141-97945C13029A}" type="presParOf" srcId="{FAB35183-D0BE-4145-B0AF-BC80368A44B8}" destId="{FF60C364-73B0-4D2C-9E71-7094EC37EA00}" srcOrd="0" destOrd="0" presId="urn:microsoft.com/office/officeart/2018/2/layout/IconCircleList"/>
    <dgm:cxn modelId="{6A77009A-C8AB-4DC6-9BE5-2D9FFF0FCB11}" type="presParOf" srcId="{FAB35183-D0BE-4145-B0AF-BC80368A44B8}" destId="{5C02D7A1-EA4F-4FE5-8B99-AEDFE5D66129}" srcOrd="1" destOrd="0" presId="urn:microsoft.com/office/officeart/2018/2/layout/IconCircleList"/>
    <dgm:cxn modelId="{8B18A656-76C0-4672-8A5D-2FEB3D3D2BEC}" type="presParOf" srcId="{FAB35183-D0BE-4145-B0AF-BC80368A44B8}" destId="{FA45C646-21BC-441C-9138-FEC0BF565404}" srcOrd="2" destOrd="0" presId="urn:microsoft.com/office/officeart/2018/2/layout/IconCircleList"/>
    <dgm:cxn modelId="{A462CF11-685C-4225-9BC1-B56767983E76}" type="presParOf" srcId="{FAB35183-D0BE-4145-B0AF-BC80368A44B8}" destId="{F7399725-CC4D-4116-93B0-CF3639A459D7}" srcOrd="3" destOrd="0" presId="urn:microsoft.com/office/officeart/2018/2/layout/IconCircleList"/>
    <dgm:cxn modelId="{874578DB-B59E-482D-A03C-7167F3C0C986}" type="presParOf" srcId="{F2FA8017-4E3A-4BBF-B482-272934884A7E}" destId="{B7585E83-34A4-4849-923D-962AAED24C86}" srcOrd="5" destOrd="0" presId="urn:microsoft.com/office/officeart/2018/2/layout/IconCircleList"/>
    <dgm:cxn modelId="{308E65B1-FC2B-4483-8BE2-71F58EB60183}" type="presParOf" srcId="{F2FA8017-4E3A-4BBF-B482-272934884A7E}" destId="{9A2C0BFA-8F9B-4860-B5C5-2A3C0CEB7601}" srcOrd="6" destOrd="0" presId="urn:microsoft.com/office/officeart/2018/2/layout/IconCircleList"/>
    <dgm:cxn modelId="{CD0BBBE3-66A6-429A-B02C-EF9E3A42AC1D}" type="presParOf" srcId="{9A2C0BFA-8F9B-4860-B5C5-2A3C0CEB7601}" destId="{958A2A79-2022-4210-A0DC-47B4AECBB925}" srcOrd="0" destOrd="0" presId="urn:microsoft.com/office/officeart/2018/2/layout/IconCircleList"/>
    <dgm:cxn modelId="{3DD7EEB4-3025-4B36-B26E-B920A0EF8CB1}" type="presParOf" srcId="{9A2C0BFA-8F9B-4860-B5C5-2A3C0CEB7601}" destId="{0E3BE26B-8ED4-4CF3-A75F-EF21C482AD8D}" srcOrd="1" destOrd="0" presId="urn:microsoft.com/office/officeart/2018/2/layout/IconCircleList"/>
    <dgm:cxn modelId="{F858C689-158F-43C5-A80D-49595C3CF927}" type="presParOf" srcId="{9A2C0BFA-8F9B-4860-B5C5-2A3C0CEB7601}" destId="{0F940451-3A20-4A74-9A68-A563781D9C61}" srcOrd="2" destOrd="0" presId="urn:microsoft.com/office/officeart/2018/2/layout/IconCircleList"/>
    <dgm:cxn modelId="{93ED92A5-C25D-48A7-9E9B-38EDD92463C3}" type="presParOf" srcId="{9A2C0BFA-8F9B-4860-B5C5-2A3C0CEB7601}" destId="{FBD7C14A-6AEF-4CE4-B4AF-3F043E28C12E}" srcOrd="3" destOrd="0" presId="urn:microsoft.com/office/officeart/2018/2/layout/IconCircle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C3C71677-1729-4C45-A1D2-3C0A63B27908}" type="doc">
      <dgm:prSet loTypeId="urn:microsoft.com/office/officeart/2005/8/layout/vProcess5" loCatId="process" qsTypeId="urn:microsoft.com/office/officeart/2005/8/quickstyle/simple1" qsCatId="simple" csTypeId="urn:microsoft.com/office/officeart/2005/8/colors/colorful1" csCatId="colorful"/>
      <dgm:spPr/>
      <dgm:t>
        <a:bodyPr/>
        <a:lstStyle/>
        <a:p>
          <a:endParaRPr lang="en-US"/>
        </a:p>
      </dgm:t>
    </dgm:pt>
    <dgm:pt modelId="{8D50FF98-2DB0-476C-9013-ADE06DB5A3F6}">
      <dgm:prSet/>
      <dgm:spPr/>
      <dgm:t>
        <a:bodyPr/>
        <a:lstStyle/>
        <a:p>
          <a:r>
            <a:rPr lang="en-US"/>
            <a:t>All remaining Implementation and Testing Phase tasks were completed</a:t>
          </a:r>
        </a:p>
      </dgm:t>
    </dgm:pt>
    <dgm:pt modelId="{3506E402-3D58-43F7-9B7B-179968222369}" type="parTrans" cxnId="{9D6B456C-F9E9-4500-92D5-13592D3D8B88}">
      <dgm:prSet/>
      <dgm:spPr/>
      <dgm:t>
        <a:bodyPr/>
        <a:lstStyle/>
        <a:p>
          <a:endParaRPr lang="en-US"/>
        </a:p>
      </dgm:t>
    </dgm:pt>
    <dgm:pt modelId="{A3D80090-C760-45A0-B408-94F171516B55}" type="sibTrans" cxnId="{9D6B456C-F9E9-4500-92D5-13592D3D8B88}">
      <dgm:prSet/>
      <dgm:spPr/>
      <dgm:t>
        <a:bodyPr/>
        <a:lstStyle/>
        <a:p>
          <a:endParaRPr lang="en-US"/>
        </a:p>
      </dgm:t>
    </dgm:pt>
    <dgm:pt modelId="{371EF903-0C87-4645-B49A-676377A3B3BF}">
      <dgm:prSet/>
      <dgm:spPr/>
      <dgm:t>
        <a:bodyPr/>
        <a:lstStyle/>
        <a:p>
          <a:r>
            <a:rPr lang="en-US"/>
            <a:t>Adding images to the storage account was more complex than bypassing database firewalls</a:t>
          </a:r>
        </a:p>
      </dgm:t>
    </dgm:pt>
    <dgm:pt modelId="{130F4815-F3CF-4EA7-8625-F1DDA73BF241}" type="parTrans" cxnId="{7B9B443E-5C48-43EF-8F23-07092E6AD097}">
      <dgm:prSet/>
      <dgm:spPr/>
      <dgm:t>
        <a:bodyPr/>
        <a:lstStyle/>
        <a:p>
          <a:endParaRPr lang="en-US"/>
        </a:p>
      </dgm:t>
    </dgm:pt>
    <dgm:pt modelId="{35A8188D-2350-4B78-A572-4565F760A396}" type="sibTrans" cxnId="{7B9B443E-5C48-43EF-8F23-07092E6AD097}">
      <dgm:prSet/>
      <dgm:spPr/>
      <dgm:t>
        <a:bodyPr/>
        <a:lstStyle/>
        <a:p>
          <a:endParaRPr lang="en-US"/>
        </a:p>
      </dgm:t>
    </dgm:pt>
    <dgm:pt modelId="{F1B1A2C6-E8C8-4F22-A46B-5DB93E2E1FB5}">
      <dgm:prSet/>
      <dgm:spPr/>
      <dgm:t>
        <a:bodyPr/>
        <a:lstStyle/>
        <a:p>
          <a:r>
            <a:rPr lang="en-US"/>
            <a:t>Variable times led to having to add a waiting step for propagation</a:t>
          </a:r>
        </a:p>
      </dgm:t>
    </dgm:pt>
    <dgm:pt modelId="{A85E37F3-A216-4D79-8BDF-45354AF4C5AC}" type="parTrans" cxnId="{C5D5ABC2-C438-4AB7-AF06-C891FE1A6B36}">
      <dgm:prSet/>
      <dgm:spPr/>
      <dgm:t>
        <a:bodyPr/>
        <a:lstStyle/>
        <a:p>
          <a:endParaRPr lang="en-US"/>
        </a:p>
      </dgm:t>
    </dgm:pt>
    <dgm:pt modelId="{B05AFE96-CBDF-4F6F-8613-030345373BE3}" type="sibTrans" cxnId="{C5D5ABC2-C438-4AB7-AF06-C891FE1A6B36}">
      <dgm:prSet/>
      <dgm:spPr/>
      <dgm:t>
        <a:bodyPr/>
        <a:lstStyle/>
        <a:p>
          <a:endParaRPr lang="en-US"/>
        </a:p>
      </dgm:t>
    </dgm:pt>
    <dgm:pt modelId="{97EDD1A5-36F4-4600-80F0-AB0D84A99292}">
      <dgm:prSet/>
      <dgm:spPr/>
      <dgm:t>
        <a:bodyPr/>
        <a:lstStyle/>
        <a:p>
          <a:r>
            <a:rPr lang="en-US" dirty="0"/>
            <a:t>This led to Success Criteria around timings to fail, but was necessary</a:t>
          </a:r>
        </a:p>
      </dgm:t>
    </dgm:pt>
    <dgm:pt modelId="{F56D1AFB-F0D4-4ECE-B63B-C2864D73486B}" type="parTrans" cxnId="{DE9300BC-E6B2-4F04-95CF-962515AED724}">
      <dgm:prSet/>
      <dgm:spPr/>
      <dgm:t>
        <a:bodyPr/>
        <a:lstStyle/>
        <a:p>
          <a:endParaRPr lang="en-US"/>
        </a:p>
      </dgm:t>
    </dgm:pt>
    <dgm:pt modelId="{C11B36D9-1CE6-471B-BCF7-E89E8B67F09B}" type="sibTrans" cxnId="{DE9300BC-E6B2-4F04-95CF-962515AED724}">
      <dgm:prSet/>
      <dgm:spPr/>
      <dgm:t>
        <a:bodyPr/>
        <a:lstStyle/>
        <a:p>
          <a:endParaRPr lang="en-US"/>
        </a:p>
      </dgm:t>
    </dgm:pt>
    <dgm:pt modelId="{22F174DD-D372-462A-A5E3-4F18CBC1F371}" type="pres">
      <dgm:prSet presAssocID="{C3C71677-1729-4C45-A1D2-3C0A63B27908}" presName="outerComposite" presStyleCnt="0">
        <dgm:presLayoutVars>
          <dgm:chMax val="5"/>
          <dgm:dir/>
          <dgm:resizeHandles val="exact"/>
        </dgm:presLayoutVars>
      </dgm:prSet>
      <dgm:spPr/>
    </dgm:pt>
    <dgm:pt modelId="{E90767CF-E15F-40E0-B055-3F96E26D6CB3}" type="pres">
      <dgm:prSet presAssocID="{C3C71677-1729-4C45-A1D2-3C0A63B27908}" presName="dummyMaxCanvas" presStyleCnt="0">
        <dgm:presLayoutVars/>
      </dgm:prSet>
      <dgm:spPr/>
    </dgm:pt>
    <dgm:pt modelId="{FCE73DA7-13AC-48F1-A27D-9B232EC2A917}" type="pres">
      <dgm:prSet presAssocID="{C3C71677-1729-4C45-A1D2-3C0A63B27908}" presName="FourNodes_1" presStyleLbl="node1" presStyleIdx="0" presStyleCnt="4">
        <dgm:presLayoutVars>
          <dgm:bulletEnabled val="1"/>
        </dgm:presLayoutVars>
      </dgm:prSet>
      <dgm:spPr/>
    </dgm:pt>
    <dgm:pt modelId="{A1E723CF-BF0A-4A13-9494-830563ACCF02}" type="pres">
      <dgm:prSet presAssocID="{C3C71677-1729-4C45-A1D2-3C0A63B27908}" presName="FourNodes_2" presStyleLbl="node1" presStyleIdx="1" presStyleCnt="4">
        <dgm:presLayoutVars>
          <dgm:bulletEnabled val="1"/>
        </dgm:presLayoutVars>
      </dgm:prSet>
      <dgm:spPr/>
    </dgm:pt>
    <dgm:pt modelId="{16A08D63-BB93-478E-A0C3-7D7F3088B30C}" type="pres">
      <dgm:prSet presAssocID="{C3C71677-1729-4C45-A1D2-3C0A63B27908}" presName="FourNodes_3" presStyleLbl="node1" presStyleIdx="2" presStyleCnt="4">
        <dgm:presLayoutVars>
          <dgm:bulletEnabled val="1"/>
        </dgm:presLayoutVars>
      </dgm:prSet>
      <dgm:spPr/>
    </dgm:pt>
    <dgm:pt modelId="{FD55A707-15E7-4668-ACDA-3AF0EC796DDE}" type="pres">
      <dgm:prSet presAssocID="{C3C71677-1729-4C45-A1D2-3C0A63B27908}" presName="FourNodes_4" presStyleLbl="node1" presStyleIdx="3" presStyleCnt="4">
        <dgm:presLayoutVars>
          <dgm:bulletEnabled val="1"/>
        </dgm:presLayoutVars>
      </dgm:prSet>
      <dgm:spPr/>
    </dgm:pt>
    <dgm:pt modelId="{36B518BC-9C3E-4898-A66E-1B265D63F890}" type="pres">
      <dgm:prSet presAssocID="{C3C71677-1729-4C45-A1D2-3C0A63B27908}" presName="FourConn_1-2" presStyleLbl="fgAccFollowNode1" presStyleIdx="0" presStyleCnt="3">
        <dgm:presLayoutVars>
          <dgm:bulletEnabled val="1"/>
        </dgm:presLayoutVars>
      </dgm:prSet>
      <dgm:spPr/>
    </dgm:pt>
    <dgm:pt modelId="{EFDD6D4B-8129-43BA-8CB2-48EC5C17F97C}" type="pres">
      <dgm:prSet presAssocID="{C3C71677-1729-4C45-A1D2-3C0A63B27908}" presName="FourConn_2-3" presStyleLbl="fgAccFollowNode1" presStyleIdx="1" presStyleCnt="3">
        <dgm:presLayoutVars>
          <dgm:bulletEnabled val="1"/>
        </dgm:presLayoutVars>
      </dgm:prSet>
      <dgm:spPr/>
    </dgm:pt>
    <dgm:pt modelId="{01B64DBE-DE84-4F17-B39C-8D9C03D85C9F}" type="pres">
      <dgm:prSet presAssocID="{C3C71677-1729-4C45-A1D2-3C0A63B27908}" presName="FourConn_3-4" presStyleLbl="fgAccFollowNode1" presStyleIdx="2" presStyleCnt="3">
        <dgm:presLayoutVars>
          <dgm:bulletEnabled val="1"/>
        </dgm:presLayoutVars>
      </dgm:prSet>
      <dgm:spPr/>
    </dgm:pt>
    <dgm:pt modelId="{02C25464-2956-45C8-A1FA-B82CB973739B}" type="pres">
      <dgm:prSet presAssocID="{C3C71677-1729-4C45-A1D2-3C0A63B27908}" presName="FourNodes_1_text" presStyleLbl="node1" presStyleIdx="3" presStyleCnt="4">
        <dgm:presLayoutVars>
          <dgm:bulletEnabled val="1"/>
        </dgm:presLayoutVars>
      </dgm:prSet>
      <dgm:spPr/>
    </dgm:pt>
    <dgm:pt modelId="{256EEAE4-2325-40A4-91E6-6286B09DC11D}" type="pres">
      <dgm:prSet presAssocID="{C3C71677-1729-4C45-A1D2-3C0A63B27908}" presName="FourNodes_2_text" presStyleLbl="node1" presStyleIdx="3" presStyleCnt="4">
        <dgm:presLayoutVars>
          <dgm:bulletEnabled val="1"/>
        </dgm:presLayoutVars>
      </dgm:prSet>
      <dgm:spPr/>
    </dgm:pt>
    <dgm:pt modelId="{6C89571A-017D-4924-9619-88F0F4191B4B}" type="pres">
      <dgm:prSet presAssocID="{C3C71677-1729-4C45-A1D2-3C0A63B27908}" presName="FourNodes_3_text" presStyleLbl="node1" presStyleIdx="3" presStyleCnt="4">
        <dgm:presLayoutVars>
          <dgm:bulletEnabled val="1"/>
        </dgm:presLayoutVars>
      </dgm:prSet>
      <dgm:spPr/>
    </dgm:pt>
    <dgm:pt modelId="{2280EBF7-4A63-4A74-AD28-7D49DDC28BCE}" type="pres">
      <dgm:prSet presAssocID="{C3C71677-1729-4C45-A1D2-3C0A63B27908}" presName="FourNodes_4_text" presStyleLbl="node1" presStyleIdx="3" presStyleCnt="4">
        <dgm:presLayoutVars>
          <dgm:bulletEnabled val="1"/>
        </dgm:presLayoutVars>
      </dgm:prSet>
      <dgm:spPr/>
    </dgm:pt>
  </dgm:ptLst>
  <dgm:cxnLst>
    <dgm:cxn modelId="{BEDCA61D-EBD9-4633-965F-AF783C044925}" type="presOf" srcId="{F1B1A2C6-E8C8-4F22-A46B-5DB93E2E1FB5}" destId="{6C89571A-017D-4924-9619-88F0F4191B4B}" srcOrd="1" destOrd="0" presId="urn:microsoft.com/office/officeart/2005/8/layout/vProcess5"/>
    <dgm:cxn modelId="{E4164B35-1AEB-4F1C-9986-FE0F5F4A4875}" type="presOf" srcId="{371EF903-0C87-4645-B49A-676377A3B3BF}" destId="{256EEAE4-2325-40A4-91E6-6286B09DC11D}" srcOrd="1" destOrd="0" presId="urn:microsoft.com/office/officeart/2005/8/layout/vProcess5"/>
    <dgm:cxn modelId="{7B9B443E-5C48-43EF-8F23-07092E6AD097}" srcId="{C3C71677-1729-4C45-A1D2-3C0A63B27908}" destId="{371EF903-0C87-4645-B49A-676377A3B3BF}" srcOrd="1" destOrd="0" parTransId="{130F4815-F3CF-4EA7-8625-F1DDA73BF241}" sibTransId="{35A8188D-2350-4B78-A572-4565F760A396}"/>
    <dgm:cxn modelId="{168E5A62-B349-46BE-AD3A-865E10D30C5C}" type="presOf" srcId="{8D50FF98-2DB0-476C-9013-ADE06DB5A3F6}" destId="{FCE73DA7-13AC-48F1-A27D-9B232EC2A917}" srcOrd="0" destOrd="0" presId="urn:microsoft.com/office/officeart/2005/8/layout/vProcess5"/>
    <dgm:cxn modelId="{9C51BD62-3A0E-4F72-A66D-0DB3327FF072}" type="presOf" srcId="{97EDD1A5-36F4-4600-80F0-AB0D84A99292}" destId="{2280EBF7-4A63-4A74-AD28-7D49DDC28BCE}" srcOrd="1" destOrd="0" presId="urn:microsoft.com/office/officeart/2005/8/layout/vProcess5"/>
    <dgm:cxn modelId="{0654A46B-CE2F-4E96-B689-151139FE8B57}" type="presOf" srcId="{97EDD1A5-36F4-4600-80F0-AB0D84A99292}" destId="{FD55A707-15E7-4668-ACDA-3AF0EC796DDE}" srcOrd="0" destOrd="0" presId="urn:microsoft.com/office/officeart/2005/8/layout/vProcess5"/>
    <dgm:cxn modelId="{9D6B456C-F9E9-4500-92D5-13592D3D8B88}" srcId="{C3C71677-1729-4C45-A1D2-3C0A63B27908}" destId="{8D50FF98-2DB0-476C-9013-ADE06DB5A3F6}" srcOrd="0" destOrd="0" parTransId="{3506E402-3D58-43F7-9B7B-179968222369}" sibTransId="{A3D80090-C760-45A0-B408-94F171516B55}"/>
    <dgm:cxn modelId="{F69BD76D-B456-42FA-B96D-4E036A9994D3}" type="presOf" srcId="{371EF903-0C87-4645-B49A-676377A3B3BF}" destId="{A1E723CF-BF0A-4A13-9494-830563ACCF02}" srcOrd="0" destOrd="0" presId="urn:microsoft.com/office/officeart/2005/8/layout/vProcess5"/>
    <dgm:cxn modelId="{36F68A7D-0CEF-44EB-BA9E-60B56A958B4C}" type="presOf" srcId="{8D50FF98-2DB0-476C-9013-ADE06DB5A3F6}" destId="{02C25464-2956-45C8-A1FA-B82CB973739B}" srcOrd="1" destOrd="0" presId="urn:microsoft.com/office/officeart/2005/8/layout/vProcess5"/>
    <dgm:cxn modelId="{0DEDC99E-B4A9-416E-8EBA-557A2D3EA14E}" type="presOf" srcId="{A3D80090-C760-45A0-B408-94F171516B55}" destId="{36B518BC-9C3E-4898-A66E-1B265D63F890}" srcOrd="0" destOrd="0" presId="urn:microsoft.com/office/officeart/2005/8/layout/vProcess5"/>
    <dgm:cxn modelId="{D69B8EA0-A609-455A-A495-A329FA68B89F}" type="presOf" srcId="{35A8188D-2350-4B78-A572-4565F760A396}" destId="{EFDD6D4B-8129-43BA-8CB2-48EC5C17F97C}" srcOrd="0" destOrd="0" presId="urn:microsoft.com/office/officeart/2005/8/layout/vProcess5"/>
    <dgm:cxn modelId="{ECE7E7A1-9E35-4424-B083-2BAD1A41C243}" type="presOf" srcId="{F1B1A2C6-E8C8-4F22-A46B-5DB93E2E1FB5}" destId="{16A08D63-BB93-478E-A0C3-7D7F3088B30C}" srcOrd="0" destOrd="0" presId="urn:microsoft.com/office/officeart/2005/8/layout/vProcess5"/>
    <dgm:cxn modelId="{DE9300BC-E6B2-4F04-95CF-962515AED724}" srcId="{C3C71677-1729-4C45-A1D2-3C0A63B27908}" destId="{97EDD1A5-36F4-4600-80F0-AB0D84A99292}" srcOrd="3" destOrd="0" parTransId="{F56D1AFB-F0D4-4ECE-B63B-C2864D73486B}" sibTransId="{C11B36D9-1CE6-471B-BCF7-E89E8B67F09B}"/>
    <dgm:cxn modelId="{C5D5ABC2-C438-4AB7-AF06-C891FE1A6B36}" srcId="{C3C71677-1729-4C45-A1D2-3C0A63B27908}" destId="{F1B1A2C6-E8C8-4F22-A46B-5DB93E2E1FB5}" srcOrd="2" destOrd="0" parTransId="{A85E37F3-A216-4D79-8BDF-45354AF4C5AC}" sibTransId="{B05AFE96-CBDF-4F6F-8613-030345373BE3}"/>
    <dgm:cxn modelId="{4D22A7D9-9412-46A4-BCEC-65FE056F6450}" type="presOf" srcId="{B05AFE96-CBDF-4F6F-8613-030345373BE3}" destId="{01B64DBE-DE84-4F17-B39C-8D9C03D85C9F}" srcOrd="0" destOrd="0" presId="urn:microsoft.com/office/officeart/2005/8/layout/vProcess5"/>
    <dgm:cxn modelId="{7E7361FD-7921-41D4-B2FE-3B9CEF849A83}" type="presOf" srcId="{C3C71677-1729-4C45-A1D2-3C0A63B27908}" destId="{22F174DD-D372-462A-A5E3-4F18CBC1F371}" srcOrd="0" destOrd="0" presId="urn:microsoft.com/office/officeart/2005/8/layout/vProcess5"/>
    <dgm:cxn modelId="{BE56EB5D-64AE-43CB-9436-E5E8041136CD}" type="presParOf" srcId="{22F174DD-D372-462A-A5E3-4F18CBC1F371}" destId="{E90767CF-E15F-40E0-B055-3F96E26D6CB3}" srcOrd="0" destOrd="0" presId="urn:microsoft.com/office/officeart/2005/8/layout/vProcess5"/>
    <dgm:cxn modelId="{39B99384-5506-4B12-B197-AF94E78D8961}" type="presParOf" srcId="{22F174DD-D372-462A-A5E3-4F18CBC1F371}" destId="{FCE73DA7-13AC-48F1-A27D-9B232EC2A917}" srcOrd="1" destOrd="0" presId="urn:microsoft.com/office/officeart/2005/8/layout/vProcess5"/>
    <dgm:cxn modelId="{72663226-A7EB-4F8F-B0A7-07E56279D2B9}" type="presParOf" srcId="{22F174DD-D372-462A-A5E3-4F18CBC1F371}" destId="{A1E723CF-BF0A-4A13-9494-830563ACCF02}" srcOrd="2" destOrd="0" presId="urn:microsoft.com/office/officeart/2005/8/layout/vProcess5"/>
    <dgm:cxn modelId="{28698565-1359-426B-98B4-A8F40003A484}" type="presParOf" srcId="{22F174DD-D372-462A-A5E3-4F18CBC1F371}" destId="{16A08D63-BB93-478E-A0C3-7D7F3088B30C}" srcOrd="3" destOrd="0" presId="urn:microsoft.com/office/officeart/2005/8/layout/vProcess5"/>
    <dgm:cxn modelId="{05B385FB-F071-4086-8749-41F76F841C27}" type="presParOf" srcId="{22F174DD-D372-462A-A5E3-4F18CBC1F371}" destId="{FD55A707-15E7-4668-ACDA-3AF0EC796DDE}" srcOrd="4" destOrd="0" presId="urn:microsoft.com/office/officeart/2005/8/layout/vProcess5"/>
    <dgm:cxn modelId="{0D7CA1A3-5167-41DB-BA32-AA09DBF1657F}" type="presParOf" srcId="{22F174DD-D372-462A-A5E3-4F18CBC1F371}" destId="{36B518BC-9C3E-4898-A66E-1B265D63F890}" srcOrd="5" destOrd="0" presId="urn:microsoft.com/office/officeart/2005/8/layout/vProcess5"/>
    <dgm:cxn modelId="{0A2CC850-3A6F-4755-BA12-7FA35C8FB2BA}" type="presParOf" srcId="{22F174DD-D372-462A-A5E3-4F18CBC1F371}" destId="{EFDD6D4B-8129-43BA-8CB2-48EC5C17F97C}" srcOrd="6" destOrd="0" presId="urn:microsoft.com/office/officeart/2005/8/layout/vProcess5"/>
    <dgm:cxn modelId="{D88CC6C6-530B-4314-90FC-2CF39EAE5550}" type="presParOf" srcId="{22F174DD-D372-462A-A5E3-4F18CBC1F371}" destId="{01B64DBE-DE84-4F17-B39C-8D9C03D85C9F}" srcOrd="7" destOrd="0" presId="urn:microsoft.com/office/officeart/2005/8/layout/vProcess5"/>
    <dgm:cxn modelId="{98CD839B-6E23-4F13-B224-CEB0644F0ECC}" type="presParOf" srcId="{22F174DD-D372-462A-A5E3-4F18CBC1F371}" destId="{02C25464-2956-45C8-A1FA-B82CB973739B}" srcOrd="8" destOrd="0" presId="urn:microsoft.com/office/officeart/2005/8/layout/vProcess5"/>
    <dgm:cxn modelId="{AF7FFF0B-7064-4ECB-90E7-9EEEAA9F67C3}" type="presParOf" srcId="{22F174DD-D372-462A-A5E3-4F18CBC1F371}" destId="{256EEAE4-2325-40A4-91E6-6286B09DC11D}" srcOrd="9" destOrd="0" presId="urn:microsoft.com/office/officeart/2005/8/layout/vProcess5"/>
    <dgm:cxn modelId="{BFF3D00C-353D-4927-B41B-C948C61AEF17}" type="presParOf" srcId="{22F174DD-D372-462A-A5E3-4F18CBC1F371}" destId="{6C89571A-017D-4924-9619-88F0F4191B4B}" srcOrd="10" destOrd="0" presId="urn:microsoft.com/office/officeart/2005/8/layout/vProcess5"/>
    <dgm:cxn modelId="{7901903C-985A-41D6-A0BD-DCD7E6AE9BAE}" type="presParOf" srcId="{22F174DD-D372-462A-A5E3-4F18CBC1F371}" destId="{2280EBF7-4A63-4A74-AD28-7D49DDC28BCE}" srcOrd="11" destOrd="0" presId="urn:microsoft.com/office/officeart/2005/8/layout/v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9FA3A4C7-77FF-4AA4-936C-D8F12CD8F490}" type="doc">
      <dgm:prSet loTypeId="urn:microsoft.com/office/officeart/2005/8/layout/vProcess5" loCatId="process" qsTypeId="urn:microsoft.com/office/officeart/2005/8/quickstyle/simple1" qsCatId="simple" csTypeId="urn:microsoft.com/office/officeart/2005/8/colors/colorful2" csCatId="colorful"/>
      <dgm:spPr/>
      <dgm:t>
        <a:bodyPr/>
        <a:lstStyle/>
        <a:p>
          <a:endParaRPr lang="en-US"/>
        </a:p>
      </dgm:t>
    </dgm:pt>
    <dgm:pt modelId="{977887B3-8A52-40A6-88EE-BB20C0C6B6F8}">
      <dgm:prSet/>
      <dgm:spPr/>
      <dgm:t>
        <a:bodyPr/>
        <a:lstStyle/>
        <a:p>
          <a:r>
            <a:rPr lang="en-US"/>
            <a:t>Completed Documentation Phase</a:t>
          </a:r>
        </a:p>
      </dgm:t>
    </dgm:pt>
    <dgm:pt modelId="{931F4DE9-3526-4D92-B886-776B167FB553}" type="parTrans" cxnId="{E9CE6ECB-F49F-422B-AEED-D41F8AEB34B2}">
      <dgm:prSet/>
      <dgm:spPr/>
      <dgm:t>
        <a:bodyPr/>
        <a:lstStyle/>
        <a:p>
          <a:endParaRPr lang="en-US"/>
        </a:p>
      </dgm:t>
    </dgm:pt>
    <dgm:pt modelId="{0DCA2110-5551-4132-B124-4A1D3CA8E85E}" type="sibTrans" cxnId="{E9CE6ECB-F49F-422B-AEED-D41F8AEB34B2}">
      <dgm:prSet/>
      <dgm:spPr/>
      <dgm:t>
        <a:bodyPr/>
        <a:lstStyle/>
        <a:p>
          <a:endParaRPr lang="en-US"/>
        </a:p>
      </dgm:t>
    </dgm:pt>
    <dgm:pt modelId="{D92452BF-A7BF-4F0C-9E85-4F5D6AF8010B}">
      <dgm:prSet/>
      <dgm:spPr/>
      <dgm:t>
        <a:bodyPr/>
        <a:lstStyle/>
        <a:p>
          <a:r>
            <a:rPr lang="en-US"/>
            <a:t>This included adding to a README.md file in the code repository</a:t>
          </a:r>
        </a:p>
      </dgm:t>
    </dgm:pt>
    <dgm:pt modelId="{170491FC-43C2-4277-8DD3-EC5FF86E6B66}" type="parTrans" cxnId="{E92F582B-634E-4B03-A064-A5FA673284A5}">
      <dgm:prSet/>
      <dgm:spPr/>
      <dgm:t>
        <a:bodyPr/>
        <a:lstStyle/>
        <a:p>
          <a:endParaRPr lang="en-US"/>
        </a:p>
      </dgm:t>
    </dgm:pt>
    <dgm:pt modelId="{54CE4302-CF96-453F-8739-BF902B066E42}" type="sibTrans" cxnId="{E92F582B-634E-4B03-A064-A5FA673284A5}">
      <dgm:prSet/>
      <dgm:spPr/>
      <dgm:t>
        <a:bodyPr/>
        <a:lstStyle/>
        <a:p>
          <a:endParaRPr lang="en-US"/>
        </a:p>
      </dgm:t>
    </dgm:pt>
    <dgm:pt modelId="{5705275E-FFDF-4056-93C0-390D2897EDF4}">
      <dgm:prSet/>
      <dgm:spPr/>
      <dgm:t>
        <a:bodyPr/>
        <a:lstStyle/>
        <a:p>
          <a:r>
            <a:rPr lang="en-US"/>
            <a:t>Comments were made by the senior engineer in a Pull Request</a:t>
          </a:r>
        </a:p>
      </dgm:t>
    </dgm:pt>
    <dgm:pt modelId="{A0CC7DB9-6855-4B5F-9A5F-5C514B71660B}" type="parTrans" cxnId="{755997FC-AFC5-4F4D-8A99-A268E09ED8B4}">
      <dgm:prSet/>
      <dgm:spPr/>
      <dgm:t>
        <a:bodyPr/>
        <a:lstStyle/>
        <a:p>
          <a:endParaRPr lang="en-US"/>
        </a:p>
      </dgm:t>
    </dgm:pt>
    <dgm:pt modelId="{93E43981-774A-43E3-8653-A91F868344A6}" type="sibTrans" cxnId="{755997FC-AFC5-4F4D-8A99-A268E09ED8B4}">
      <dgm:prSet/>
      <dgm:spPr/>
      <dgm:t>
        <a:bodyPr/>
        <a:lstStyle/>
        <a:p>
          <a:endParaRPr lang="en-US"/>
        </a:p>
      </dgm:t>
    </dgm:pt>
    <dgm:pt modelId="{89C36C48-5CDA-4755-BC8B-CDD897928771}">
      <dgm:prSet/>
      <dgm:spPr/>
      <dgm:t>
        <a:bodyPr/>
        <a:lstStyle/>
        <a:p>
          <a:r>
            <a:rPr lang="en-US"/>
            <a:t>Discussion about using JSON files in the future</a:t>
          </a:r>
        </a:p>
      </dgm:t>
    </dgm:pt>
    <dgm:pt modelId="{0F8F2C13-37FF-47CD-A807-F44653687D79}" type="parTrans" cxnId="{022D1970-4985-4AED-9ABF-ED7D9E006466}">
      <dgm:prSet/>
      <dgm:spPr/>
      <dgm:t>
        <a:bodyPr/>
        <a:lstStyle/>
        <a:p>
          <a:endParaRPr lang="en-US"/>
        </a:p>
      </dgm:t>
    </dgm:pt>
    <dgm:pt modelId="{53378493-D765-4E0E-86A6-A89DA5327A77}" type="sibTrans" cxnId="{022D1970-4985-4AED-9ABF-ED7D9E006466}">
      <dgm:prSet/>
      <dgm:spPr/>
      <dgm:t>
        <a:bodyPr/>
        <a:lstStyle/>
        <a:p>
          <a:endParaRPr lang="en-US"/>
        </a:p>
      </dgm:t>
    </dgm:pt>
    <dgm:pt modelId="{73742B60-E737-41B1-8EF5-C94A37D3617A}" type="pres">
      <dgm:prSet presAssocID="{9FA3A4C7-77FF-4AA4-936C-D8F12CD8F490}" presName="outerComposite" presStyleCnt="0">
        <dgm:presLayoutVars>
          <dgm:chMax val="5"/>
          <dgm:dir/>
          <dgm:resizeHandles val="exact"/>
        </dgm:presLayoutVars>
      </dgm:prSet>
      <dgm:spPr/>
    </dgm:pt>
    <dgm:pt modelId="{FA187EA9-8C21-46C6-A377-6313114071D0}" type="pres">
      <dgm:prSet presAssocID="{9FA3A4C7-77FF-4AA4-936C-D8F12CD8F490}" presName="dummyMaxCanvas" presStyleCnt="0">
        <dgm:presLayoutVars/>
      </dgm:prSet>
      <dgm:spPr/>
    </dgm:pt>
    <dgm:pt modelId="{E3C5BF14-456C-47DD-9DB1-7C8E7A06ABD4}" type="pres">
      <dgm:prSet presAssocID="{9FA3A4C7-77FF-4AA4-936C-D8F12CD8F490}" presName="FourNodes_1" presStyleLbl="node1" presStyleIdx="0" presStyleCnt="4">
        <dgm:presLayoutVars>
          <dgm:bulletEnabled val="1"/>
        </dgm:presLayoutVars>
      </dgm:prSet>
      <dgm:spPr/>
    </dgm:pt>
    <dgm:pt modelId="{AF20D197-3330-4FA2-B7B5-8F2985D1DC73}" type="pres">
      <dgm:prSet presAssocID="{9FA3A4C7-77FF-4AA4-936C-D8F12CD8F490}" presName="FourNodes_2" presStyleLbl="node1" presStyleIdx="1" presStyleCnt="4">
        <dgm:presLayoutVars>
          <dgm:bulletEnabled val="1"/>
        </dgm:presLayoutVars>
      </dgm:prSet>
      <dgm:spPr/>
    </dgm:pt>
    <dgm:pt modelId="{46544C17-FAF7-4487-99F1-D9F34F5FB11D}" type="pres">
      <dgm:prSet presAssocID="{9FA3A4C7-77FF-4AA4-936C-D8F12CD8F490}" presName="FourNodes_3" presStyleLbl="node1" presStyleIdx="2" presStyleCnt="4">
        <dgm:presLayoutVars>
          <dgm:bulletEnabled val="1"/>
        </dgm:presLayoutVars>
      </dgm:prSet>
      <dgm:spPr/>
    </dgm:pt>
    <dgm:pt modelId="{A2C65FCE-E8FA-4015-97C8-91EB60FCF489}" type="pres">
      <dgm:prSet presAssocID="{9FA3A4C7-77FF-4AA4-936C-D8F12CD8F490}" presName="FourNodes_4" presStyleLbl="node1" presStyleIdx="3" presStyleCnt="4">
        <dgm:presLayoutVars>
          <dgm:bulletEnabled val="1"/>
        </dgm:presLayoutVars>
      </dgm:prSet>
      <dgm:spPr/>
    </dgm:pt>
    <dgm:pt modelId="{D30130B0-A682-4D1A-A77A-D51808409A98}" type="pres">
      <dgm:prSet presAssocID="{9FA3A4C7-77FF-4AA4-936C-D8F12CD8F490}" presName="FourConn_1-2" presStyleLbl="fgAccFollowNode1" presStyleIdx="0" presStyleCnt="3">
        <dgm:presLayoutVars>
          <dgm:bulletEnabled val="1"/>
        </dgm:presLayoutVars>
      </dgm:prSet>
      <dgm:spPr/>
    </dgm:pt>
    <dgm:pt modelId="{2C6C080E-F955-4FCC-9267-C3C28CE9889B}" type="pres">
      <dgm:prSet presAssocID="{9FA3A4C7-77FF-4AA4-936C-D8F12CD8F490}" presName="FourConn_2-3" presStyleLbl="fgAccFollowNode1" presStyleIdx="1" presStyleCnt="3">
        <dgm:presLayoutVars>
          <dgm:bulletEnabled val="1"/>
        </dgm:presLayoutVars>
      </dgm:prSet>
      <dgm:spPr/>
    </dgm:pt>
    <dgm:pt modelId="{561AE0C4-8213-4EA0-ACB7-F0661602C178}" type="pres">
      <dgm:prSet presAssocID="{9FA3A4C7-77FF-4AA4-936C-D8F12CD8F490}" presName="FourConn_3-4" presStyleLbl="fgAccFollowNode1" presStyleIdx="2" presStyleCnt="3">
        <dgm:presLayoutVars>
          <dgm:bulletEnabled val="1"/>
        </dgm:presLayoutVars>
      </dgm:prSet>
      <dgm:spPr/>
    </dgm:pt>
    <dgm:pt modelId="{D28C4551-D5F2-44FF-8430-B9C2F75E7B8B}" type="pres">
      <dgm:prSet presAssocID="{9FA3A4C7-77FF-4AA4-936C-D8F12CD8F490}" presName="FourNodes_1_text" presStyleLbl="node1" presStyleIdx="3" presStyleCnt="4">
        <dgm:presLayoutVars>
          <dgm:bulletEnabled val="1"/>
        </dgm:presLayoutVars>
      </dgm:prSet>
      <dgm:spPr/>
    </dgm:pt>
    <dgm:pt modelId="{1E34D5F2-FD84-4499-B302-80525DBE9A32}" type="pres">
      <dgm:prSet presAssocID="{9FA3A4C7-77FF-4AA4-936C-D8F12CD8F490}" presName="FourNodes_2_text" presStyleLbl="node1" presStyleIdx="3" presStyleCnt="4">
        <dgm:presLayoutVars>
          <dgm:bulletEnabled val="1"/>
        </dgm:presLayoutVars>
      </dgm:prSet>
      <dgm:spPr/>
    </dgm:pt>
    <dgm:pt modelId="{F3E407FC-B1DA-4003-8BFB-606BFF6A54BF}" type="pres">
      <dgm:prSet presAssocID="{9FA3A4C7-77FF-4AA4-936C-D8F12CD8F490}" presName="FourNodes_3_text" presStyleLbl="node1" presStyleIdx="3" presStyleCnt="4">
        <dgm:presLayoutVars>
          <dgm:bulletEnabled val="1"/>
        </dgm:presLayoutVars>
      </dgm:prSet>
      <dgm:spPr/>
    </dgm:pt>
    <dgm:pt modelId="{68400542-2321-4343-BF92-504FFF0D465B}" type="pres">
      <dgm:prSet presAssocID="{9FA3A4C7-77FF-4AA4-936C-D8F12CD8F490}" presName="FourNodes_4_text" presStyleLbl="node1" presStyleIdx="3" presStyleCnt="4">
        <dgm:presLayoutVars>
          <dgm:bulletEnabled val="1"/>
        </dgm:presLayoutVars>
      </dgm:prSet>
      <dgm:spPr/>
    </dgm:pt>
  </dgm:ptLst>
  <dgm:cxnLst>
    <dgm:cxn modelId="{83205A0E-BB2D-4CE0-BACF-8CF8B9AA428B}" type="presOf" srcId="{9FA3A4C7-77FF-4AA4-936C-D8F12CD8F490}" destId="{73742B60-E737-41B1-8EF5-C94A37D3617A}" srcOrd="0" destOrd="0" presId="urn:microsoft.com/office/officeart/2005/8/layout/vProcess5"/>
    <dgm:cxn modelId="{3FB3EC19-3CE9-4429-A9EA-43B33A4C3E27}" type="presOf" srcId="{0DCA2110-5551-4132-B124-4A1D3CA8E85E}" destId="{D30130B0-A682-4D1A-A77A-D51808409A98}" srcOrd="0" destOrd="0" presId="urn:microsoft.com/office/officeart/2005/8/layout/vProcess5"/>
    <dgm:cxn modelId="{6F7D651D-4227-43FC-9936-0D47870C5605}" type="presOf" srcId="{977887B3-8A52-40A6-88EE-BB20C0C6B6F8}" destId="{E3C5BF14-456C-47DD-9DB1-7C8E7A06ABD4}" srcOrd="0" destOrd="0" presId="urn:microsoft.com/office/officeart/2005/8/layout/vProcess5"/>
    <dgm:cxn modelId="{DDE8CD27-DAFD-4EA9-8B52-8FEE34833BBB}" type="presOf" srcId="{89C36C48-5CDA-4755-BC8B-CDD897928771}" destId="{68400542-2321-4343-BF92-504FFF0D465B}" srcOrd="1" destOrd="0" presId="urn:microsoft.com/office/officeart/2005/8/layout/vProcess5"/>
    <dgm:cxn modelId="{E92F582B-634E-4B03-A064-A5FA673284A5}" srcId="{9FA3A4C7-77FF-4AA4-936C-D8F12CD8F490}" destId="{D92452BF-A7BF-4F0C-9E85-4F5D6AF8010B}" srcOrd="1" destOrd="0" parTransId="{170491FC-43C2-4277-8DD3-EC5FF86E6B66}" sibTransId="{54CE4302-CF96-453F-8739-BF902B066E42}"/>
    <dgm:cxn modelId="{022D1970-4985-4AED-9ABF-ED7D9E006466}" srcId="{9FA3A4C7-77FF-4AA4-936C-D8F12CD8F490}" destId="{89C36C48-5CDA-4755-BC8B-CDD897928771}" srcOrd="3" destOrd="0" parTransId="{0F8F2C13-37FF-47CD-A807-F44653687D79}" sibTransId="{53378493-D765-4E0E-86A6-A89DA5327A77}"/>
    <dgm:cxn modelId="{70E54451-4340-4CFF-82D9-0C365A6D15CA}" type="presOf" srcId="{977887B3-8A52-40A6-88EE-BB20C0C6B6F8}" destId="{D28C4551-D5F2-44FF-8430-B9C2F75E7B8B}" srcOrd="1" destOrd="0" presId="urn:microsoft.com/office/officeart/2005/8/layout/vProcess5"/>
    <dgm:cxn modelId="{7DB20152-AF7D-4C15-A973-3167EC8AFB83}" type="presOf" srcId="{54CE4302-CF96-453F-8739-BF902B066E42}" destId="{2C6C080E-F955-4FCC-9267-C3C28CE9889B}" srcOrd="0" destOrd="0" presId="urn:microsoft.com/office/officeart/2005/8/layout/vProcess5"/>
    <dgm:cxn modelId="{CEFC8A9C-3198-4D0F-AE73-67A154AA97F0}" type="presOf" srcId="{D92452BF-A7BF-4F0C-9E85-4F5D6AF8010B}" destId="{AF20D197-3330-4FA2-B7B5-8F2985D1DC73}" srcOrd="0" destOrd="0" presId="urn:microsoft.com/office/officeart/2005/8/layout/vProcess5"/>
    <dgm:cxn modelId="{E9CE6ECB-F49F-422B-AEED-D41F8AEB34B2}" srcId="{9FA3A4C7-77FF-4AA4-936C-D8F12CD8F490}" destId="{977887B3-8A52-40A6-88EE-BB20C0C6B6F8}" srcOrd="0" destOrd="0" parTransId="{931F4DE9-3526-4D92-B886-776B167FB553}" sibTransId="{0DCA2110-5551-4132-B124-4A1D3CA8E85E}"/>
    <dgm:cxn modelId="{8941BED6-4D32-4E0F-BBD3-34B085887538}" type="presOf" srcId="{5705275E-FFDF-4056-93C0-390D2897EDF4}" destId="{46544C17-FAF7-4487-99F1-D9F34F5FB11D}" srcOrd="0" destOrd="0" presId="urn:microsoft.com/office/officeart/2005/8/layout/vProcess5"/>
    <dgm:cxn modelId="{830214D8-A2AA-4C45-ABAC-B38A8A739C5B}" type="presOf" srcId="{5705275E-FFDF-4056-93C0-390D2897EDF4}" destId="{F3E407FC-B1DA-4003-8BFB-606BFF6A54BF}" srcOrd="1" destOrd="0" presId="urn:microsoft.com/office/officeart/2005/8/layout/vProcess5"/>
    <dgm:cxn modelId="{605E39DB-07B4-4E21-A6AD-93AEA5DDF196}" type="presOf" srcId="{93E43981-774A-43E3-8653-A91F868344A6}" destId="{561AE0C4-8213-4EA0-ACB7-F0661602C178}" srcOrd="0" destOrd="0" presId="urn:microsoft.com/office/officeart/2005/8/layout/vProcess5"/>
    <dgm:cxn modelId="{3C85A2DC-5082-469B-A4FA-8C4718396CDA}" type="presOf" srcId="{89C36C48-5CDA-4755-BC8B-CDD897928771}" destId="{A2C65FCE-E8FA-4015-97C8-91EB60FCF489}" srcOrd="0" destOrd="0" presId="urn:microsoft.com/office/officeart/2005/8/layout/vProcess5"/>
    <dgm:cxn modelId="{0A4384F6-B05E-492F-87F0-B8EF01E59D0F}" type="presOf" srcId="{D92452BF-A7BF-4F0C-9E85-4F5D6AF8010B}" destId="{1E34D5F2-FD84-4499-B302-80525DBE9A32}" srcOrd="1" destOrd="0" presId="urn:microsoft.com/office/officeart/2005/8/layout/vProcess5"/>
    <dgm:cxn modelId="{755997FC-AFC5-4F4D-8A99-A268E09ED8B4}" srcId="{9FA3A4C7-77FF-4AA4-936C-D8F12CD8F490}" destId="{5705275E-FFDF-4056-93C0-390D2897EDF4}" srcOrd="2" destOrd="0" parTransId="{A0CC7DB9-6855-4B5F-9A5F-5C514B71660B}" sibTransId="{93E43981-774A-43E3-8653-A91F868344A6}"/>
    <dgm:cxn modelId="{98137D69-9DE3-427C-B559-2404761CCF63}" type="presParOf" srcId="{73742B60-E737-41B1-8EF5-C94A37D3617A}" destId="{FA187EA9-8C21-46C6-A377-6313114071D0}" srcOrd="0" destOrd="0" presId="urn:microsoft.com/office/officeart/2005/8/layout/vProcess5"/>
    <dgm:cxn modelId="{1FCD95A7-A936-4234-91E2-68038E574C4D}" type="presParOf" srcId="{73742B60-E737-41B1-8EF5-C94A37D3617A}" destId="{E3C5BF14-456C-47DD-9DB1-7C8E7A06ABD4}" srcOrd="1" destOrd="0" presId="urn:microsoft.com/office/officeart/2005/8/layout/vProcess5"/>
    <dgm:cxn modelId="{0ED0CA31-65DD-4F6C-B736-1A2643B10CE4}" type="presParOf" srcId="{73742B60-E737-41B1-8EF5-C94A37D3617A}" destId="{AF20D197-3330-4FA2-B7B5-8F2985D1DC73}" srcOrd="2" destOrd="0" presId="urn:microsoft.com/office/officeart/2005/8/layout/vProcess5"/>
    <dgm:cxn modelId="{339C1CB8-A6B0-4CD3-82D1-C099463DE04B}" type="presParOf" srcId="{73742B60-E737-41B1-8EF5-C94A37D3617A}" destId="{46544C17-FAF7-4487-99F1-D9F34F5FB11D}" srcOrd="3" destOrd="0" presId="urn:microsoft.com/office/officeart/2005/8/layout/vProcess5"/>
    <dgm:cxn modelId="{BE5A8664-61AC-4850-B3C6-0AE9D6BC68F7}" type="presParOf" srcId="{73742B60-E737-41B1-8EF5-C94A37D3617A}" destId="{A2C65FCE-E8FA-4015-97C8-91EB60FCF489}" srcOrd="4" destOrd="0" presId="urn:microsoft.com/office/officeart/2005/8/layout/vProcess5"/>
    <dgm:cxn modelId="{030B966E-2D2F-415C-98E6-4626EF95D09D}" type="presParOf" srcId="{73742B60-E737-41B1-8EF5-C94A37D3617A}" destId="{D30130B0-A682-4D1A-A77A-D51808409A98}" srcOrd="5" destOrd="0" presId="urn:microsoft.com/office/officeart/2005/8/layout/vProcess5"/>
    <dgm:cxn modelId="{CBDA6C54-E697-45BF-B1FB-1267C70BBA80}" type="presParOf" srcId="{73742B60-E737-41B1-8EF5-C94A37D3617A}" destId="{2C6C080E-F955-4FCC-9267-C3C28CE9889B}" srcOrd="6" destOrd="0" presId="urn:microsoft.com/office/officeart/2005/8/layout/vProcess5"/>
    <dgm:cxn modelId="{D19774C3-E4C0-4344-8817-E42A374D7A40}" type="presParOf" srcId="{73742B60-E737-41B1-8EF5-C94A37D3617A}" destId="{561AE0C4-8213-4EA0-ACB7-F0661602C178}" srcOrd="7" destOrd="0" presId="urn:microsoft.com/office/officeart/2005/8/layout/vProcess5"/>
    <dgm:cxn modelId="{2A09E7A5-0B43-4899-B80D-F1E19959D8AA}" type="presParOf" srcId="{73742B60-E737-41B1-8EF5-C94A37D3617A}" destId="{D28C4551-D5F2-44FF-8430-B9C2F75E7B8B}" srcOrd="8" destOrd="0" presId="urn:microsoft.com/office/officeart/2005/8/layout/vProcess5"/>
    <dgm:cxn modelId="{F2B6E7C0-AB6D-46D9-8808-64D121A7FE7B}" type="presParOf" srcId="{73742B60-E737-41B1-8EF5-C94A37D3617A}" destId="{1E34D5F2-FD84-4499-B302-80525DBE9A32}" srcOrd="9" destOrd="0" presId="urn:microsoft.com/office/officeart/2005/8/layout/vProcess5"/>
    <dgm:cxn modelId="{5AAD5E99-7296-4C6B-9E9A-F3DEAC48ECEA}" type="presParOf" srcId="{73742B60-E737-41B1-8EF5-C94A37D3617A}" destId="{F3E407FC-B1DA-4003-8BFB-606BFF6A54BF}" srcOrd="10" destOrd="0" presId="urn:microsoft.com/office/officeart/2005/8/layout/vProcess5"/>
    <dgm:cxn modelId="{DF394649-54F9-4092-8F24-C2A5BF03D25B}" type="presParOf" srcId="{73742B60-E737-41B1-8EF5-C94A37D3617A}" destId="{68400542-2321-4343-BF92-504FFF0D465B}" srcOrd="11" destOrd="0" presId="urn:microsoft.com/office/officeart/2005/8/layout/v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EF9427ED-0653-49B8-9AB5-7FDB8B4722B9}" type="doc">
      <dgm:prSet loTypeId="urn:microsoft.com/office/officeart/2005/8/layout/default" loCatId="list" qsTypeId="urn:microsoft.com/office/officeart/2005/8/quickstyle/simple1" qsCatId="simple" csTypeId="urn:microsoft.com/office/officeart/2005/8/colors/accent1_2" csCatId="accent1"/>
      <dgm:spPr/>
      <dgm:t>
        <a:bodyPr/>
        <a:lstStyle/>
        <a:p>
          <a:endParaRPr lang="en-US"/>
        </a:p>
      </dgm:t>
    </dgm:pt>
    <dgm:pt modelId="{75548E98-63BF-4B55-8A07-171126878023}">
      <dgm:prSet/>
      <dgm:spPr/>
      <dgm:t>
        <a:bodyPr/>
        <a:lstStyle/>
        <a:p>
          <a:r>
            <a:rPr lang="en-GB"/>
            <a:t>Overall Success</a:t>
          </a:r>
          <a:endParaRPr lang="en-US"/>
        </a:p>
      </dgm:t>
    </dgm:pt>
    <dgm:pt modelId="{82D6C6A0-A169-4B1B-B740-0D947B915348}" type="parTrans" cxnId="{2E457644-21C2-4CC5-A020-8757F4156D10}">
      <dgm:prSet/>
      <dgm:spPr/>
      <dgm:t>
        <a:bodyPr/>
        <a:lstStyle/>
        <a:p>
          <a:endParaRPr lang="en-US"/>
        </a:p>
      </dgm:t>
    </dgm:pt>
    <dgm:pt modelId="{659BA929-DF20-4FFE-9476-3BB7A94BE183}" type="sibTrans" cxnId="{2E457644-21C2-4CC5-A020-8757F4156D10}">
      <dgm:prSet/>
      <dgm:spPr/>
      <dgm:t>
        <a:bodyPr/>
        <a:lstStyle/>
        <a:p>
          <a:endParaRPr lang="en-US"/>
        </a:p>
      </dgm:t>
    </dgm:pt>
    <dgm:pt modelId="{C3AF0465-5B3F-4804-85B6-6AAF8966BA8A}">
      <dgm:prSet/>
      <dgm:spPr/>
      <dgm:t>
        <a:bodyPr/>
        <a:lstStyle/>
        <a:p>
          <a:r>
            <a:rPr lang="en-GB"/>
            <a:t>Overall timeframe aligned with initial Gantt Chart, despite additional tasks being added</a:t>
          </a:r>
          <a:endParaRPr lang="en-US"/>
        </a:p>
      </dgm:t>
    </dgm:pt>
    <dgm:pt modelId="{B1EBA94E-588C-4D24-8F75-03AACC5342E4}" type="parTrans" cxnId="{8DE45366-F2E7-4BC0-8D66-513896F71CEC}">
      <dgm:prSet/>
      <dgm:spPr/>
      <dgm:t>
        <a:bodyPr/>
        <a:lstStyle/>
        <a:p>
          <a:endParaRPr lang="en-US"/>
        </a:p>
      </dgm:t>
    </dgm:pt>
    <dgm:pt modelId="{6C36D04C-74B5-450D-8A37-99FEAC59821D}" type="sibTrans" cxnId="{8DE45366-F2E7-4BC0-8D66-513896F71CEC}">
      <dgm:prSet/>
      <dgm:spPr/>
      <dgm:t>
        <a:bodyPr/>
        <a:lstStyle/>
        <a:p>
          <a:endParaRPr lang="en-US"/>
        </a:p>
      </dgm:t>
    </dgm:pt>
    <dgm:pt modelId="{B041EE9C-B66C-47F2-9AE8-DB4CC9EAA9BD}">
      <dgm:prSet/>
      <dgm:spPr/>
      <dgm:t>
        <a:bodyPr/>
        <a:lstStyle/>
        <a:p>
          <a:r>
            <a:rPr lang="en-GB"/>
            <a:t>Records were added correctly through pipeline</a:t>
          </a:r>
          <a:endParaRPr lang="en-US"/>
        </a:p>
      </dgm:t>
    </dgm:pt>
    <dgm:pt modelId="{73BD29A6-7A6F-4C9D-8EC6-51F511A76C17}" type="parTrans" cxnId="{1F15061E-E431-4112-9885-15E8974CE064}">
      <dgm:prSet/>
      <dgm:spPr/>
      <dgm:t>
        <a:bodyPr/>
        <a:lstStyle/>
        <a:p>
          <a:endParaRPr lang="en-US"/>
        </a:p>
      </dgm:t>
    </dgm:pt>
    <dgm:pt modelId="{328A189D-C7CB-4160-8D43-46F129AF1171}" type="sibTrans" cxnId="{1F15061E-E431-4112-9885-15E8974CE064}">
      <dgm:prSet/>
      <dgm:spPr/>
      <dgm:t>
        <a:bodyPr/>
        <a:lstStyle/>
        <a:p>
          <a:endParaRPr lang="en-US"/>
        </a:p>
      </dgm:t>
    </dgm:pt>
    <dgm:pt modelId="{A96BFEF3-5A0F-4160-93EC-1E9CAE2CA2F8}">
      <dgm:prSet/>
      <dgm:spPr/>
      <dgm:t>
        <a:bodyPr/>
        <a:lstStyle/>
        <a:p>
          <a:r>
            <a:rPr lang="en-GB" dirty="0"/>
            <a:t>Not possible to achieve pipeline runtime success criteria</a:t>
          </a:r>
          <a:endParaRPr lang="en-US" dirty="0"/>
        </a:p>
      </dgm:t>
    </dgm:pt>
    <dgm:pt modelId="{6FF57F57-A2C6-421B-835A-1F5D5E177D6F}" type="parTrans" cxnId="{293554F7-FE7A-4C71-B7AF-BE0C868527DF}">
      <dgm:prSet/>
      <dgm:spPr/>
      <dgm:t>
        <a:bodyPr/>
        <a:lstStyle/>
        <a:p>
          <a:endParaRPr lang="en-US"/>
        </a:p>
      </dgm:t>
    </dgm:pt>
    <dgm:pt modelId="{A9C7C565-5851-4E23-813F-19BE10D760D8}" type="sibTrans" cxnId="{293554F7-FE7A-4C71-B7AF-BE0C868527DF}">
      <dgm:prSet/>
      <dgm:spPr/>
      <dgm:t>
        <a:bodyPr/>
        <a:lstStyle/>
        <a:p>
          <a:endParaRPr lang="en-US"/>
        </a:p>
      </dgm:t>
    </dgm:pt>
    <dgm:pt modelId="{F737718A-172D-4141-B930-73A698A759B4}">
      <dgm:prSet/>
      <dgm:spPr/>
      <dgm:t>
        <a:bodyPr/>
        <a:lstStyle/>
        <a:p>
          <a:r>
            <a:rPr lang="en-GB"/>
            <a:t>Already have added JSON functionality and the seeding has been used and expanded further following the project</a:t>
          </a:r>
          <a:endParaRPr lang="en-US"/>
        </a:p>
      </dgm:t>
    </dgm:pt>
    <dgm:pt modelId="{BE2B7925-8A66-4105-A495-B87D9AA95721}" type="parTrans" cxnId="{4DFC09CF-0B2C-472E-AEEA-5BB076D52A7B}">
      <dgm:prSet/>
      <dgm:spPr/>
      <dgm:t>
        <a:bodyPr/>
        <a:lstStyle/>
        <a:p>
          <a:endParaRPr lang="en-US"/>
        </a:p>
      </dgm:t>
    </dgm:pt>
    <dgm:pt modelId="{BFE8552F-FAD4-4332-B667-EA333C6C7FB8}" type="sibTrans" cxnId="{4DFC09CF-0B2C-472E-AEEA-5BB076D52A7B}">
      <dgm:prSet/>
      <dgm:spPr/>
      <dgm:t>
        <a:bodyPr/>
        <a:lstStyle/>
        <a:p>
          <a:endParaRPr lang="en-US"/>
        </a:p>
      </dgm:t>
    </dgm:pt>
    <dgm:pt modelId="{0E5618EC-71DD-47BC-B34B-BE555504562D}" type="pres">
      <dgm:prSet presAssocID="{EF9427ED-0653-49B8-9AB5-7FDB8B4722B9}" presName="diagram" presStyleCnt="0">
        <dgm:presLayoutVars>
          <dgm:dir/>
          <dgm:resizeHandles val="exact"/>
        </dgm:presLayoutVars>
      </dgm:prSet>
      <dgm:spPr/>
    </dgm:pt>
    <dgm:pt modelId="{A5208897-F703-426B-A64B-1DF680E03617}" type="pres">
      <dgm:prSet presAssocID="{75548E98-63BF-4B55-8A07-171126878023}" presName="node" presStyleLbl="node1" presStyleIdx="0" presStyleCnt="5">
        <dgm:presLayoutVars>
          <dgm:bulletEnabled val="1"/>
        </dgm:presLayoutVars>
      </dgm:prSet>
      <dgm:spPr/>
    </dgm:pt>
    <dgm:pt modelId="{4487F999-8C85-4C4A-B522-9C71BF907AC0}" type="pres">
      <dgm:prSet presAssocID="{659BA929-DF20-4FFE-9476-3BB7A94BE183}" presName="sibTrans" presStyleCnt="0"/>
      <dgm:spPr/>
    </dgm:pt>
    <dgm:pt modelId="{F2AE3F6D-3AA4-447F-9FDB-D94D6E1F87DA}" type="pres">
      <dgm:prSet presAssocID="{C3AF0465-5B3F-4804-85B6-6AAF8966BA8A}" presName="node" presStyleLbl="node1" presStyleIdx="1" presStyleCnt="5">
        <dgm:presLayoutVars>
          <dgm:bulletEnabled val="1"/>
        </dgm:presLayoutVars>
      </dgm:prSet>
      <dgm:spPr/>
    </dgm:pt>
    <dgm:pt modelId="{D44F2B3E-E860-443D-89EB-64AB9F13E735}" type="pres">
      <dgm:prSet presAssocID="{6C36D04C-74B5-450D-8A37-99FEAC59821D}" presName="sibTrans" presStyleCnt="0"/>
      <dgm:spPr/>
    </dgm:pt>
    <dgm:pt modelId="{54425E5F-B741-4F9B-8648-E871FD58D0B1}" type="pres">
      <dgm:prSet presAssocID="{B041EE9C-B66C-47F2-9AE8-DB4CC9EAA9BD}" presName="node" presStyleLbl="node1" presStyleIdx="2" presStyleCnt="5">
        <dgm:presLayoutVars>
          <dgm:bulletEnabled val="1"/>
        </dgm:presLayoutVars>
      </dgm:prSet>
      <dgm:spPr/>
    </dgm:pt>
    <dgm:pt modelId="{E556B7FB-EB66-43B1-A355-CBE0DA3CCAB8}" type="pres">
      <dgm:prSet presAssocID="{328A189D-C7CB-4160-8D43-46F129AF1171}" presName="sibTrans" presStyleCnt="0"/>
      <dgm:spPr/>
    </dgm:pt>
    <dgm:pt modelId="{1CE97EDE-493E-482C-8347-8F1E46BBFDD5}" type="pres">
      <dgm:prSet presAssocID="{A96BFEF3-5A0F-4160-93EC-1E9CAE2CA2F8}" presName="node" presStyleLbl="node1" presStyleIdx="3" presStyleCnt="5">
        <dgm:presLayoutVars>
          <dgm:bulletEnabled val="1"/>
        </dgm:presLayoutVars>
      </dgm:prSet>
      <dgm:spPr/>
    </dgm:pt>
    <dgm:pt modelId="{1F684C26-2478-436F-A795-47708D4ACFBB}" type="pres">
      <dgm:prSet presAssocID="{A9C7C565-5851-4E23-813F-19BE10D760D8}" presName="sibTrans" presStyleCnt="0"/>
      <dgm:spPr/>
    </dgm:pt>
    <dgm:pt modelId="{384493FA-60F1-4457-89B4-442715E67576}" type="pres">
      <dgm:prSet presAssocID="{F737718A-172D-4141-B930-73A698A759B4}" presName="node" presStyleLbl="node1" presStyleIdx="4" presStyleCnt="5">
        <dgm:presLayoutVars>
          <dgm:bulletEnabled val="1"/>
        </dgm:presLayoutVars>
      </dgm:prSet>
      <dgm:spPr/>
    </dgm:pt>
  </dgm:ptLst>
  <dgm:cxnLst>
    <dgm:cxn modelId="{1F15061E-E431-4112-9885-15E8974CE064}" srcId="{EF9427ED-0653-49B8-9AB5-7FDB8B4722B9}" destId="{B041EE9C-B66C-47F2-9AE8-DB4CC9EAA9BD}" srcOrd="2" destOrd="0" parTransId="{73BD29A6-7A6F-4C9D-8EC6-51F511A76C17}" sibTransId="{328A189D-C7CB-4160-8D43-46F129AF1171}"/>
    <dgm:cxn modelId="{2E457644-21C2-4CC5-A020-8757F4156D10}" srcId="{EF9427ED-0653-49B8-9AB5-7FDB8B4722B9}" destId="{75548E98-63BF-4B55-8A07-171126878023}" srcOrd="0" destOrd="0" parTransId="{82D6C6A0-A169-4B1B-B740-0D947B915348}" sibTransId="{659BA929-DF20-4FFE-9476-3BB7A94BE183}"/>
    <dgm:cxn modelId="{8DE45366-F2E7-4BC0-8D66-513896F71CEC}" srcId="{EF9427ED-0653-49B8-9AB5-7FDB8B4722B9}" destId="{C3AF0465-5B3F-4804-85B6-6AAF8966BA8A}" srcOrd="1" destOrd="0" parTransId="{B1EBA94E-588C-4D24-8F75-03AACC5342E4}" sibTransId="{6C36D04C-74B5-450D-8A37-99FEAC59821D}"/>
    <dgm:cxn modelId="{1C20E26B-5C51-4A7D-8E4E-1532DB3A3611}" type="presOf" srcId="{EF9427ED-0653-49B8-9AB5-7FDB8B4722B9}" destId="{0E5618EC-71DD-47BC-B34B-BE555504562D}" srcOrd="0" destOrd="0" presId="urn:microsoft.com/office/officeart/2005/8/layout/default"/>
    <dgm:cxn modelId="{0CE54577-9457-4144-9F00-768EB77F28C2}" type="presOf" srcId="{B041EE9C-B66C-47F2-9AE8-DB4CC9EAA9BD}" destId="{54425E5F-B741-4F9B-8648-E871FD58D0B1}" srcOrd="0" destOrd="0" presId="urn:microsoft.com/office/officeart/2005/8/layout/default"/>
    <dgm:cxn modelId="{32454786-7D70-4C71-A77D-F83C4CFE1FD9}" type="presOf" srcId="{C3AF0465-5B3F-4804-85B6-6AAF8966BA8A}" destId="{F2AE3F6D-3AA4-447F-9FDB-D94D6E1F87DA}" srcOrd="0" destOrd="0" presId="urn:microsoft.com/office/officeart/2005/8/layout/default"/>
    <dgm:cxn modelId="{3766C28A-F755-4E29-A409-62835FBC62AA}" type="presOf" srcId="{A96BFEF3-5A0F-4160-93EC-1E9CAE2CA2F8}" destId="{1CE97EDE-493E-482C-8347-8F1E46BBFDD5}" srcOrd="0" destOrd="0" presId="urn:microsoft.com/office/officeart/2005/8/layout/default"/>
    <dgm:cxn modelId="{356D489D-A385-4B55-A136-28EC38FCA64A}" type="presOf" srcId="{F737718A-172D-4141-B930-73A698A759B4}" destId="{384493FA-60F1-4457-89B4-442715E67576}" srcOrd="0" destOrd="0" presId="urn:microsoft.com/office/officeart/2005/8/layout/default"/>
    <dgm:cxn modelId="{4DFC09CF-0B2C-472E-AEEA-5BB076D52A7B}" srcId="{EF9427ED-0653-49B8-9AB5-7FDB8B4722B9}" destId="{F737718A-172D-4141-B930-73A698A759B4}" srcOrd="4" destOrd="0" parTransId="{BE2B7925-8A66-4105-A495-B87D9AA95721}" sibTransId="{BFE8552F-FAD4-4332-B667-EA333C6C7FB8}"/>
    <dgm:cxn modelId="{923068F2-C734-4668-8DD2-FF9A8C02B044}" type="presOf" srcId="{75548E98-63BF-4B55-8A07-171126878023}" destId="{A5208897-F703-426B-A64B-1DF680E03617}" srcOrd="0" destOrd="0" presId="urn:microsoft.com/office/officeart/2005/8/layout/default"/>
    <dgm:cxn modelId="{293554F7-FE7A-4C71-B7AF-BE0C868527DF}" srcId="{EF9427ED-0653-49B8-9AB5-7FDB8B4722B9}" destId="{A96BFEF3-5A0F-4160-93EC-1E9CAE2CA2F8}" srcOrd="3" destOrd="0" parTransId="{6FF57F57-A2C6-421B-835A-1F5D5E177D6F}" sibTransId="{A9C7C565-5851-4E23-813F-19BE10D760D8}"/>
    <dgm:cxn modelId="{9609C2CA-44AC-458C-AE59-02944B3D7C86}" type="presParOf" srcId="{0E5618EC-71DD-47BC-B34B-BE555504562D}" destId="{A5208897-F703-426B-A64B-1DF680E03617}" srcOrd="0" destOrd="0" presId="urn:microsoft.com/office/officeart/2005/8/layout/default"/>
    <dgm:cxn modelId="{6E6CDA25-CE13-4416-8D73-4F065C77D08F}" type="presParOf" srcId="{0E5618EC-71DD-47BC-B34B-BE555504562D}" destId="{4487F999-8C85-4C4A-B522-9C71BF907AC0}" srcOrd="1" destOrd="0" presId="urn:microsoft.com/office/officeart/2005/8/layout/default"/>
    <dgm:cxn modelId="{232387B5-101F-4B4D-9B0E-61671FD11C34}" type="presParOf" srcId="{0E5618EC-71DD-47BC-B34B-BE555504562D}" destId="{F2AE3F6D-3AA4-447F-9FDB-D94D6E1F87DA}" srcOrd="2" destOrd="0" presId="urn:microsoft.com/office/officeart/2005/8/layout/default"/>
    <dgm:cxn modelId="{7894D371-15BE-4BCB-968E-96CDCACCB5FD}" type="presParOf" srcId="{0E5618EC-71DD-47BC-B34B-BE555504562D}" destId="{D44F2B3E-E860-443D-89EB-64AB9F13E735}" srcOrd="3" destOrd="0" presId="urn:microsoft.com/office/officeart/2005/8/layout/default"/>
    <dgm:cxn modelId="{60EE69A2-8A12-42EB-B19B-BF65A0B8346E}" type="presParOf" srcId="{0E5618EC-71DD-47BC-B34B-BE555504562D}" destId="{54425E5F-B741-4F9B-8648-E871FD58D0B1}" srcOrd="4" destOrd="0" presId="urn:microsoft.com/office/officeart/2005/8/layout/default"/>
    <dgm:cxn modelId="{6CE16AC9-4F57-49D4-ACDA-B3E643255C3B}" type="presParOf" srcId="{0E5618EC-71DD-47BC-B34B-BE555504562D}" destId="{E556B7FB-EB66-43B1-A355-CBE0DA3CCAB8}" srcOrd="5" destOrd="0" presId="urn:microsoft.com/office/officeart/2005/8/layout/default"/>
    <dgm:cxn modelId="{F9F56438-4187-4386-8FA7-FEEE6923B7C2}" type="presParOf" srcId="{0E5618EC-71DD-47BC-B34B-BE555504562D}" destId="{1CE97EDE-493E-482C-8347-8F1E46BBFDD5}" srcOrd="6" destOrd="0" presId="urn:microsoft.com/office/officeart/2005/8/layout/default"/>
    <dgm:cxn modelId="{7EFEB8E3-7782-4BD3-9C39-92D2A30FE57E}" type="presParOf" srcId="{0E5618EC-71DD-47BC-B34B-BE555504562D}" destId="{1F684C26-2478-436F-A795-47708D4ACFBB}" srcOrd="7" destOrd="0" presId="urn:microsoft.com/office/officeart/2005/8/layout/default"/>
    <dgm:cxn modelId="{986148B4-ABAA-4811-B722-D0952FC5E020}" type="presParOf" srcId="{0E5618EC-71DD-47BC-B34B-BE555504562D}" destId="{384493FA-60F1-4457-89B4-442715E67576}" srcOrd="8"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C0A081-463B-47AB-8804-E4DB7FC602D6}">
      <dsp:nvSpPr>
        <dsp:cNvPr id="0" name=""/>
        <dsp:cNvSpPr/>
      </dsp:nvSpPr>
      <dsp:spPr>
        <a:xfrm>
          <a:off x="562927" y="788206"/>
          <a:ext cx="1445998" cy="1445998"/>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9770687-9BC7-4BD1-97FE-91B585C4E9CA}">
      <dsp:nvSpPr>
        <dsp:cNvPr id="0" name=""/>
        <dsp:cNvSpPr/>
      </dsp:nvSpPr>
      <dsp:spPr>
        <a:xfrm>
          <a:off x="871091" y="1096370"/>
          <a:ext cx="829671" cy="82967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3748510-C4FF-476A-8260-E05AEA55A5AC}">
      <dsp:nvSpPr>
        <dsp:cNvPr id="0" name=""/>
        <dsp:cNvSpPr/>
      </dsp:nvSpPr>
      <dsp:spPr>
        <a:xfrm>
          <a:off x="100682" y="2684598"/>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GB" sz="1100" kern="1200" dirty="0"/>
            <a:t>Ordnance Survey operates in Azure</a:t>
          </a:r>
          <a:endParaRPr lang="en-US" sz="1100" kern="1200" dirty="0"/>
        </a:p>
      </dsp:txBody>
      <dsp:txXfrm>
        <a:off x="100682" y="2684598"/>
        <a:ext cx="2370489" cy="720000"/>
      </dsp:txXfrm>
    </dsp:sp>
    <dsp:sp modelId="{07FF5002-010F-47AF-9AE7-EF0AED76CE22}">
      <dsp:nvSpPr>
        <dsp:cNvPr id="0" name=""/>
        <dsp:cNvSpPr/>
      </dsp:nvSpPr>
      <dsp:spPr>
        <a:xfrm>
          <a:off x="3348252" y="788206"/>
          <a:ext cx="1445998" cy="1445998"/>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D77C97B-ACF2-4AAA-8D78-91F78A8425C0}">
      <dsp:nvSpPr>
        <dsp:cNvPr id="0" name=""/>
        <dsp:cNvSpPr/>
      </dsp:nvSpPr>
      <dsp:spPr>
        <a:xfrm>
          <a:off x="3656416" y="1096370"/>
          <a:ext cx="829671" cy="82967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DEFA800-8E4A-4B34-974C-81971DF2FAE9}">
      <dsp:nvSpPr>
        <dsp:cNvPr id="0" name=""/>
        <dsp:cNvSpPr/>
      </dsp:nvSpPr>
      <dsp:spPr>
        <a:xfrm>
          <a:off x="2886007" y="2684598"/>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GB" sz="1100" kern="1200" dirty="0"/>
            <a:t>Push towards flexibility, repeatability and consistency </a:t>
          </a:r>
          <a:endParaRPr lang="en-US" sz="1100" kern="1200" dirty="0"/>
        </a:p>
      </dsp:txBody>
      <dsp:txXfrm>
        <a:off x="2886007" y="2684598"/>
        <a:ext cx="2370489" cy="720000"/>
      </dsp:txXfrm>
    </dsp:sp>
    <dsp:sp modelId="{43667106-9A88-4085-930E-5508EA2FD4FB}">
      <dsp:nvSpPr>
        <dsp:cNvPr id="0" name=""/>
        <dsp:cNvSpPr/>
      </dsp:nvSpPr>
      <dsp:spPr>
        <a:xfrm>
          <a:off x="6133577" y="788206"/>
          <a:ext cx="1445998" cy="1445998"/>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8AF7050-85B9-4F7C-B64C-53F79D37A21C}">
      <dsp:nvSpPr>
        <dsp:cNvPr id="0" name=""/>
        <dsp:cNvSpPr/>
      </dsp:nvSpPr>
      <dsp:spPr>
        <a:xfrm>
          <a:off x="6441741" y="1096370"/>
          <a:ext cx="829671" cy="82967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66F0E34-1EDF-4A97-BEC7-0328D0D3C2F4}">
      <dsp:nvSpPr>
        <dsp:cNvPr id="0" name=""/>
        <dsp:cNvSpPr/>
      </dsp:nvSpPr>
      <dsp:spPr>
        <a:xfrm>
          <a:off x="5671332" y="2684598"/>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GB" sz="1100" kern="1200"/>
            <a:t>Save on costs, reduce development time, improve disaster recovery metrics and improve developer experience</a:t>
          </a:r>
          <a:endParaRPr lang="en-US" sz="1100" kern="1200"/>
        </a:p>
      </dsp:txBody>
      <dsp:txXfrm>
        <a:off x="5671332" y="2684598"/>
        <a:ext cx="2370489" cy="720000"/>
      </dsp:txXfrm>
    </dsp:sp>
    <dsp:sp modelId="{52A5D5B5-5BF6-48E5-80D0-34ED1CF299CE}">
      <dsp:nvSpPr>
        <dsp:cNvPr id="0" name=""/>
        <dsp:cNvSpPr/>
      </dsp:nvSpPr>
      <dsp:spPr>
        <a:xfrm>
          <a:off x="8918902" y="788206"/>
          <a:ext cx="1445998" cy="1445998"/>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58B78B2-35B4-440A-96F9-42C9DB7160F3}">
      <dsp:nvSpPr>
        <dsp:cNvPr id="0" name=""/>
        <dsp:cNvSpPr/>
      </dsp:nvSpPr>
      <dsp:spPr>
        <a:xfrm>
          <a:off x="9227066" y="1096370"/>
          <a:ext cx="829671" cy="82967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8B5F1C7-FFED-4A20-8F74-6D3AF7357A08}">
      <dsp:nvSpPr>
        <dsp:cNvPr id="0" name=""/>
        <dsp:cNvSpPr/>
      </dsp:nvSpPr>
      <dsp:spPr>
        <a:xfrm>
          <a:off x="8456657" y="2684598"/>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GB" sz="1100" kern="1200"/>
            <a:t>Need multiple development or testing environments at one time</a:t>
          </a:r>
          <a:endParaRPr lang="en-US" sz="1100" kern="1200"/>
        </a:p>
      </dsp:txBody>
      <dsp:txXfrm>
        <a:off x="8456657" y="2684598"/>
        <a:ext cx="2370489"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D1A5227-FA57-4C34-8F01-D4FA0625A8D3}">
      <dsp:nvSpPr>
        <dsp:cNvPr id="0" name=""/>
        <dsp:cNvSpPr/>
      </dsp:nvSpPr>
      <dsp:spPr>
        <a:xfrm>
          <a:off x="307345" y="1546"/>
          <a:ext cx="3222855" cy="1933713"/>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Outline: Create test data and place in data stores</a:t>
          </a:r>
          <a:endParaRPr lang="en-US" sz="2900" kern="1200" dirty="0"/>
        </a:p>
      </dsp:txBody>
      <dsp:txXfrm>
        <a:off x="307345" y="1546"/>
        <a:ext cx="3222855" cy="1933713"/>
      </dsp:txXfrm>
    </dsp:sp>
    <dsp:sp modelId="{D62E8A3B-E3BF-4501-ABE6-2271AA9D56D2}">
      <dsp:nvSpPr>
        <dsp:cNvPr id="0" name=""/>
        <dsp:cNvSpPr/>
      </dsp:nvSpPr>
      <dsp:spPr>
        <a:xfrm>
          <a:off x="3852486" y="1546"/>
          <a:ext cx="3222855" cy="1933713"/>
        </a:xfrm>
        <a:prstGeom prst="rect">
          <a:avLst/>
        </a:prstGeom>
        <a:solidFill>
          <a:schemeClr val="accent2">
            <a:hueOff val="-167625"/>
            <a:satOff val="-1932"/>
            <a:lumOff val="43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a:t>Outline: </a:t>
          </a:r>
          <a:r>
            <a:rPr lang="en-GB" sz="2900" kern="1200" dirty="0"/>
            <a:t>For test and development environments</a:t>
          </a:r>
          <a:endParaRPr lang="en-US" sz="2900" kern="1200" dirty="0"/>
        </a:p>
      </dsp:txBody>
      <dsp:txXfrm>
        <a:off x="3852486" y="1546"/>
        <a:ext cx="3222855" cy="1933713"/>
      </dsp:txXfrm>
    </dsp:sp>
    <dsp:sp modelId="{69A9BF35-4ACD-4CC6-9417-BBBC8FCBF003}">
      <dsp:nvSpPr>
        <dsp:cNvPr id="0" name=""/>
        <dsp:cNvSpPr/>
      </dsp:nvSpPr>
      <dsp:spPr>
        <a:xfrm>
          <a:off x="7397627" y="1546"/>
          <a:ext cx="3222855" cy="1933713"/>
        </a:xfrm>
        <a:prstGeom prst="rect">
          <a:avLst/>
        </a:prstGeom>
        <a:solidFill>
          <a:schemeClr val="accent2">
            <a:hueOff val="-335249"/>
            <a:satOff val="-3863"/>
            <a:lumOff val="86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Justification: Allow for automated testing on the data</a:t>
          </a:r>
          <a:endParaRPr lang="en-US" sz="2900" kern="1200" dirty="0"/>
        </a:p>
      </dsp:txBody>
      <dsp:txXfrm>
        <a:off x="7397627" y="1546"/>
        <a:ext cx="3222855" cy="1933713"/>
      </dsp:txXfrm>
    </dsp:sp>
    <dsp:sp modelId="{2971F6C9-6630-413C-9174-9C6EA1360398}">
      <dsp:nvSpPr>
        <dsp:cNvPr id="0" name=""/>
        <dsp:cNvSpPr/>
      </dsp:nvSpPr>
      <dsp:spPr>
        <a:xfrm>
          <a:off x="307345" y="2257545"/>
          <a:ext cx="3222855" cy="1933713"/>
        </a:xfrm>
        <a:prstGeom prst="rect">
          <a:avLst/>
        </a:prstGeom>
        <a:solidFill>
          <a:schemeClr val="accent2">
            <a:hueOff val="-502874"/>
            <a:satOff val="-5795"/>
            <a:lumOff val="129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Justification: Easily disposable, useful environments</a:t>
          </a:r>
          <a:endParaRPr lang="en-US" sz="2900" kern="1200" dirty="0"/>
        </a:p>
      </dsp:txBody>
      <dsp:txXfrm>
        <a:off x="307345" y="2257545"/>
        <a:ext cx="3222855" cy="1933713"/>
      </dsp:txXfrm>
    </dsp:sp>
    <dsp:sp modelId="{92273A08-273C-4756-87A2-FBFF98162CB8}">
      <dsp:nvSpPr>
        <dsp:cNvPr id="0" name=""/>
        <dsp:cNvSpPr/>
      </dsp:nvSpPr>
      <dsp:spPr>
        <a:xfrm>
          <a:off x="3852486" y="2257545"/>
          <a:ext cx="3222855" cy="1933713"/>
        </a:xfrm>
        <a:prstGeom prst="rect">
          <a:avLst/>
        </a:prstGeom>
        <a:solidFill>
          <a:schemeClr val="accent2">
            <a:hueOff val="-670499"/>
            <a:satOff val="-7726"/>
            <a:lumOff val="172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Justification: Helps Disaster Recovery</a:t>
          </a:r>
          <a:endParaRPr lang="en-US" sz="2900" kern="1200" dirty="0"/>
        </a:p>
      </dsp:txBody>
      <dsp:txXfrm>
        <a:off x="3852486" y="2257545"/>
        <a:ext cx="3222855" cy="1933713"/>
      </dsp:txXfrm>
    </dsp:sp>
    <dsp:sp modelId="{9F517728-0AE6-406E-BDB5-B3FBB0F9E474}">
      <dsp:nvSpPr>
        <dsp:cNvPr id="0" name=""/>
        <dsp:cNvSpPr/>
      </dsp:nvSpPr>
      <dsp:spPr>
        <a:xfrm>
          <a:off x="7397627" y="2257545"/>
          <a:ext cx="3222855" cy="1933713"/>
        </a:xfrm>
        <a:prstGeom prst="rect">
          <a:avLst/>
        </a:prstGeom>
        <a:solidFill>
          <a:schemeClr val="accent2">
            <a:hueOff val="-838123"/>
            <a:satOff val="-9658"/>
            <a:lumOff val="215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Justification: ISO27001 Certification</a:t>
          </a:r>
          <a:endParaRPr lang="en-US" sz="2900" kern="1200" dirty="0"/>
        </a:p>
      </dsp:txBody>
      <dsp:txXfrm>
        <a:off x="7397627" y="2257545"/>
        <a:ext cx="3222855" cy="193371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B14262F-F6F3-4C42-BB5B-B379AC4E99AC}">
      <dsp:nvSpPr>
        <dsp:cNvPr id="0" name=""/>
        <dsp:cNvSpPr/>
      </dsp:nvSpPr>
      <dsp:spPr>
        <a:xfrm>
          <a:off x="718664" y="453902"/>
          <a:ext cx="1955812" cy="1955812"/>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8A07D33-94B9-41A2-B63B-62A0308ADC82}">
      <dsp:nvSpPr>
        <dsp:cNvPr id="0" name=""/>
        <dsp:cNvSpPr/>
      </dsp:nvSpPr>
      <dsp:spPr>
        <a:xfrm>
          <a:off x="1135476" y="870714"/>
          <a:ext cx="1122187" cy="11221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3D9DEE-4559-4F05-B3BE-ECAC0C533949}">
      <dsp:nvSpPr>
        <dsp:cNvPr id="0" name=""/>
        <dsp:cNvSpPr/>
      </dsp:nvSpPr>
      <dsp:spPr>
        <a:xfrm>
          <a:off x="93445" y="3018902"/>
          <a:ext cx="320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GB" sz="1700" kern="1200" dirty="0"/>
            <a:t>A script which deploys data to the SQL DATABASE</a:t>
          </a:r>
          <a:endParaRPr lang="en-US" sz="1700" kern="1200" dirty="0"/>
        </a:p>
      </dsp:txBody>
      <dsp:txXfrm>
        <a:off x="93445" y="3018902"/>
        <a:ext cx="3206250" cy="720000"/>
      </dsp:txXfrm>
    </dsp:sp>
    <dsp:sp modelId="{AA9E2796-FB97-4CDC-9540-56CFC24BF626}">
      <dsp:nvSpPr>
        <dsp:cNvPr id="0" name=""/>
        <dsp:cNvSpPr/>
      </dsp:nvSpPr>
      <dsp:spPr>
        <a:xfrm>
          <a:off x="4486008" y="453902"/>
          <a:ext cx="1955812" cy="1955812"/>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EAC1A35-4E91-4D73-B471-95106288857E}">
      <dsp:nvSpPr>
        <dsp:cNvPr id="0" name=""/>
        <dsp:cNvSpPr/>
      </dsp:nvSpPr>
      <dsp:spPr>
        <a:xfrm>
          <a:off x="4902820" y="870714"/>
          <a:ext cx="1122187" cy="11221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9D75060-847D-46D9-869B-2BDA1195A1F6}">
      <dsp:nvSpPr>
        <dsp:cNvPr id="0" name=""/>
        <dsp:cNvSpPr/>
      </dsp:nvSpPr>
      <dsp:spPr>
        <a:xfrm>
          <a:off x="3860789" y="3018902"/>
          <a:ext cx="320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kern="1200" dirty="0"/>
            <a:t>A SCRIPT which deploys image blobs into azure related to a record in the </a:t>
          </a:r>
          <a:r>
            <a:rPr lang="en-US" sz="1700" kern="1200" dirty="0" err="1"/>
            <a:t>sql</a:t>
          </a:r>
          <a:r>
            <a:rPr lang="en-US" sz="1700" kern="1200" dirty="0"/>
            <a:t> database</a:t>
          </a:r>
        </a:p>
      </dsp:txBody>
      <dsp:txXfrm>
        <a:off x="3860789" y="3018902"/>
        <a:ext cx="3206250" cy="720000"/>
      </dsp:txXfrm>
    </dsp:sp>
    <dsp:sp modelId="{9FBABE32-E843-4269-AA3A-A34150F4363E}">
      <dsp:nvSpPr>
        <dsp:cNvPr id="0" name=""/>
        <dsp:cNvSpPr/>
      </dsp:nvSpPr>
      <dsp:spPr>
        <a:xfrm>
          <a:off x="8253352" y="453902"/>
          <a:ext cx="1955812" cy="1955812"/>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9DCFFE-EEEE-4947-94C6-F71DAA4265B8}">
      <dsp:nvSpPr>
        <dsp:cNvPr id="0" name=""/>
        <dsp:cNvSpPr/>
      </dsp:nvSpPr>
      <dsp:spPr>
        <a:xfrm>
          <a:off x="8670164" y="870714"/>
          <a:ext cx="1122187" cy="11221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8492937-709C-4FDE-93B9-8F8D667D4912}">
      <dsp:nvSpPr>
        <dsp:cNvPr id="0" name=""/>
        <dsp:cNvSpPr/>
      </dsp:nvSpPr>
      <dsp:spPr>
        <a:xfrm>
          <a:off x="7628133" y="3018902"/>
          <a:ext cx="320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kern="1200" dirty="0"/>
            <a:t>Retrieve these through a local frontend instance</a:t>
          </a:r>
        </a:p>
      </dsp:txBody>
      <dsp:txXfrm>
        <a:off x="7628133" y="3018902"/>
        <a:ext cx="3206250" cy="7200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F9EA248-DF1B-4BF1-B69A-222535A7FE43}">
      <dsp:nvSpPr>
        <dsp:cNvPr id="0" name=""/>
        <dsp:cNvSpPr/>
      </dsp:nvSpPr>
      <dsp:spPr>
        <a:xfrm>
          <a:off x="718664" y="453902"/>
          <a:ext cx="1955812" cy="195581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4EE658-D40D-404E-88AF-3C714B5F659E}">
      <dsp:nvSpPr>
        <dsp:cNvPr id="0" name=""/>
        <dsp:cNvSpPr/>
      </dsp:nvSpPr>
      <dsp:spPr>
        <a:xfrm>
          <a:off x="1135476" y="870714"/>
          <a:ext cx="1122187" cy="11221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E76C250-AA5E-46FA-ACC6-ADD663D0A857}">
      <dsp:nvSpPr>
        <dsp:cNvPr id="0" name=""/>
        <dsp:cNvSpPr/>
      </dsp:nvSpPr>
      <dsp:spPr>
        <a:xfrm>
          <a:off x="93445" y="3018902"/>
          <a:ext cx="320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90000"/>
            </a:lnSpc>
            <a:spcBef>
              <a:spcPct val="0"/>
            </a:spcBef>
            <a:spcAft>
              <a:spcPct val="35000"/>
            </a:spcAft>
            <a:buNone/>
            <a:defRPr cap="all"/>
          </a:pPr>
          <a:r>
            <a:rPr lang="en-GB" sz="1300" kern="1200" dirty="0"/>
            <a:t>The data seeding script does not run for a significantly long time in relation to the deployment pipeline. </a:t>
          </a:r>
          <a:endParaRPr lang="en-US" sz="1300" kern="1200" dirty="0"/>
        </a:p>
      </dsp:txBody>
      <dsp:txXfrm>
        <a:off x="93445" y="3018902"/>
        <a:ext cx="3206250" cy="720000"/>
      </dsp:txXfrm>
    </dsp:sp>
    <dsp:sp modelId="{3C03964C-66BA-4CAB-8C24-5F2A4979DDBB}">
      <dsp:nvSpPr>
        <dsp:cNvPr id="0" name=""/>
        <dsp:cNvSpPr/>
      </dsp:nvSpPr>
      <dsp:spPr>
        <a:xfrm>
          <a:off x="4486008" y="453902"/>
          <a:ext cx="1955812" cy="195581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A7F323-E3ED-4A7E-BE79-8E13D933EAC3}">
      <dsp:nvSpPr>
        <dsp:cNvPr id="0" name=""/>
        <dsp:cNvSpPr/>
      </dsp:nvSpPr>
      <dsp:spPr>
        <a:xfrm>
          <a:off x="4902820" y="870714"/>
          <a:ext cx="1122187" cy="11221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B2B52BF-A510-4269-B780-5E5D90D92556}">
      <dsp:nvSpPr>
        <dsp:cNvPr id="0" name=""/>
        <dsp:cNvSpPr/>
      </dsp:nvSpPr>
      <dsp:spPr>
        <a:xfrm>
          <a:off x="3848830" y="3009002"/>
          <a:ext cx="320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90000"/>
            </a:lnSpc>
            <a:spcBef>
              <a:spcPct val="0"/>
            </a:spcBef>
            <a:spcAft>
              <a:spcPct val="35000"/>
            </a:spcAft>
            <a:buNone/>
            <a:defRPr cap="all"/>
          </a:pPr>
          <a:r>
            <a:rPr lang="en-US" sz="1300" kern="1200" dirty="0"/>
            <a:t>ENVIRONMENTS KEPT TO A MINIMUM</a:t>
          </a:r>
        </a:p>
      </dsp:txBody>
      <dsp:txXfrm>
        <a:off x="3848830" y="3009002"/>
        <a:ext cx="3206250" cy="720000"/>
      </dsp:txXfrm>
    </dsp:sp>
    <dsp:sp modelId="{D10FDD1A-9082-4114-B374-7224D3437E74}">
      <dsp:nvSpPr>
        <dsp:cNvPr id="0" name=""/>
        <dsp:cNvSpPr/>
      </dsp:nvSpPr>
      <dsp:spPr>
        <a:xfrm>
          <a:off x="8253352" y="453902"/>
          <a:ext cx="1955812" cy="195581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93941C7-4064-4935-A8D4-B01F81CE88A8}">
      <dsp:nvSpPr>
        <dsp:cNvPr id="0" name=""/>
        <dsp:cNvSpPr/>
      </dsp:nvSpPr>
      <dsp:spPr>
        <a:xfrm>
          <a:off x="8670164" y="870714"/>
          <a:ext cx="1122187" cy="11221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E1FFB9E-0BA1-4BEF-A2B2-BC4A42DEE932}">
      <dsp:nvSpPr>
        <dsp:cNvPr id="0" name=""/>
        <dsp:cNvSpPr/>
      </dsp:nvSpPr>
      <dsp:spPr>
        <a:xfrm>
          <a:off x="7628133" y="3018902"/>
          <a:ext cx="320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90000"/>
            </a:lnSpc>
            <a:spcBef>
              <a:spcPct val="0"/>
            </a:spcBef>
            <a:spcAft>
              <a:spcPct val="35000"/>
            </a:spcAft>
            <a:buNone/>
            <a:defRPr cap="all"/>
          </a:pPr>
          <a:r>
            <a:rPr lang="en-US" sz="1300" kern="1200" dirty="0"/>
            <a:t>THE DATA SEEDING SCRIPT IS FLEXIBLE AND ADAPTABLE ENOUGH TO BE EXTENDED</a:t>
          </a:r>
        </a:p>
      </dsp:txBody>
      <dsp:txXfrm>
        <a:off x="7628133" y="3018902"/>
        <a:ext cx="3206250" cy="7200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C5883C-9D04-44EF-A8D2-FED70BE3E05E}">
      <dsp:nvSpPr>
        <dsp:cNvPr id="0" name=""/>
        <dsp:cNvSpPr/>
      </dsp:nvSpPr>
      <dsp:spPr>
        <a:xfrm>
          <a:off x="282221" y="368029"/>
          <a:ext cx="1371985" cy="1371985"/>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888767F-976A-4D44-9E85-F86924470068}">
      <dsp:nvSpPr>
        <dsp:cNvPr id="0" name=""/>
        <dsp:cNvSpPr/>
      </dsp:nvSpPr>
      <dsp:spPr>
        <a:xfrm>
          <a:off x="570337" y="656145"/>
          <a:ext cx="795751" cy="79575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3FBECDE-DD2C-4992-A0E3-7324CA3CF25E}">
      <dsp:nvSpPr>
        <dsp:cNvPr id="0" name=""/>
        <dsp:cNvSpPr/>
      </dsp:nvSpPr>
      <dsp:spPr>
        <a:xfrm>
          <a:off x="1948202" y="368029"/>
          <a:ext cx="3233964" cy="13719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066800">
            <a:lnSpc>
              <a:spcPct val="90000"/>
            </a:lnSpc>
            <a:spcBef>
              <a:spcPct val="0"/>
            </a:spcBef>
            <a:spcAft>
              <a:spcPct val="35000"/>
            </a:spcAft>
            <a:buNone/>
          </a:pPr>
          <a:r>
            <a:rPr lang="en-US" sz="2400" kern="1200" dirty="0"/>
            <a:t>USE KEY VAULTS INSTEAD OF HARDCODED CREDENTIALS</a:t>
          </a:r>
        </a:p>
      </dsp:txBody>
      <dsp:txXfrm>
        <a:off x="1948202" y="368029"/>
        <a:ext cx="3233964" cy="1371985"/>
      </dsp:txXfrm>
    </dsp:sp>
    <dsp:sp modelId="{463B4BB1-6829-40DD-96EA-B79BC3B549CD}">
      <dsp:nvSpPr>
        <dsp:cNvPr id="0" name=""/>
        <dsp:cNvSpPr/>
      </dsp:nvSpPr>
      <dsp:spPr>
        <a:xfrm>
          <a:off x="5745661" y="368029"/>
          <a:ext cx="1371985" cy="1371985"/>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AC35E90-17B3-4DE4-BF68-2EAAFF5021A9}">
      <dsp:nvSpPr>
        <dsp:cNvPr id="0" name=""/>
        <dsp:cNvSpPr/>
      </dsp:nvSpPr>
      <dsp:spPr>
        <a:xfrm>
          <a:off x="6033778" y="656145"/>
          <a:ext cx="795751" cy="79575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23AC8F-E5A7-4DF4-B319-E23318BEC352}">
      <dsp:nvSpPr>
        <dsp:cNvPr id="0" name=""/>
        <dsp:cNvSpPr/>
      </dsp:nvSpPr>
      <dsp:spPr>
        <a:xfrm>
          <a:off x="7411643" y="368029"/>
          <a:ext cx="3233964" cy="13719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066800">
            <a:lnSpc>
              <a:spcPct val="90000"/>
            </a:lnSpc>
            <a:spcBef>
              <a:spcPct val="0"/>
            </a:spcBef>
            <a:spcAft>
              <a:spcPct val="35000"/>
            </a:spcAft>
            <a:buNone/>
          </a:pPr>
          <a:r>
            <a:rPr lang="en-US" sz="2400" kern="1200" dirty="0"/>
            <a:t>DATA SEEDING SCRIPT SHOULD USE LOWEST PERMISSION RBAC</a:t>
          </a:r>
        </a:p>
      </dsp:txBody>
      <dsp:txXfrm>
        <a:off x="7411643" y="368029"/>
        <a:ext cx="3233964" cy="1371985"/>
      </dsp:txXfrm>
    </dsp:sp>
    <dsp:sp modelId="{5A6CDBD1-5AA2-4247-9B55-3ACE9D711612}">
      <dsp:nvSpPr>
        <dsp:cNvPr id="0" name=""/>
        <dsp:cNvSpPr/>
      </dsp:nvSpPr>
      <dsp:spPr>
        <a:xfrm>
          <a:off x="282221" y="2452790"/>
          <a:ext cx="1371985" cy="1371985"/>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DE7550F-CBF7-4822-B660-D0EE84352006}">
      <dsp:nvSpPr>
        <dsp:cNvPr id="0" name=""/>
        <dsp:cNvSpPr/>
      </dsp:nvSpPr>
      <dsp:spPr>
        <a:xfrm>
          <a:off x="570337" y="2740907"/>
          <a:ext cx="795751" cy="79575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7E1C419-3700-459D-8897-C944846510E8}">
      <dsp:nvSpPr>
        <dsp:cNvPr id="0" name=""/>
        <dsp:cNvSpPr/>
      </dsp:nvSpPr>
      <dsp:spPr>
        <a:xfrm>
          <a:off x="1948202" y="2452790"/>
          <a:ext cx="3233964" cy="13719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066800">
            <a:lnSpc>
              <a:spcPct val="90000"/>
            </a:lnSpc>
            <a:spcBef>
              <a:spcPct val="0"/>
            </a:spcBef>
            <a:spcAft>
              <a:spcPct val="35000"/>
            </a:spcAft>
            <a:buNone/>
          </a:pPr>
          <a:r>
            <a:rPr lang="en-US" sz="2400" kern="1200" dirty="0"/>
            <a:t>ACCESS TO DEVOPS REPO RESTRICTED TO AUTHORISED PERSONNEL</a:t>
          </a:r>
        </a:p>
      </dsp:txBody>
      <dsp:txXfrm>
        <a:off x="1948202" y="2452790"/>
        <a:ext cx="3233964" cy="1371985"/>
      </dsp:txXfrm>
    </dsp:sp>
    <dsp:sp modelId="{4155F27C-8BAE-4950-A75C-0BDF5448B961}">
      <dsp:nvSpPr>
        <dsp:cNvPr id="0" name=""/>
        <dsp:cNvSpPr/>
      </dsp:nvSpPr>
      <dsp:spPr>
        <a:xfrm>
          <a:off x="5745661" y="2452790"/>
          <a:ext cx="1371985" cy="1371985"/>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3968F5A-6BE3-4D78-BD23-38EDE2B9B1AC}">
      <dsp:nvSpPr>
        <dsp:cNvPr id="0" name=""/>
        <dsp:cNvSpPr/>
      </dsp:nvSpPr>
      <dsp:spPr>
        <a:xfrm>
          <a:off x="6033778" y="2740907"/>
          <a:ext cx="795751" cy="79575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B82A89F-2DD8-46C7-8844-BBB00AF3D06B}">
      <dsp:nvSpPr>
        <dsp:cNvPr id="0" name=""/>
        <dsp:cNvSpPr/>
      </dsp:nvSpPr>
      <dsp:spPr>
        <a:xfrm>
          <a:off x="7411643" y="2452790"/>
          <a:ext cx="3233964" cy="13719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066800">
            <a:lnSpc>
              <a:spcPct val="90000"/>
            </a:lnSpc>
            <a:spcBef>
              <a:spcPct val="0"/>
            </a:spcBef>
            <a:spcAft>
              <a:spcPct val="35000"/>
            </a:spcAft>
            <a:buNone/>
          </a:pPr>
          <a:r>
            <a:rPr lang="en-US" sz="2400" kern="1200" dirty="0"/>
            <a:t>ALL PR RECOMMENDATIONS ARE DEALT WITH SATISFACTORILY</a:t>
          </a:r>
        </a:p>
      </dsp:txBody>
      <dsp:txXfrm>
        <a:off x="7411643" y="2452790"/>
        <a:ext cx="3233964" cy="137198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CB5DAB0-A49F-456E-B8BC-E6669CC87039}">
      <dsp:nvSpPr>
        <dsp:cNvPr id="0" name=""/>
        <dsp:cNvSpPr/>
      </dsp:nvSpPr>
      <dsp:spPr>
        <a:xfrm>
          <a:off x="0" y="529159"/>
          <a:ext cx="6666833" cy="756000"/>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2ACC55D0-45F4-4074-BD7A-9FF4592F9B98}">
      <dsp:nvSpPr>
        <dsp:cNvPr id="0" name=""/>
        <dsp:cNvSpPr/>
      </dsp:nvSpPr>
      <dsp:spPr>
        <a:xfrm>
          <a:off x="333341" y="86359"/>
          <a:ext cx="4666783" cy="88560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333500">
            <a:lnSpc>
              <a:spcPct val="90000"/>
            </a:lnSpc>
            <a:spcBef>
              <a:spcPct val="0"/>
            </a:spcBef>
            <a:spcAft>
              <a:spcPct val="35000"/>
            </a:spcAft>
            <a:buNone/>
          </a:pPr>
          <a:r>
            <a:rPr lang="en-GB" sz="3000" kern="1200"/>
            <a:t>Human</a:t>
          </a:r>
          <a:endParaRPr lang="en-US" sz="3000" kern="1200"/>
        </a:p>
      </dsp:txBody>
      <dsp:txXfrm>
        <a:off x="376572" y="129590"/>
        <a:ext cx="4580321" cy="799138"/>
      </dsp:txXfrm>
    </dsp:sp>
    <dsp:sp modelId="{8C68D97F-7CA0-438A-9536-E465CEB64AE7}">
      <dsp:nvSpPr>
        <dsp:cNvPr id="0" name=""/>
        <dsp:cNvSpPr/>
      </dsp:nvSpPr>
      <dsp:spPr>
        <a:xfrm>
          <a:off x="0" y="1889959"/>
          <a:ext cx="6666833" cy="756000"/>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5529F31-055B-4F66-88A7-4D98815E5992}">
      <dsp:nvSpPr>
        <dsp:cNvPr id="0" name=""/>
        <dsp:cNvSpPr/>
      </dsp:nvSpPr>
      <dsp:spPr>
        <a:xfrm>
          <a:off x="333341" y="1447159"/>
          <a:ext cx="4666783" cy="88560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333500">
            <a:lnSpc>
              <a:spcPct val="90000"/>
            </a:lnSpc>
            <a:spcBef>
              <a:spcPct val="0"/>
            </a:spcBef>
            <a:spcAft>
              <a:spcPct val="35000"/>
            </a:spcAft>
            <a:buNone/>
          </a:pPr>
          <a:r>
            <a:rPr lang="en-GB" sz="3000" kern="1200"/>
            <a:t>Technological</a:t>
          </a:r>
          <a:endParaRPr lang="en-US" sz="3000" kern="1200"/>
        </a:p>
      </dsp:txBody>
      <dsp:txXfrm>
        <a:off x="376572" y="1490390"/>
        <a:ext cx="4580321" cy="799138"/>
      </dsp:txXfrm>
    </dsp:sp>
    <dsp:sp modelId="{1E970960-CC30-40DC-89D4-E6F5225696C7}">
      <dsp:nvSpPr>
        <dsp:cNvPr id="0" name=""/>
        <dsp:cNvSpPr/>
      </dsp:nvSpPr>
      <dsp:spPr>
        <a:xfrm>
          <a:off x="0" y="3250759"/>
          <a:ext cx="6666833" cy="756000"/>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C6032AF-06AE-43F3-A6A2-A3EB89AB60B9}">
      <dsp:nvSpPr>
        <dsp:cNvPr id="0" name=""/>
        <dsp:cNvSpPr/>
      </dsp:nvSpPr>
      <dsp:spPr>
        <a:xfrm>
          <a:off x="333341" y="2807959"/>
          <a:ext cx="4666783" cy="885600"/>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333500">
            <a:lnSpc>
              <a:spcPct val="90000"/>
            </a:lnSpc>
            <a:spcBef>
              <a:spcPct val="0"/>
            </a:spcBef>
            <a:spcAft>
              <a:spcPct val="35000"/>
            </a:spcAft>
            <a:buNone/>
          </a:pPr>
          <a:r>
            <a:rPr lang="en-GB" sz="3000" kern="1200"/>
            <a:t>Financial</a:t>
          </a:r>
          <a:endParaRPr lang="en-US" sz="3000" kern="1200"/>
        </a:p>
      </dsp:txBody>
      <dsp:txXfrm>
        <a:off x="376572" y="2851190"/>
        <a:ext cx="4580321" cy="799138"/>
      </dsp:txXfrm>
    </dsp:sp>
    <dsp:sp modelId="{742F3694-DD20-4567-A865-020F10AC8BF5}">
      <dsp:nvSpPr>
        <dsp:cNvPr id="0" name=""/>
        <dsp:cNvSpPr/>
      </dsp:nvSpPr>
      <dsp:spPr>
        <a:xfrm>
          <a:off x="0" y="4611560"/>
          <a:ext cx="6666833" cy="7560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0E633187-DE98-4DF9-85F4-112CC3247D7C}">
      <dsp:nvSpPr>
        <dsp:cNvPr id="0" name=""/>
        <dsp:cNvSpPr/>
      </dsp:nvSpPr>
      <dsp:spPr>
        <a:xfrm>
          <a:off x="333341" y="4168760"/>
          <a:ext cx="4666783" cy="88560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333500">
            <a:lnSpc>
              <a:spcPct val="90000"/>
            </a:lnSpc>
            <a:spcBef>
              <a:spcPct val="0"/>
            </a:spcBef>
            <a:spcAft>
              <a:spcPct val="35000"/>
            </a:spcAft>
            <a:buNone/>
          </a:pPr>
          <a:r>
            <a:rPr lang="en-GB" sz="3000" kern="1200"/>
            <a:t>Time and Scope</a:t>
          </a:r>
          <a:endParaRPr lang="en-US" sz="3000" kern="1200"/>
        </a:p>
      </dsp:txBody>
      <dsp:txXfrm>
        <a:off x="376572" y="4211991"/>
        <a:ext cx="4580321" cy="799138"/>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7CF62C-EF58-46A9-9347-117BAF01889A}">
      <dsp:nvSpPr>
        <dsp:cNvPr id="0" name=""/>
        <dsp:cNvSpPr/>
      </dsp:nvSpPr>
      <dsp:spPr>
        <a:xfrm>
          <a:off x="282221" y="368029"/>
          <a:ext cx="1371985" cy="1371985"/>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CD8DEDA-46C9-48E5-AFE3-178CB36F6CE3}">
      <dsp:nvSpPr>
        <dsp:cNvPr id="0" name=""/>
        <dsp:cNvSpPr/>
      </dsp:nvSpPr>
      <dsp:spPr>
        <a:xfrm>
          <a:off x="570337" y="656145"/>
          <a:ext cx="795751" cy="79575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DE8B3BF-AC5A-47C5-B797-07702D692510}">
      <dsp:nvSpPr>
        <dsp:cNvPr id="0" name=""/>
        <dsp:cNvSpPr/>
      </dsp:nvSpPr>
      <dsp:spPr>
        <a:xfrm>
          <a:off x="1948202" y="368029"/>
          <a:ext cx="3233964" cy="13719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066800">
            <a:lnSpc>
              <a:spcPct val="90000"/>
            </a:lnSpc>
            <a:spcBef>
              <a:spcPct val="0"/>
            </a:spcBef>
            <a:spcAft>
              <a:spcPct val="35000"/>
            </a:spcAft>
            <a:buNone/>
          </a:pPr>
          <a:r>
            <a:rPr lang="en-GB" sz="2400" kern="1200" dirty="0"/>
            <a:t>- Carried out by team overseeing Errors and Omissions service</a:t>
          </a:r>
          <a:endParaRPr lang="en-US" sz="2400" kern="1200" dirty="0"/>
        </a:p>
      </dsp:txBody>
      <dsp:txXfrm>
        <a:off x="1948202" y="368029"/>
        <a:ext cx="3233964" cy="1371985"/>
      </dsp:txXfrm>
    </dsp:sp>
    <dsp:sp modelId="{6AE45389-91A4-49C8-8D27-ED9FBBF0061D}">
      <dsp:nvSpPr>
        <dsp:cNvPr id="0" name=""/>
        <dsp:cNvSpPr/>
      </dsp:nvSpPr>
      <dsp:spPr>
        <a:xfrm>
          <a:off x="5745661" y="368029"/>
          <a:ext cx="1371985" cy="1371985"/>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F17EE6B-12B9-4DA5-AB25-9D95C51B510D}">
      <dsp:nvSpPr>
        <dsp:cNvPr id="0" name=""/>
        <dsp:cNvSpPr/>
      </dsp:nvSpPr>
      <dsp:spPr>
        <a:xfrm>
          <a:off x="6033778" y="656145"/>
          <a:ext cx="795751" cy="79575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1D8AECF-E52B-40FD-B379-0F13985C573F}">
      <dsp:nvSpPr>
        <dsp:cNvPr id="0" name=""/>
        <dsp:cNvSpPr/>
      </dsp:nvSpPr>
      <dsp:spPr>
        <a:xfrm>
          <a:off x="7411643" y="368029"/>
          <a:ext cx="3233964" cy="13719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066800">
            <a:lnSpc>
              <a:spcPct val="90000"/>
            </a:lnSpc>
            <a:spcBef>
              <a:spcPct val="0"/>
            </a:spcBef>
            <a:spcAft>
              <a:spcPct val="35000"/>
            </a:spcAft>
            <a:buNone/>
          </a:pPr>
          <a:r>
            <a:rPr lang="en-GB" sz="2400" kern="1200"/>
            <a:t>- Consists of one Senior Software Engineer, two Engineers and one Test Engineer</a:t>
          </a:r>
          <a:endParaRPr lang="en-US" sz="2400" kern="1200"/>
        </a:p>
      </dsp:txBody>
      <dsp:txXfrm>
        <a:off x="7411643" y="368029"/>
        <a:ext cx="3233964" cy="1371985"/>
      </dsp:txXfrm>
    </dsp:sp>
    <dsp:sp modelId="{ED63F29B-4C66-4B23-9AFB-4D9A4C5F8DE7}">
      <dsp:nvSpPr>
        <dsp:cNvPr id="0" name=""/>
        <dsp:cNvSpPr/>
      </dsp:nvSpPr>
      <dsp:spPr>
        <a:xfrm>
          <a:off x="282221" y="2452790"/>
          <a:ext cx="1371985" cy="1371985"/>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8AD2579-2F39-42BC-9C05-6C88E2003A24}">
      <dsp:nvSpPr>
        <dsp:cNvPr id="0" name=""/>
        <dsp:cNvSpPr/>
      </dsp:nvSpPr>
      <dsp:spPr>
        <a:xfrm>
          <a:off x="570337" y="2740907"/>
          <a:ext cx="795751" cy="79575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D51954B-611D-40C4-91F4-6C4831BE05A0}">
      <dsp:nvSpPr>
        <dsp:cNvPr id="0" name=""/>
        <dsp:cNvSpPr/>
      </dsp:nvSpPr>
      <dsp:spPr>
        <a:xfrm>
          <a:off x="1948202" y="2452790"/>
          <a:ext cx="3233964" cy="13719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066800">
            <a:lnSpc>
              <a:spcPct val="90000"/>
            </a:lnSpc>
            <a:spcBef>
              <a:spcPct val="0"/>
            </a:spcBef>
            <a:spcAft>
              <a:spcPct val="35000"/>
            </a:spcAft>
            <a:buNone/>
          </a:pPr>
          <a:r>
            <a:rPr lang="en-GB" sz="2400" kern="1200"/>
            <a:t>- Work 9 to 5 Monday to Friday</a:t>
          </a:r>
          <a:endParaRPr lang="en-US" sz="2400" kern="1200"/>
        </a:p>
      </dsp:txBody>
      <dsp:txXfrm>
        <a:off x="1948202" y="2452790"/>
        <a:ext cx="3233964" cy="1371985"/>
      </dsp:txXfrm>
    </dsp:sp>
    <dsp:sp modelId="{3E4A9A7E-E431-4DB0-8262-56274095ACFE}">
      <dsp:nvSpPr>
        <dsp:cNvPr id="0" name=""/>
        <dsp:cNvSpPr/>
      </dsp:nvSpPr>
      <dsp:spPr>
        <a:xfrm>
          <a:off x="5745661" y="2452790"/>
          <a:ext cx="1371985" cy="1371985"/>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C9D126F-F40F-4DF6-8A4B-022F8143905B}">
      <dsp:nvSpPr>
        <dsp:cNvPr id="0" name=""/>
        <dsp:cNvSpPr/>
      </dsp:nvSpPr>
      <dsp:spPr>
        <a:xfrm>
          <a:off x="6033778" y="2740907"/>
          <a:ext cx="795751" cy="79575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74B0739-0C8A-436D-90A0-735AB4FAB67C}">
      <dsp:nvSpPr>
        <dsp:cNvPr id="0" name=""/>
        <dsp:cNvSpPr/>
      </dsp:nvSpPr>
      <dsp:spPr>
        <a:xfrm>
          <a:off x="7411643" y="2452790"/>
          <a:ext cx="3233964" cy="13719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066800">
            <a:lnSpc>
              <a:spcPct val="90000"/>
            </a:lnSpc>
            <a:spcBef>
              <a:spcPct val="0"/>
            </a:spcBef>
            <a:spcAft>
              <a:spcPct val="35000"/>
            </a:spcAft>
            <a:buNone/>
          </a:pPr>
          <a:r>
            <a:rPr lang="en-GB" sz="2400" kern="1200"/>
            <a:t>- Work done by single Software Engineer (me)</a:t>
          </a:r>
          <a:endParaRPr lang="en-US" sz="2400" kern="1200"/>
        </a:p>
      </dsp:txBody>
      <dsp:txXfrm>
        <a:off x="7411643" y="2452790"/>
        <a:ext cx="3233964" cy="1371985"/>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3E76BE-D41E-4875-974E-137B045CBDA1}">
      <dsp:nvSpPr>
        <dsp:cNvPr id="0" name=""/>
        <dsp:cNvSpPr/>
      </dsp:nvSpPr>
      <dsp:spPr>
        <a:xfrm>
          <a:off x="3496905" y="358"/>
          <a:ext cx="3934018" cy="574258"/>
        </a:xfrm>
        <a:prstGeom prst="round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30480" rIns="60960" bIns="30480" numCol="1" spcCol="1270" anchor="ctr" anchorCtr="0">
          <a:noAutofit/>
        </a:bodyPr>
        <a:lstStyle/>
        <a:p>
          <a:pPr marL="0" lvl="0" indent="0" algn="ctr" defTabSz="711200">
            <a:lnSpc>
              <a:spcPct val="90000"/>
            </a:lnSpc>
            <a:spcBef>
              <a:spcPct val="0"/>
            </a:spcBef>
            <a:spcAft>
              <a:spcPct val="35000"/>
            </a:spcAft>
            <a:buNone/>
          </a:pPr>
          <a:r>
            <a:rPr lang="en-GB" sz="1600" kern="1200" dirty="0"/>
            <a:t>Azure</a:t>
          </a:r>
          <a:endParaRPr lang="en-US" sz="1600" kern="1200" dirty="0"/>
        </a:p>
      </dsp:txBody>
      <dsp:txXfrm>
        <a:off x="3524938" y="28391"/>
        <a:ext cx="3877952" cy="518192"/>
      </dsp:txXfrm>
    </dsp:sp>
    <dsp:sp modelId="{75A7428F-52D5-49C4-B0A1-B51B15233C33}">
      <dsp:nvSpPr>
        <dsp:cNvPr id="0" name=""/>
        <dsp:cNvSpPr/>
      </dsp:nvSpPr>
      <dsp:spPr>
        <a:xfrm>
          <a:off x="3496905" y="603329"/>
          <a:ext cx="3934018" cy="574258"/>
        </a:xfrm>
        <a:prstGeom prst="roundRect">
          <a:avLst/>
        </a:prstGeom>
        <a:solidFill>
          <a:schemeClr val="accent2">
            <a:hueOff val="-139687"/>
            <a:satOff val="-1610"/>
            <a:lumOff val="36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30480" rIns="60960" bIns="30480" numCol="1" spcCol="1270" anchor="ctr" anchorCtr="0">
          <a:noAutofit/>
        </a:bodyPr>
        <a:lstStyle/>
        <a:p>
          <a:pPr marL="0" lvl="0" indent="0" algn="ctr" defTabSz="711200">
            <a:lnSpc>
              <a:spcPct val="90000"/>
            </a:lnSpc>
            <a:spcBef>
              <a:spcPct val="0"/>
            </a:spcBef>
            <a:spcAft>
              <a:spcPct val="35000"/>
            </a:spcAft>
            <a:buNone/>
          </a:pPr>
          <a:r>
            <a:rPr lang="en-GB" sz="1600" kern="1200"/>
            <a:t>Azure DevOps</a:t>
          </a:r>
          <a:endParaRPr lang="en-US" sz="1600" kern="1200"/>
        </a:p>
      </dsp:txBody>
      <dsp:txXfrm>
        <a:off x="3524938" y="631362"/>
        <a:ext cx="3877952" cy="518192"/>
      </dsp:txXfrm>
    </dsp:sp>
    <dsp:sp modelId="{8609CB0A-9184-4EC5-A375-6E5D557EE318}">
      <dsp:nvSpPr>
        <dsp:cNvPr id="0" name=""/>
        <dsp:cNvSpPr/>
      </dsp:nvSpPr>
      <dsp:spPr>
        <a:xfrm>
          <a:off x="3496905" y="1206301"/>
          <a:ext cx="3934018" cy="574258"/>
        </a:xfrm>
        <a:prstGeom prst="roundRect">
          <a:avLst/>
        </a:prstGeom>
        <a:solidFill>
          <a:schemeClr val="accent2">
            <a:hueOff val="-279374"/>
            <a:satOff val="-3219"/>
            <a:lumOff val="72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30480" rIns="60960" bIns="30480" numCol="1" spcCol="1270" anchor="ctr" anchorCtr="0">
          <a:noAutofit/>
        </a:bodyPr>
        <a:lstStyle/>
        <a:p>
          <a:pPr marL="0" lvl="0" indent="0" algn="ctr" defTabSz="711200">
            <a:lnSpc>
              <a:spcPct val="90000"/>
            </a:lnSpc>
            <a:spcBef>
              <a:spcPct val="0"/>
            </a:spcBef>
            <a:spcAft>
              <a:spcPct val="35000"/>
            </a:spcAft>
            <a:buNone/>
          </a:pPr>
          <a:r>
            <a:rPr lang="en-GB" sz="1600" kern="1200"/>
            <a:t>New Azure Subscriptions and Resource Groups</a:t>
          </a:r>
          <a:endParaRPr lang="en-US" sz="1600" kern="1200"/>
        </a:p>
      </dsp:txBody>
      <dsp:txXfrm>
        <a:off x="3524938" y="1234334"/>
        <a:ext cx="3877952" cy="518192"/>
      </dsp:txXfrm>
    </dsp:sp>
    <dsp:sp modelId="{1878E950-C539-4117-BD07-D66073FDE86F}">
      <dsp:nvSpPr>
        <dsp:cNvPr id="0" name=""/>
        <dsp:cNvSpPr/>
      </dsp:nvSpPr>
      <dsp:spPr>
        <a:xfrm>
          <a:off x="3496905" y="1809273"/>
          <a:ext cx="3934018" cy="574258"/>
        </a:xfrm>
        <a:prstGeom prst="roundRect">
          <a:avLst/>
        </a:prstGeom>
        <a:solidFill>
          <a:schemeClr val="accent2">
            <a:hueOff val="-419062"/>
            <a:satOff val="-4829"/>
            <a:lumOff val="107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30480" rIns="60960" bIns="30480" numCol="1" spcCol="1270" anchor="ctr" anchorCtr="0">
          <a:noAutofit/>
        </a:bodyPr>
        <a:lstStyle/>
        <a:p>
          <a:pPr marL="0" lvl="0" indent="0" algn="ctr" defTabSz="711200">
            <a:lnSpc>
              <a:spcPct val="90000"/>
            </a:lnSpc>
            <a:spcBef>
              <a:spcPct val="0"/>
            </a:spcBef>
            <a:spcAft>
              <a:spcPct val="35000"/>
            </a:spcAft>
            <a:buNone/>
          </a:pPr>
          <a:r>
            <a:rPr lang="en-GB" sz="1600" kern="1200"/>
            <a:t>Spring Boot API</a:t>
          </a:r>
          <a:endParaRPr lang="en-US" sz="1600" kern="1200"/>
        </a:p>
      </dsp:txBody>
      <dsp:txXfrm>
        <a:off x="3524938" y="1837306"/>
        <a:ext cx="3877952" cy="518192"/>
      </dsp:txXfrm>
    </dsp:sp>
    <dsp:sp modelId="{2F08D47B-8E8D-4066-AB8F-1D2CCB8398E1}">
      <dsp:nvSpPr>
        <dsp:cNvPr id="0" name=""/>
        <dsp:cNvSpPr/>
      </dsp:nvSpPr>
      <dsp:spPr>
        <a:xfrm>
          <a:off x="3496905" y="2412244"/>
          <a:ext cx="3934018" cy="574258"/>
        </a:xfrm>
        <a:prstGeom prst="roundRect">
          <a:avLst/>
        </a:prstGeom>
        <a:solidFill>
          <a:schemeClr val="accent2">
            <a:hueOff val="-558749"/>
            <a:satOff val="-6439"/>
            <a:lumOff val="143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30480" rIns="60960" bIns="30480" numCol="1" spcCol="1270" anchor="ctr" anchorCtr="0">
          <a:noAutofit/>
        </a:bodyPr>
        <a:lstStyle/>
        <a:p>
          <a:pPr marL="0" lvl="0" indent="0" algn="ctr" defTabSz="711200">
            <a:lnSpc>
              <a:spcPct val="90000"/>
            </a:lnSpc>
            <a:spcBef>
              <a:spcPct val="0"/>
            </a:spcBef>
            <a:spcAft>
              <a:spcPct val="35000"/>
            </a:spcAft>
            <a:buNone/>
          </a:pPr>
          <a:r>
            <a:rPr lang="en-GB" sz="1600" kern="1200"/>
            <a:t>Azure SQL Database</a:t>
          </a:r>
          <a:endParaRPr lang="en-US" sz="1600" kern="1200"/>
        </a:p>
      </dsp:txBody>
      <dsp:txXfrm>
        <a:off x="3524938" y="2440277"/>
        <a:ext cx="3877952" cy="518192"/>
      </dsp:txXfrm>
    </dsp:sp>
    <dsp:sp modelId="{C8E0BC41-434A-4B24-B952-A08F46D87DA6}">
      <dsp:nvSpPr>
        <dsp:cNvPr id="0" name=""/>
        <dsp:cNvSpPr/>
      </dsp:nvSpPr>
      <dsp:spPr>
        <a:xfrm>
          <a:off x="3496905" y="3015216"/>
          <a:ext cx="3934018" cy="574258"/>
        </a:xfrm>
        <a:prstGeom prst="roundRect">
          <a:avLst/>
        </a:prstGeom>
        <a:solidFill>
          <a:schemeClr val="accent2">
            <a:hueOff val="-698436"/>
            <a:satOff val="-8048"/>
            <a:lumOff val="179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30480" rIns="60960" bIns="30480" numCol="1" spcCol="1270" anchor="ctr" anchorCtr="0">
          <a:noAutofit/>
        </a:bodyPr>
        <a:lstStyle/>
        <a:p>
          <a:pPr marL="0" lvl="0" indent="0" algn="ctr" defTabSz="711200">
            <a:lnSpc>
              <a:spcPct val="90000"/>
            </a:lnSpc>
            <a:spcBef>
              <a:spcPct val="0"/>
            </a:spcBef>
            <a:spcAft>
              <a:spcPct val="35000"/>
            </a:spcAft>
            <a:buNone/>
          </a:pPr>
          <a:r>
            <a:rPr lang="en-GB" sz="1600" kern="1200"/>
            <a:t>Azure Blob Storage</a:t>
          </a:r>
          <a:endParaRPr lang="en-US" sz="1600" kern="1200"/>
        </a:p>
      </dsp:txBody>
      <dsp:txXfrm>
        <a:off x="3524938" y="3043249"/>
        <a:ext cx="3877952" cy="518192"/>
      </dsp:txXfrm>
    </dsp:sp>
    <dsp:sp modelId="{8FD611DB-1426-4734-A5FA-338F9206F458}">
      <dsp:nvSpPr>
        <dsp:cNvPr id="0" name=""/>
        <dsp:cNvSpPr/>
      </dsp:nvSpPr>
      <dsp:spPr>
        <a:xfrm>
          <a:off x="3496905" y="3618188"/>
          <a:ext cx="3934018" cy="574258"/>
        </a:xfrm>
        <a:prstGeom prst="roundRect">
          <a:avLst/>
        </a:prstGeom>
        <a:solidFill>
          <a:schemeClr val="accent2">
            <a:hueOff val="-838123"/>
            <a:satOff val="-9658"/>
            <a:lumOff val="215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30480" rIns="60960" bIns="30480" numCol="1" spcCol="1270" anchor="ctr" anchorCtr="0">
          <a:noAutofit/>
        </a:bodyPr>
        <a:lstStyle/>
        <a:p>
          <a:pPr marL="0" lvl="0" indent="0" algn="ctr" defTabSz="711200">
            <a:lnSpc>
              <a:spcPct val="90000"/>
            </a:lnSpc>
            <a:spcBef>
              <a:spcPct val="0"/>
            </a:spcBef>
            <a:spcAft>
              <a:spcPct val="35000"/>
            </a:spcAft>
            <a:buNone/>
          </a:pPr>
          <a:r>
            <a:rPr lang="en-GB" sz="1600" kern="1200"/>
            <a:t>React Frontend</a:t>
          </a:r>
          <a:endParaRPr lang="en-US" sz="1600" kern="1200"/>
        </a:p>
      </dsp:txBody>
      <dsp:txXfrm>
        <a:off x="3524938" y="3646221"/>
        <a:ext cx="3877952" cy="518192"/>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DF1291C-ECEA-46DF-A04C-B44A2042F1FD}">
      <dsp:nvSpPr>
        <dsp:cNvPr id="0" name=""/>
        <dsp:cNvSpPr/>
      </dsp:nvSpPr>
      <dsp:spPr>
        <a:xfrm>
          <a:off x="562927" y="788206"/>
          <a:ext cx="1445998" cy="1445998"/>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DFD472B-2599-4568-8C0D-9C2B57C8BD91}">
      <dsp:nvSpPr>
        <dsp:cNvPr id="0" name=""/>
        <dsp:cNvSpPr/>
      </dsp:nvSpPr>
      <dsp:spPr>
        <a:xfrm>
          <a:off x="871091" y="1096370"/>
          <a:ext cx="829671" cy="82967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09DFA4E-6C84-46CA-8A9A-A768458A5840}">
      <dsp:nvSpPr>
        <dsp:cNvPr id="0" name=""/>
        <dsp:cNvSpPr/>
      </dsp:nvSpPr>
      <dsp:spPr>
        <a:xfrm>
          <a:off x="100682" y="2684598"/>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GB" sz="1700" kern="1200"/>
            <a:t>Current deployment time is 15-16 minutes</a:t>
          </a:r>
          <a:endParaRPr lang="en-US" sz="1700" kern="1200"/>
        </a:p>
      </dsp:txBody>
      <dsp:txXfrm>
        <a:off x="100682" y="2684598"/>
        <a:ext cx="2370489" cy="720000"/>
      </dsp:txXfrm>
    </dsp:sp>
    <dsp:sp modelId="{CA1CE755-BB82-48FA-B203-FB4ED6977920}">
      <dsp:nvSpPr>
        <dsp:cNvPr id="0" name=""/>
        <dsp:cNvSpPr/>
      </dsp:nvSpPr>
      <dsp:spPr>
        <a:xfrm>
          <a:off x="3348252" y="788206"/>
          <a:ext cx="1445998" cy="1445998"/>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11E23C1-0618-4D1B-A70C-B346DCE19E63}">
      <dsp:nvSpPr>
        <dsp:cNvPr id="0" name=""/>
        <dsp:cNvSpPr/>
      </dsp:nvSpPr>
      <dsp:spPr>
        <a:xfrm>
          <a:off x="3656416" y="1096370"/>
          <a:ext cx="829671" cy="82967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46E0C65-E472-40A3-BC42-84B6401C687C}">
      <dsp:nvSpPr>
        <dsp:cNvPr id="0" name=""/>
        <dsp:cNvSpPr/>
      </dsp:nvSpPr>
      <dsp:spPr>
        <a:xfrm>
          <a:off x="2886007" y="2684598"/>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GB" sz="1700" kern="1200"/>
            <a:t>Multiple basic records</a:t>
          </a:r>
          <a:endParaRPr lang="en-US" sz="1700" kern="1200"/>
        </a:p>
      </dsp:txBody>
      <dsp:txXfrm>
        <a:off x="2886007" y="2684598"/>
        <a:ext cx="2370489" cy="720000"/>
      </dsp:txXfrm>
    </dsp:sp>
    <dsp:sp modelId="{AE8E2CCF-2FB8-4BEA-81F9-D8855A3A0FB8}">
      <dsp:nvSpPr>
        <dsp:cNvPr id="0" name=""/>
        <dsp:cNvSpPr/>
      </dsp:nvSpPr>
      <dsp:spPr>
        <a:xfrm>
          <a:off x="6133577" y="788206"/>
          <a:ext cx="1445998" cy="1445998"/>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9B58DC6-41C1-4DF0-923F-82AE59F48E45}">
      <dsp:nvSpPr>
        <dsp:cNvPr id="0" name=""/>
        <dsp:cNvSpPr/>
      </dsp:nvSpPr>
      <dsp:spPr>
        <a:xfrm>
          <a:off x="6441741" y="1096370"/>
          <a:ext cx="829671" cy="82967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FF125D3-9CEF-45C4-9694-9D1108763E8A}">
      <dsp:nvSpPr>
        <dsp:cNvPr id="0" name=""/>
        <dsp:cNvSpPr/>
      </dsp:nvSpPr>
      <dsp:spPr>
        <a:xfrm>
          <a:off x="5671332" y="2684598"/>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GB" sz="1700" kern="1200"/>
            <a:t>Single attachment record</a:t>
          </a:r>
          <a:endParaRPr lang="en-US" sz="1700" kern="1200"/>
        </a:p>
      </dsp:txBody>
      <dsp:txXfrm>
        <a:off x="5671332" y="2684598"/>
        <a:ext cx="2370489" cy="720000"/>
      </dsp:txXfrm>
    </dsp:sp>
    <dsp:sp modelId="{2474E107-66B6-4546-9106-34B4C5A51401}">
      <dsp:nvSpPr>
        <dsp:cNvPr id="0" name=""/>
        <dsp:cNvSpPr/>
      </dsp:nvSpPr>
      <dsp:spPr>
        <a:xfrm>
          <a:off x="8918902" y="788206"/>
          <a:ext cx="1445998" cy="1445998"/>
        </a:xfrm>
        <a:prstGeom prst="round2DiagRect">
          <a:avLst>
            <a:gd name="adj1" fmla="val 29727"/>
            <a:gd name="adj2" fmla="val 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FB1D9E3-CDBF-452C-8017-F5B58DA96790}">
      <dsp:nvSpPr>
        <dsp:cNvPr id="0" name=""/>
        <dsp:cNvSpPr/>
      </dsp:nvSpPr>
      <dsp:spPr>
        <a:xfrm>
          <a:off x="9227066" y="1096370"/>
          <a:ext cx="829671" cy="82967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18E17EC-D8D2-4480-9C13-0EB24AED6A12}">
      <dsp:nvSpPr>
        <dsp:cNvPr id="0" name=""/>
        <dsp:cNvSpPr/>
      </dsp:nvSpPr>
      <dsp:spPr>
        <a:xfrm>
          <a:off x="8456657" y="2684598"/>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GB" sz="1700" kern="1200"/>
            <a:t>MVP</a:t>
          </a:r>
          <a:endParaRPr lang="en-US" sz="1700" kern="1200"/>
        </a:p>
      </dsp:txBody>
      <dsp:txXfrm>
        <a:off x="8456657" y="2684598"/>
        <a:ext cx="2370489" cy="7200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D2D4C6F-85A5-457A-A5D1-936BE811DEEB}">
      <dsp:nvSpPr>
        <dsp:cNvPr id="0" name=""/>
        <dsp:cNvSpPr/>
      </dsp:nvSpPr>
      <dsp:spPr>
        <a:xfrm>
          <a:off x="0" y="0"/>
          <a:ext cx="8414428" cy="754704"/>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GB" sz="1900" kern="1200"/>
            <a:t>Stage will be added to deployment pipeline for dev and test environments</a:t>
          </a:r>
          <a:endParaRPr lang="en-US" sz="1900" kern="1200"/>
        </a:p>
      </dsp:txBody>
      <dsp:txXfrm>
        <a:off x="22105" y="22105"/>
        <a:ext cx="7511741" cy="710494"/>
      </dsp:txXfrm>
    </dsp:sp>
    <dsp:sp modelId="{436510A0-EA5B-47A8-8EDF-F87E14EF754C}">
      <dsp:nvSpPr>
        <dsp:cNvPr id="0" name=""/>
        <dsp:cNvSpPr/>
      </dsp:nvSpPr>
      <dsp:spPr>
        <a:xfrm>
          <a:off x="628350" y="859525"/>
          <a:ext cx="8414428" cy="754704"/>
        </a:xfrm>
        <a:prstGeom prst="roundRect">
          <a:avLst>
            <a:gd name="adj" fmla="val 1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GB" sz="1900" kern="1200"/>
            <a:t>This will seed data into SQL and blob storage in Azure for Errors and Omissions</a:t>
          </a:r>
          <a:endParaRPr lang="en-US" sz="1900" kern="1200"/>
        </a:p>
      </dsp:txBody>
      <dsp:txXfrm>
        <a:off x="650455" y="881630"/>
        <a:ext cx="7251309" cy="710494"/>
      </dsp:txXfrm>
    </dsp:sp>
    <dsp:sp modelId="{413F015D-81B0-4462-A0E5-279E27369CDB}">
      <dsp:nvSpPr>
        <dsp:cNvPr id="0" name=""/>
        <dsp:cNvSpPr/>
      </dsp:nvSpPr>
      <dsp:spPr>
        <a:xfrm>
          <a:off x="1256700" y="1719050"/>
          <a:ext cx="8414428" cy="754704"/>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GB" sz="1900" kern="1200"/>
            <a:t>Done through PowerShell scripts in the pipeline</a:t>
          </a:r>
          <a:endParaRPr lang="en-US" sz="1900" kern="1200"/>
        </a:p>
      </dsp:txBody>
      <dsp:txXfrm>
        <a:off x="1278805" y="1741155"/>
        <a:ext cx="7251309" cy="710494"/>
      </dsp:txXfrm>
    </dsp:sp>
    <dsp:sp modelId="{F9DBCCBF-DCAF-403B-888C-55E5071381B1}">
      <dsp:nvSpPr>
        <dsp:cNvPr id="0" name=""/>
        <dsp:cNvSpPr/>
      </dsp:nvSpPr>
      <dsp:spPr>
        <a:xfrm>
          <a:off x="1885050" y="2578575"/>
          <a:ext cx="8414428" cy="754704"/>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GB" sz="1900" kern="1200"/>
            <a:t>Records need to be valid</a:t>
          </a:r>
          <a:endParaRPr lang="en-US" sz="1900" kern="1200"/>
        </a:p>
      </dsp:txBody>
      <dsp:txXfrm>
        <a:off x="1907155" y="2600680"/>
        <a:ext cx="7251309" cy="710494"/>
      </dsp:txXfrm>
    </dsp:sp>
    <dsp:sp modelId="{C104822B-B346-479F-981B-2D68FCC4D2A0}">
      <dsp:nvSpPr>
        <dsp:cNvPr id="0" name=""/>
        <dsp:cNvSpPr/>
      </dsp:nvSpPr>
      <dsp:spPr>
        <a:xfrm>
          <a:off x="2513400" y="3438100"/>
          <a:ext cx="8414428" cy="754704"/>
        </a:xfrm>
        <a:prstGeom prst="roundRect">
          <a:avLst>
            <a:gd name="adj" fmla="val 10000"/>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GB" sz="1900" kern="1200"/>
            <a:t>Desire to not extend the pipeline runtime too much</a:t>
          </a:r>
          <a:endParaRPr lang="en-US" sz="1900" kern="1200"/>
        </a:p>
      </dsp:txBody>
      <dsp:txXfrm>
        <a:off x="2535505" y="3460205"/>
        <a:ext cx="7251309" cy="710494"/>
      </dsp:txXfrm>
    </dsp:sp>
    <dsp:sp modelId="{B1C8B839-D0F3-4BD6-8ABD-21A4B07473EA}">
      <dsp:nvSpPr>
        <dsp:cNvPr id="0" name=""/>
        <dsp:cNvSpPr/>
      </dsp:nvSpPr>
      <dsp:spPr>
        <a:xfrm>
          <a:off x="7923870" y="551353"/>
          <a:ext cx="490558" cy="490558"/>
        </a:xfrm>
        <a:prstGeom prst="downArrow">
          <a:avLst>
            <a:gd name="adj1" fmla="val 55000"/>
            <a:gd name="adj2" fmla="val 45000"/>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8034246" y="551353"/>
        <a:ext cx="269806" cy="369145"/>
      </dsp:txXfrm>
    </dsp:sp>
    <dsp:sp modelId="{7ADA6837-05FD-412B-BEDA-9991A744377E}">
      <dsp:nvSpPr>
        <dsp:cNvPr id="0" name=""/>
        <dsp:cNvSpPr/>
      </dsp:nvSpPr>
      <dsp:spPr>
        <a:xfrm>
          <a:off x="8552220" y="1410878"/>
          <a:ext cx="490558" cy="490558"/>
        </a:xfrm>
        <a:prstGeom prst="downArrow">
          <a:avLst>
            <a:gd name="adj1" fmla="val 55000"/>
            <a:gd name="adj2" fmla="val 45000"/>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8662596" y="1410878"/>
        <a:ext cx="269806" cy="369145"/>
      </dsp:txXfrm>
    </dsp:sp>
    <dsp:sp modelId="{BE7C3F49-3507-4452-BC77-2B996E5E4D78}">
      <dsp:nvSpPr>
        <dsp:cNvPr id="0" name=""/>
        <dsp:cNvSpPr/>
      </dsp:nvSpPr>
      <dsp:spPr>
        <a:xfrm>
          <a:off x="9180570" y="2257825"/>
          <a:ext cx="490558" cy="490558"/>
        </a:xfrm>
        <a:prstGeom prst="downArrow">
          <a:avLst>
            <a:gd name="adj1" fmla="val 55000"/>
            <a:gd name="adj2" fmla="val 45000"/>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9290946" y="2257825"/>
        <a:ext cx="269806" cy="369145"/>
      </dsp:txXfrm>
    </dsp:sp>
    <dsp:sp modelId="{F79B3EFE-D367-49BA-9B87-5DD724F2706C}">
      <dsp:nvSpPr>
        <dsp:cNvPr id="0" name=""/>
        <dsp:cNvSpPr/>
      </dsp:nvSpPr>
      <dsp:spPr>
        <a:xfrm>
          <a:off x="9808920" y="3125736"/>
          <a:ext cx="490558" cy="490558"/>
        </a:xfrm>
        <a:prstGeom prst="downArrow">
          <a:avLst>
            <a:gd name="adj1" fmla="val 55000"/>
            <a:gd name="adj2" fmla="val 45000"/>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9919296" y="3125736"/>
        <a:ext cx="269806" cy="369145"/>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2927905-4C96-4D2B-B764-BF5AD87923F1}">
      <dsp:nvSpPr>
        <dsp:cNvPr id="0" name=""/>
        <dsp:cNvSpPr/>
      </dsp:nvSpPr>
      <dsp:spPr>
        <a:xfrm>
          <a:off x="307345" y="1546"/>
          <a:ext cx="3222855" cy="1933713"/>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dirty="0"/>
            <a:t>4 records to be added to the database</a:t>
          </a:r>
          <a:endParaRPr lang="en-US" sz="2400" kern="1200" dirty="0"/>
        </a:p>
      </dsp:txBody>
      <dsp:txXfrm>
        <a:off x="307345" y="1546"/>
        <a:ext cx="3222855" cy="1933713"/>
      </dsp:txXfrm>
    </dsp:sp>
    <dsp:sp modelId="{F5F24157-CE75-46C5-BAD0-20941BDFBC82}">
      <dsp:nvSpPr>
        <dsp:cNvPr id="0" name=""/>
        <dsp:cNvSpPr/>
      </dsp:nvSpPr>
      <dsp:spPr>
        <a:xfrm>
          <a:off x="3852486" y="1546"/>
          <a:ext cx="3222855" cy="193371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a:t>1 record added afterwards that contains an attached image (DB and blob storage)</a:t>
          </a:r>
          <a:endParaRPr lang="en-US" sz="2400" kern="1200"/>
        </a:p>
      </dsp:txBody>
      <dsp:txXfrm>
        <a:off x="3852486" y="1546"/>
        <a:ext cx="3222855" cy="1933713"/>
      </dsp:txXfrm>
    </dsp:sp>
    <dsp:sp modelId="{0189AFB8-779D-4D0D-A141-A49B55039595}">
      <dsp:nvSpPr>
        <dsp:cNvPr id="0" name=""/>
        <dsp:cNvSpPr/>
      </dsp:nvSpPr>
      <dsp:spPr>
        <a:xfrm>
          <a:off x="7397627" y="1546"/>
          <a:ext cx="3222855" cy="1933713"/>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a:t>Data seeding pipeline is not extended by 10% over previous deployment time (15min 28sec)</a:t>
          </a:r>
          <a:endParaRPr lang="en-US" sz="2400" kern="1200"/>
        </a:p>
      </dsp:txBody>
      <dsp:txXfrm>
        <a:off x="7397627" y="1546"/>
        <a:ext cx="3222855" cy="1933713"/>
      </dsp:txXfrm>
    </dsp:sp>
    <dsp:sp modelId="{41F023E8-8741-4646-84F3-BC1ED0553D1D}">
      <dsp:nvSpPr>
        <dsp:cNvPr id="0" name=""/>
        <dsp:cNvSpPr/>
      </dsp:nvSpPr>
      <dsp:spPr>
        <a:xfrm>
          <a:off x="2079915" y="2257545"/>
          <a:ext cx="3222855" cy="1933713"/>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a:t>All code merged is reviewed and approved during PR</a:t>
          </a:r>
          <a:endParaRPr lang="en-US" sz="2400" kern="1200"/>
        </a:p>
      </dsp:txBody>
      <dsp:txXfrm>
        <a:off x="2079915" y="2257545"/>
        <a:ext cx="3222855" cy="1933713"/>
      </dsp:txXfrm>
    </dsp:sp>
    <dsp:sp modelId="{B9D6207E-804B-425B-AA4B-3FD7ED6FBED4}">
      <dsp:nvSpPr>
        <dsp:cNvPr id="0" name=""/>
        <dsp:cNvSpPr/>
      </dsp:nvSpPr>
      <dsp:spPr>
        <a:xfrm>
          <a:off x="5625057" y="2257545"/>
          <a:ext cx="3222855" cy="1933713"/>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a:t>Documentation about data seeding script / local frontend is produced</a:t>
          </a:r>
          <a:endParaRPr lang="en-US" sz="2400" kern="1200"/>
        </a:p>
      </dsp:txBody>
      <dsp:txXfrm>
        <a:off x="5625057" y="2257545"/>
        <a:ext cx="3222855" cy="193371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1B827F-BA14-45FF-B796-EDE2CFEB4997}">
      <dsp:nvSpPr>
        <dsp:cNvPr id="0" name=""/>
        <dsp:cNvSpPr/>
      </dsp:nvSpPr>
      <dsp:spPr>
        <a:xfrm>
          <a:off x="684914" y="1016402"/>
          <a:ext cx="1098000" cy="10980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CDB6D80-30FD-4185-8D5F-E0D3D1765792}">
      <dsp:nvSpPr>
        <dsp:cNvPr id="0" name=""/>
        <dsp:cNvSpPr/>
      </dsp:nvSpPr>
      <dsp:spPr>
        <a:xfrm>
          <a:off x="918914" y="1250402"/>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C4F2C56-36AB-4824-826B-16CA38B291A8}">
      <dsp:nvSpPr>
        <dsp:cNvPr id="0" name=""/>
        <dsp:cNvSpPr/>
      </dsp:nvSpPr>
      <dsp:spPr>
        <a:xfrm>
          <a:off x="333914" y="245640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GB" sz="1200" kern="1200"/>
            <a:t>Agile methodology</a:t>
          </a:r>
          <a:endParaRPr lang="en-US" sz="1200" kern="1200"/>
        </a:p>
      </dsp:txBody>
      <dsp:txXfrm>
        <a:off x="333914" y="2456402"/>
        <a:ext cx="1800000" cy="720000"/>
      </dsp:txXfrm>
    </dsp:sp>
    <dsp:sp modelId="{1BAB687E-CD49-4E66-989D-5A92BE3A6591}">
      <dsp:nvSpPr>
        <dsp:cNvPr id="0" name=""/>
        <dsp:cNvSpPr/>
      </dsp:nvSpPr>
      <dsp:spPr>
        <a:xfrm>
          <a:off x="2799914" y="1016402"/>
          <a:ext cx="1098000" cy="10980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EA2EE30-A42E-42C8-924B-341E988DDF19}">
      <dsp:nvSpPr>
        <dsp:cNvPr id="0" name=""/>
        <dsp:cNvSpPr/>
      </dsp:nvSpPr>
      <dsp:spPr>
        <a:xfrm>
          <a:off x="3033914" y="1250402"/>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D1D6D9C-D4DD-4B7F-B623-2CFA6B8456AE}">
      <dsp:nvSpPr>
        <dsp:cNvPr id="0" name=""/>
        <dsp:cNvSpPr/>
      </dsp:nvSpPr>
      <dsp:spPr>
        <a:xfrm>
          <a:off x="2448914" y="245640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GB" sz="1200" kern="1200"/>
            <a:t>Single Sprint (3 weeks)</a:t>
          </a:r>
          <a:endParaRPr lang="en-US" sz="1200" kern="1200"/>
        </a:p>
      </dsp:txBody>
      <dsp:txXfrm>
        <a:off x="2448914" y="2456402"/>
        <a:ext cx="1800000" cy="720000"/>
      </dsp:txXfrm>
    </dsp:sp>
    <dsp:sp modelId="{F6A8BD2F-3AB8-4C53-9573-985865F44944}">
      <dsp:nvSpPr>
        <dsp:cNvPr id="0" name=""/>
        <dsp:cNvSpPr/>
      </dsp:nvSpPr>
      <dsp:spPr>
        <a:xfrm>
          <a:off x="4914914" y="1016402"/>
          <a:ext cx="1098000" cy="1098000"/>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EBFACFA-504D-41D0-84E3-64EF94DA9F06}">
      <dsp:nvSpPr>
        <dsp:cNvPr id="0" name=""/>
        <dsp:cNvSpPr/>
      </dsp:nvSpPr>
      <dsp:spPr>
        <a:xfrm>
          <a:off x="5148914" y="1250402"/>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EF03485-C781-4666-B093-E5DBB5720AD8}">
      <dsp:nvSpPr>
        <dsp:cNvPr id="0" name=""/>
        <dsp:cNvSpPr/>
      </dsp:nvSpPr>
      <dsp:spPr>
        <a:xfrm>
          <a:off x="4563914" y="245640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GB" sz="1200" kern="1200"/>
            <a:t>Use of Azure DevOps Sprint Board</a:t>
          </a:r>
          <a:endParaRPr lang="en-US" sz="1200" kern="1200"/>
        </a:p>
      </dsp:txBody>
      <dsp:txXfrm>
        <a:off x="4563914" y="2456402"/>
        <a:ext cx="1800000" cy="720000"/>
      </dsp:txXfrm>
    </dsp:sp>
    <dsp:sp modelId="{93AEE5FE-15D0-4D2B-AF2E-EB54A7A0671C}">
      <dsp:nvSpPr>
        <dsp:cNvPr id="0" name=""/>
        <dsp:cNvSpPr/>
      </dsp:nvSpPr>
      <dsp:spPr>
        <a:xfrm>
          <a:off x="7029914" y="1016402"/>
          <a:ext cx="1098000" cy="1098000"/>
        </a:xfrm>
        <a:prstGeom prst="round2DiagRect">
          <a:avLst>
            <a:gd name="adj1" fmla="val 29727"/>
            <a:gd name="adj2" fmla="val 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23A86C6-737B-4359-B1CF-8DCB9F38D2F4}">
      <dsp:nvSpPr>
        <dsp:cNvPr id="0" name=""/>
        <dsp:cNvSpPr/>
      </dsp:nvSpPr>
      <dsp:spPr>
        <a:xfrm>
          <a:off x="7263914" y="1250402"/>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8EE51CE-EAC3-477F-80CF-E72AD36D048E}">
      <dsp:nvSpPr>
        <dsp:cNvPr id="0" name=""/>
        <dsp:cNvSpPr/>
      </dsp:nvSpPr>
      <dsp:spPr>
        <a:xfrm>
          <a:off x="6678914" y="245640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GB" sz="1200" kern="1200"/>
            <a:t>Git as source control</a:t>
          </a:r>
          <a:endParaRPr lang="en-US" sz="1200" kern="1200"/>
        </a:p>
      </dsp:txBody>
      <dsp:txXfrm>
        <a:off x="6678914" y="2456402"/>
        <a:ext cx="1800000" cy="720000"/>
      </dsp:txXfrm>
    </dsp:sp>
    <dsp:sp modelId="{3F2913AA-206C-4CEB-8F1E-8E4CED2D3F31}">
      <dsp:nvSpPr>
        <dsp:cNvPr id="0" name=""/>
        <dsp:cNvSpPr/>
      </dsp:nvSpPr>
      <dsp:spPr>
        <a:xfrm>
          <a:off x="9144914" y="1016402"/>
          <a:ext cx="1098000" cy="1098000"/>
        </a:xfrm>
        <a:prstGeom prst="round2DiagRect">
          <a:avLst>
            <a:gd name="adj1" fmla="val 29727"/>
            <a:gd name="adj2" fmla="val 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54587A5-48C8-49C1-84F4-EEB88882DF1F}">
      <dsp:nvSpPr>
        <dsp:cNvPr id="0" name=""/>
        <dsp:cNvSpPr/>
      </dsp:nvSpPr>
      <dsp:spPr>
        <a:xfrm>
          <a:off x="9378914" y="1250402"/>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D3AD9C6-60A8-4E2C-8FAD-354176C77E90}">
      <dsp:nvSpPr>
        <dsp:cNvPr id="0" name=""/>
        <dsp:cNvSpPr/>
      </dsp:nvSpPr>
      <dsp:spPr>
        <a:xfrm>
          <a:off x="8793914" y="245640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GB" sz="1200" kern="1200"/>
            <a:t>Enables changes and opportunities for improved practice</a:t>
          </a:r>
          <a:endParaRPr lang="en-US" sz="1200" kern="1200"/>
        </a:p>
      </dsp:txBody>
      <dsp:txXfrm>
        <a:off x="8793914" y="2456402"/>
        <a:ext cx="1800000" cy="72000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D56CB1B-6ADB-442D-B793-2FFCDB16AC06}">
      <dsp:nvSpPr>
        <dsp:cNvPr id="0" name=""/>
        <dsp:cNvSpPr/>
      </dsp:nvSpPr>
      <dsp:spPr>
        <a:xfrm>
          <a:off x="2278" y="1863331"/>
          <a:ext cx="1233754" cy="1727256"/>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96188" tIns="330200" rIns="96188" bIns="330200" numCol="1" spcCol="1270" anchor="t" anchorCtr="0">
          <a:noAutofit/>
        </a:bodyPr>
        <a:lstStyle/>
        <a:p>
          <a:pPr marL="0" lvl="0" indent="0" algn="l" defTabSz="488950">
            <a:lnSpc>
              <a:spcPct val="90000"/>
            </a:lnSpc>
            <a:spcBef>
              <a:spcPct val="0"/>
            </a:spcBef>
            <a:spcAft>
              <a:spcPct val="35000"/>
            </a:spcAft>
            <a:buNone/>
          </a:pPr>
          <a:r>
            <a:rPr lang="en-GB" sz="1100" kern="1200"/>
            <a:t>Phase 1: Research and Analysis</a:t>
          </a:r>
          <a:endParaRPr lang="en-US" sz="1100" kern="1200"/>
        </a:p>
      </dsp:txBody>
      <dsp:txXfrm>
        <a:off x="2278" y="2519689"/>
        <a:ext cx="1233754" cy="1036353"/>
      </dsp:txXfrm>
    </dsp:sp>
    <dsp:sp modelId="{92EFB823-4975-4A8E-803C-2B59937911E4}">
      <dsp:nvSpPr>
        <dsp:cNvPr id="0" name=""/>
        <dsp:cNvSpPr/>
      </dsp:nvSpPr>
      <dsp:spPr>
        <a:xfrm>
          <a:off x="360067" y="2036057"/>
          <a:ext cx="518176" cy="518176"/>
        </a:xfrm>
        <a:prstGeom prst="ellips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40399" tIns="12700" rIns="40399" bIns="12700" numCol="1" spcCol="1270" anchor="ctr" anchorCtr="0">
          <a:noAutofit/>
        </a:bodyPr>
        <a:lstStyle/>
        <a:p>
          <a:pPr marL="0" lvl="0" indent="0" algn="ctr" defTabSz="1066800">
            <a:lnSpc>
              <a:spcPct val="90000"/>
            </a:lnSpc>
            <a:spcBef>
              <a:spcPct val="0"/>
            </a:spcBef>
            <a:spcAft>
              <a:spcPct val="35000"/>
            </a:spcAft>
            <a:buNone/>
          </a:pPr>
          <a:r>
            <a:rPr lang="en-US" sz="2400" kern="1200"/>
            <a:t>1</a:t>
          </a:r>
        </a:p>
      </dsp:txBody>
      <dsp:txXfrm>
        <a:off x="435952" y="2111942"/>
        <a:ext cx="366406" cy="366406"/>
      </dsp:txXfrm>
    </dsp:sp>
    <dsp:sp modelId="{3E1A3C2B-DC31-4F1B-B4DC-659BBC1175F0}">
      <dsp:nvSpPr>
        <dsp:cNvPr id="0" name=""/>
        <dsp:cNvSpPr/>
      </dsp:nvSpPr>
      <dsp:spPr>
        <a:xfrm>
          <a:off x="2278" y="3590516"/>
          <a:ext cx="1233754" cy="72"/>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1270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688F7EC8-D15A-4A01-AE22-B5552A146A59}">
      <dsp:nvSpPr>
        <dsp:cNvPr id="0" name=""/>
        <dsp:cNvSpPr/>
      </dsp:nvSpPr>
      <dsp:spPr>
        <a:xfrm>
          <a:off x="1359408" y="1863331"/>
          <a:ext cx="1233754" cy="1727256"/>
        </a:xfrm>
        <a:prstGeom prst="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96188" tIns="330200" rIns="96188" bIns="330200" numCol="1" spcCol="1270" anchor="t" anchorCtr="0">
          <a:noAutofit/>
        </a:bodyPr>
        <a:lstStyle/>
        <a:p>
          <a:pPr marL="0" lvl="0" indent="0" algn="l" defTabSz="488950">
            <a:lnSpc>
              <a:spcPct val="90000"/>
            </a:lnSpc>
            <a:spcBef>
              <a:spcPct val="0"/>
            </a:spcBef>
            <a:spcAft>
              <a:spcPct val="35000"/>
            </a:spcAft>
            <a:buNone/>
          </a:pPr>
          <a:r>
            <a:rPr lang="en-GB" sz="1100" kern="1200"/>
            <a:t>Phase 2: Design</a:t>
          </a:r>
          <a:endParaRPr lang="en-US" sz="1100" kern="1200"/>
        </a:p>
      </dsp:txBody>
      <dsp:txXfrm>
        <a:off x="1359408" y="2519689"/>
        <a:ext cx="1233754" cy="1036353"/>
      </dsp:txXfrm>
    </dsp:sp>
    <dsp:sp modelId="{35437E96-0C5C-4A3D-A001-FC6B5D813FCB}">
      <dsp:nvSpPr>
        <dsp:cNvPr id="0" name=""/>
        <dsp:cNvSpPr/>
      </dsp:nvSpPr>
      <dsp:spPr>
        <a:xfrm>
          <a:off x="1717197" y="2036057"/>
          <a:ext cx="518176" cy="51817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1270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40399" tIns="12700" rIns="40399" bIns="12700" numCol="1" spcCol="1270" anchor="ctr" anchorCtr="0">
          <a:noAutofit/>
        </a:bodyPr>
        <a:lstStyle/>
        <a:p>
          <a:pPr marL="0" lvl="0" indent="0" algn="ctr" defTabSz="1066800">
            <a:lnSpc>
              <a:spcPct val="90000"/>
            </a:lnSpc>
            <a:spcBef>
              <a:spcPct val="0"/>
            </a:spcBef>
            <a:spcAft>
              <a:spcPct val="35000"/>
            </a:spcAft>
            <a:buNone/>
          </a:pPr>
          <a:r>
            <a:rPr lang="en-US" sz="2400" kern="1200"/>
            <a:t>2</a:t>
          </a:r>
        </a:p>
      </dsp:txBody>
      <dsp:txXfrm>
        <a:off x="1793082" y="2111942"/>
        <a:ext cx="366406" cy="366406"/>
      </dsp:txXfrm>
    </dsp:sp>
    <dsp:sp modelId="{E1D4BF14-19B0-45F1-A2DE-C8094A8D7F0D}">
      <dsp:nvSpPr>
        <dsp:cNvPr id="0" name=""/>
        <dsp:cNvSpPr/>
      </dsp:nvSpPr>
      <dsp:spPr>
        <a:xfrm>
          <a:off x="1359408" y="3590516"/>
          <a:ext cx="1233754" cy="72"/>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1270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72574F71-DEAD-4D6D-96E9-7829D8A2A0EC}">
      <dsp:nvSpPr>
        <dsp:cNvPr id="0" name=""/>
        <dsp:cNvSpPr/>
      </dsp:nvSpPr>
      <dsp:spPr>
        <a:xfrm>
          <a:off x="2716539" y="1863331"/>
          <a:ext cx="1233754" cy="1727256"/>
        </a:xfrm>
        <a:prstGeom prst="rect">
          <a:avLst/>
        </a:prstGeom>
        <a:solidFill>
          <a:schemeClr val="accent4">
            <a:tint val="40000"/>
            <a:alpha val="90000"/>
            <a:hueOff val="0"/>
            <a:satOff val="0"/>
            <a:lumOff val="0"/>
            <a:alphaOff val="0"/>
          </a:schemeClr>
        </a:solidFill>
        <a:ln w="12700" cap="flat" cmpd="sng" algn="ctr">
          <a:solidFill>
            <a:schemeClr val="accent4">
              <a:tint val="40000"/>
              <a:alpha val="9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96188" tIns="330200" rIns="96188" bIns="330200" numCol="1" spcCol="1270" anchor="t" anchorCtr="0">
          <a:noAutofit/>
        </a:bodyPr>
        <a:lstStyle/>
        <a:p>
          <a:pPr marL="0" lvl="0" indent="0" algn="l" defTabSz="488950">
            <a:lnSpc>
              <a:spcPct val="90000"/>
            </a:lnSpc>
            <a:spcBef>
              <a:spcPct val="0"/>
            </a:spcBef>
            <a:spcAft>
              <a:spcPct val="35000"/>
            </a:spcAft>
            <a:buNone/>
          </a:pPr>
          <a:r>
            <a:rPr lang="en-GB" sz="1100" kern="1200"/>
            <a:t>Phase 3: Implementation</a:t>
          </a:r>
          <a:endParaRPr lang="en-US" sz="1100" kern="1200"/>
        </a:p>
      </dsp:txBody>
      <dsp:txXfrm>
        <a:off x="2716539" y="2519689"/>
        <a:ext cx="1233754" cy="1036353"/>
      </dsp:txXfrm>
    </dsp:sp>
    <dsp:sp modelId="{90914A6F-BB2F-46CA-BB49-6674302630E2}">
      <dsp:nvSpPr>
        <dsp:cNvPr id="0" name=""/>
        <dsp:cNvSpPr/>
      </dsp:nvSpPr>
      <dsp:spPr>
        <a:xfrm>
          <a:off x="3074328" y="2036057"/>
          <a:ext cx="518176" cy="518176"/>
        </a:xfrm>
        <a:prstGeom prst="ellipse">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w="12700" cap="flat" cmpd="sng" algn="ctr">
          <a:solidFill>
            <a:schemeClr val="accent6">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40399" tIns="12700" rIns="40399" bIns="12700" numCol="1" spcCol="1270" anchor="ctr" anchorCtr="0">
          <a:noAutofit/>
        </a:bodyPr>
        <a:lstStyle/>
        <a:p>
          <a:pPr marL="0" lvl="0" indent="0" algn="ctr" defTabSz="1066800">
            <a:lnSpc>
              <a:spcPct val="90000"/>
            </a:lnSpc>
            <a:spcBef>
              <a:spcPct val="0"/>
            </a:spcBef>
            <a:spcAft>
              <a:spcPct val="35000"/>
            </a:spcAft>
            <a:buNone/>
          </a:pPr>
          <a:r>
            <a:rPr lang="en-US" sz="2400" kern="1200"/>
            <a:t>3</a:t>
          </a:r>
        </a:p>
      </dsp:txBody>
      <dsp:txXfrm>
        <a:off x="3150213" y="2111942"/>
        <a:ext cx="366406" cy="366406"/>
      </dsp:txXfrm>
    </dsp:sp>
    <dsp:sp modelId="{4CF35331-A0B7-49A2-B68A-BD3AB0B9F71B}">
      <dsp:nvSpPr>
        <dsp:cNvPr id="0" name=""/>
        <dsp:cNvSpPr/>
      </dsp:nvSpPr>
      <dsp:spPr>
        <a:xfrm>
          <a:off x="2716539" y="3590516"/>
          <a:ext cx="1233754" cy="72"/>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6AF68572-D59B-4378-8716-2D5235CAB550}">
      <dsp:nvSpPr>
        <dsp:cNvPr id="0" name=""/>
        <dsp:cNvSpPr/>
      </dsp:nvSpPr>
      <dsp:spPr>
        <a:xfrm>
          <a:off x="4073669" y="1863331"/>
          <a:ext cx="1233754" cy="1727256"/>
        </a:xfrm>
        <a:prstGeom prst="rect">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96188" tIns="330200" rIns="96188" bIns="330200" numCol="1" spcCol="1270" anchor="t" anchorCtr="0">
          <a:noAutofit/>
        </a:bodyPr>
        <a:lstStyle/>
        <a:p>
          <a:pPr marL="0" lvl="0" indent="0" algn="l" defTabSz="488950">
            <a:lnSpc>
              <a:spcPct val="90000"/>
            </a:lnSpc>
            <a:spcBef>
              <a:spcPct val="0"/>
            </a:spcBef>
            <a:spcAft>
              <a:spcPct val="35000"/>
            </a:spcAft>
            <a:buNone/>
          </a:pPr>
          <a:r>
            <a:rPr lang="en-GB" sz="1100" kern="1200"/>
            <a:t>Phase 4: Testing</a:t>
          </a:r>
          <a:endParaRPr lang="en-US" sz="1100" kern="1200"/>
        </a:p>
      </dsp:txBody>
      <dsp:txXfrm>
        <a:off x="4073669" y="2519689"/>
        <a:ext cx="1233754" cy="1036353"/>
      </dsp:txXfrm>
    </dsp:sp>
    <dsp:sp modelId="{B534FBA3-19E4-43FA-BCA5-1A7B39322A9B}">
      <dsp:nvSpPr>
        <dsp:cNvPr id="0" name=""/>
        <dsp:cNvSpPr/>
      </dsp:nvSpPr>
      <dsp:spPr>
        <a:xfrm>
          <a:off x="4431458" y="2036057"/>
          <a:ext cx="518176" cy="518176"/>
        </a:xfrm>
        <a:prstGeom prst="ellips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1270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40399" tIns="12700" rIns="40399" bIns="12700" numCol="1" spcCol="1270" anchor="ctr" anchorCtr="0">
          <a:noAutofit/>
        </a:bodyPr>
        <a:lstStyle/>
        <a:p>
          <a:pPr marL="0" lvl="0" indent="0" algn="ctr" defTabSz="1066800">
            <a:lnSpc>
              <a:spcPct val="90000"/>
            </a:lnSpc>
            <a:spcBef>
              <a:spcPct val="0"/>
            </a:spcBef>
            <a:spcAft>
              <a:spcPct val="35000"/>
            </a:spcAft>
            <a:buNone/>
          </a:pPr>
          <a:r>
            <a:rPr lang="en-US" sz="2400" kern="1200"/>
            <a:t>4</a:t>
          </a:r>
        </a:p>
      </dsp:txBody>
      <dsp:txXfrm>
        <a:off x="4507343" y="2111942"/>
        <a:ext cx="366406" cy="366406"/>
      </dsp:txXfrm>
    </dsp:sp>
    <dsp:sp modelId="{D9CA72F0-6E45-47D9-87BF-341753F8087A}">
      <dsp:nvSpPr>
        <dsp:cNvPr id="0" name=""/>
        <dsp:cNvSpPr/>
      </dsp:nvSpPr>
      <dsp:spPr>
        <a:xfrm>
          <a:off x="4073669" y="3590516"/>
          <a:ext cx="1233754" cy="72"/>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1270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94499082-7EDB-4D11-9D02-9D1221475C97}">
      <dsp:nvSpPr>
        <dsp:cNvPr id="0" name=""/>
        <dsp:cNvSpPr/>
      </dsp:nvSpPr>
      <dsp:spPr>
        <a:xfrm>
          <a:off x="5430799" y="1863331"/>
          <a:ext cx="1233754" cy="1727256"/>
        </a:xfrm>
        <a:prstGeom prst="rect">
          <a:avLst/>
        </a:prstGeom>
        <a:solidFill>
          <a:schemeClr val="accent6">
            <a:tint val="40000"/>
            <a:alpha val="90000"/>
            <a:hueOff val="0"/>
            <a:satOff val="0"/>
            <a:lumOff val="0"/>
            <a:alphaOff val="0"/>
          </a:schemeClr>
        </a:solidFill>
        <a:ln w="12700" cap="flat" cmpd="sng" algn="ctr">
          <a:solidFill>
            <a:schemeClr val="accent6">
              <a:tint val="40000"/>
              <a:alpha val="9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96188" tIns="330200" rIns="96188" bIns="330200" numCol="1" spcCol="1270" anchor="t" anchorCtr="0">
          <a:noAutofit/>
        </a:bodyPr>
        <a:lstStyle/>
        <a:p>
          <a:pPr marL="0" lvl="0" indent="0" algn="l" defTabSz="488950">
            <a:lnSpc>
              <a:spcPct val="90000"/>
            </a:lnSpc>
            <a:spcBef>
              <a:spcPct val="0"/>
            </a:spcBef>
            <a:spcAft>
              <a:spcPct val="35000"/>
            </a:spcAft>
            <a:buNone/>
          </a:pPr>
          <a:r>
            <a:rPr lang="en-GB" sz="1100" kern="1200"/>
            <a:t>Phase 5: Documentation</a:t>
          </a:r>
          <a:endParaRPr lang="en-US" sz="1100" kern="1200"/>
        </a:p>
      </dsp:txBody>
      <dsp:txXfrm>
        <a:off x="5430799" y="2519689"/>
        <a:ext cx="1233754" cy="1036353"/>
      </dsp:txXfrm>
    </dsp:sp>
    <dsp:sp modelId="{3883F2FE-3E63-4411-BAF8-3E2DF71C6AE2}">
      <dsp:nvSpPr>
        <dsp:cNvPr id="0" name=""/>
        <dsp:cNvSpPr/>
      </dsp:nvSpPr>
      <dsp:spPr>
        <a:xfrm>
          <a:off x="5788588" y="2036057"/>
          <a:ext cx="518176" cy="518176"/>
        </a:xfrm>
        <a:prstGeom prst="ellips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1270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40399" tIns="12700" rIns="40399" bIns="12700" numCol="1" spcCol="1270" anchor="ctr" anchorCtr="0">
          <a:noAutofit/>
        </a:bodyPr>
        <a:lstStyle/>
        <a:p>
          <a:pPr marL="0" lvl="0" indent="0" algn="ctr" defTabSz="1066800">
            <a:lnSpc>
              <a:spcPct val="90000"/>
            </a:lnSpc>
            <a:spcBef>
              <a:spcPct val="0"/>
            </a:spcBef>
            <a:spcAft>
              <a:spcPct val="35000"/>
            </a:spcAft>
            <a:buNone/>
          </a:pPr>
          <a:r>
            <a:rPr lang="en-US" sz="2400" kern="1200"/>
            <a:t>5</a:t>
          </a:r>
        </a:p>
      </dsp:txBody>
      <dsp:txXfrm>
        <a:off x="5864473" y="2111942"/>
        <a:ext cx="366406" cy="366406"/>
      </dsp:txXfrm>
    </dsp:sp>
    <dsp:sp modelId="{F876B74A-9BA3-42FD-AE3D-E26DC40400F9}">
      <dsp:nvSpPr>
        <dsp:cNvPr id="0" name=""/>
        <dsp:cNvSpPr/>
      </dsp:nvSpPr>
      <dsp:spPr>
        <a:xfrm>
          <a:off x="5430799" y="3590516"/>
          <a:ext cx="1233754" cy="72"/>
        </a:xfrm>
        <a:prstGeom prst="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w="12700" cap="flat" cmpd="sng" algn="ctr">
          <a:solidFill>
            <a:schemeClr val="accent6">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4C29B5-4769-4181-9CEF-2B0E9CC76162}">
      <dsp:nvSpPr>
        <dsp:cNvPr id="0" name=""/>
        <dsp:cNvSpPr/>
      </dsp:nvSpPr>
      <dsp:spPr>
        <a:xfrm>
          <a:off x="0" y="2726960"/>
          <a:ext cx="6666833" cy="0"/>
        </a:xfrm>
        <a:prstGeom prst="line">
          <a:avLst/>
        </a:prstGeom>
        <a:solidFill>
          <a:schemeClr val="lt1">
            <a:alpha val="90000"/>
            <a:hueOff val="0"/>
            <a:satOff val="0"/>
            <a:lumOff val="0"/>
            <a:alphaOff val="0"/>
          </a:schemeClr>
        </a:solidFill>
        <a:ln w="19050" cap="flat" cmpd="sng" algn="ctr">
          <a:solidFill>
            <a:schemeClr val="accent5">
              <a:hueOff val="0"/>
              <a:satOff val="0"/>
              <a:lumOff val="0"/>
              <a:alphaOff val="0"/>
            </a:schemeClr>
          </a:solidFill>
          <a:prstDash val="solid"/>
          <a:miter lim="800000"/>
          <a:tailEnd type="triangle" w="lg" len="lg"/>
        </a:ln>
        <a:effectLst/>
      </dsp:spPr>
      <dsp:style>
        <a:lnRef idx="1">
          <a:scrgbClr r="0" g="0" b="0"/>
        </a:lnRef>
        <a:fillRef idx="1">
          <a:scrgbClr r="0" g="0" b="0"/>
        </a:fillRef>
        <a:effectRef idx="0">
          <a:scrgbClr r="0" g="0" b="0"/>
        </a:effectRef>
        <a:fontRef idx="minor"/>
      </dsp:style>
    </dsp:sp>
    <dsp:sp modelId="{CB5F1DFD-70EE-453D-9660-7A6009AB7893}">
      <dsp:nvSpPr>
        <dsp:cNvPr id="0" name=""/>
        <dsp:cNvSpPr/>
      </dsp:nvSpPr>
      <dsp:spPr>
        <a:xfrm rot="8100000">
          <a:off x="80869" y="636502"/>
          <a:ext cx="384986" cy="384986"/>
        </a:xfrm>
        <a:prstGeom prst="teardrop">
          <a:avLst>
            <a:gd name="adj" fmla="val 115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1270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542B7948-885A-4C5F-84D5-AF7D499280EC}">
      <dsp:nvSpPr>
        <dsp:cNvPr id="0" name=""/>
        <dsp:cNvSpPr/>
      </dsp:nvSpPr>
      <dsp:spPr>
        <a:xfrm>
          <a:off x="123638" y="679271"/>
          <a:ext cx="299449" cy="299449"/>
        </a:xfrm>
        <a:prstGeom prst="ellipse">
          <a:avLst/>
        </a:prstGeom>
        <a:solidFill>
          <a:schemeClr val="lt1">
            <a:alpha val="90000"/>
            <a:hueOff val="0"/>
            <a:satOff val="0"/>
            <a:lumOff val="0"/>
            <a:alphaOff val="0"/>
          </a:schemeClr>
        </a:solidFill>
        <a:ln w="12700" cap="flat" cmpd="sng" algn="ctr">
          <a:noFill/>
          <a:prstDash val="solid"/>
          <a:miter lim="800000"/>
        </a:ln>
        <a:effectLst/>
      </dsp:spPr>
      <dsp:style>
        <a:lnRef idx="1">
          <a:scrgbClr r="0" g="0" b="0"/>
        </a:lnRef>
        <a:fillRef idx="1">
          <a:scrgbClr r="0" g="0" b="0"/>
        </a:fillRef>
        <a:effectRef idx="0">
          <a:scrgbClr r="0" g="0" b="0"/>
        </a:effectRef>
        <a:fontRef idx="minor"/>
      </dsp:style>
    </dsp:sp>
    <dsp:sp modelId="{B535F6E2-6A93-4F68-9ACA-63FA3C66DFB6}">
      <dsp:nvSpPr>
        <dsp:cNvPr id="0" name=""/>
        <dsp:cNvSpPr/>
      </dsp:nvSpPr>
      <dsp:spPr>
        <a:xfrm>
          <a:off x="545589" y="1112599"/>
          <a:ext cx="2133674" cy="1614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95250" rIns="95250" bIns="142875" numCol="1" spcCol="1270" anchor="t" anchorCtr="0">
          <a:noAutofit/>
        </a:bodyPr>
        <a:lstStyle/>
        <a:p>
          <a:pPr marL="0" lvl="0" indent="0" algn="l" defTabSz="666750">
            <a:lnSpc>
              <a:spcPct val="90000"/>
            </a:lnSpc>
            <a:spcBef>
              <a:spcPct val="0"/>
            </a:spcBef>
            <a:spcAft>
              <a:spcPct val="35000"/>
            </a:spcAft>
            <a:buNone/>
          </a:pPr>
          <a:endParaRPr lang="en-US" sz="1500" kern="1200"/>
        </a:p>
      </dsp:txBody>
      <dsp:txXfrm>
        <a:off x="545589" y="1112599"/>
        <a:ext cx="2133674" cy="1614360"/>
      </dsp:txXfrm>
    </dsp:sp>
    <dsp:sp modelId="{282D1CF3-0688-44D8-AC18-E3D374D82237}">
      <dsp:nvSpPr>
        <dsp:cNvPr id="0" name=""/>
        <dsp:cNvSpPr/>
      </dsp:nvSpPr>
      <dsp:spPr>
        <a:xfrm>
          <a:off x="545589" y="545391"/>
          <a:ext cx="2133674" cy="56720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127000" bIns="0" numCol="1" spcCol="1270" anchor="ctr" anchorCtr="0">
          <a:noAutofit/>
        </a:bodyPr>
        <a:lstStyle/>
        <a:p>
          <a:pPr marL="0" lvl="0" indent="0" algn="l" defTabSz="889000">
            <a:lnSpc>
              <a:spcPct val="90000"/>
            </a:lnSpc>
            <a:spcBef>
              <a:spcPct val="0"/>
            </a:spcBef>
            <a:spcAft>
              <a:spcPct val="35000"/>
            </a:spcAft>
            <a:buNone/>
            <a:defRPr b="1"/>
          </a:pPr>
          <a:r>
            <a:rPr lang="en-US" sz="2000" kern="1200" dirty="0"/>
            <a:t>4–6 Mar.</a:t>
          </a:r>
        </a:p>
      </dsp:txBody>
      <dsp:txXfrm>
        <a:off x="545589" y="545391"/>
        <a:ext cx="2133674" cy="567207"/>
      </dsp:txXfrm>
    </dsp:sp>
    <dsp:sp modelId="{3EC26123-B7E4-4435-8462-3FC16BBBD25F}">
      <dsp:nvSpPr>
        <dsp:cNvPr id="0" name=""/>
        <dsp:cNvSpPr/>
      </dsp:nvSpPr>
      <dsp:spPr>
        <a:xfrm>
          <a:off x="273362" y="1112599"/>
          <a:ext cx="0" cy="1614360"/>
        </a:xfrm>
        <a:prstGeom prst="line">
          <a:avLst/>
        </a:prstGeom>
        <a:noFill/>
        <a:ln w="12700" cap="flat" cmpd="sng" algn="ctr">
          <a:solidFill>
            <a:schemeClr val="accent5">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8BE378E1-1D85-435B-B1B5-AD48C5F40C54}">
      <dsp:nvSpPr>
        <dsp:cNvPr id="0" name=""/>
        <dsp:cNvSpPr/>
      </dsp:nvSpPr>
      <dsp:spPr>
        <a:xfrm>
          <a:off x="235739" y="2675911"/>
          <a:ext cx="98001" cy="102097"/>
        </a:xfrm>
        <a:prstGeom prst="ellipse">
          <a:avLst/>
        </a:prstGeom>
        <a:gradFill rotWithShape="0">
          <a:gsLst>
            <a:gs pos="0">
              <a:schemeClr val="accent5">
                <a:satMod val="103000"/>
                <a:lumMod val="102000"/>
                <a:tint val="94000"/>
              </a:schemeClr>
            </a:gs>
            <a:gs pos="50000">
              <a:schemeClr val="accent5">
                <a:satMod val="110000"/>
                <a:lumMod val="100000"/>
                <a:shade val="100000"/>
              </a:schemeClr>
            </a:gs>
            <a:gs pos="100000">
              <a:schemeClr val="accent5">
                <a:lumMod val="99000"/>
                <a:satMod val="120000"/>
                <a:shade val="78000"/>
              </a:schemeClr>
            </a:gs>
          </a:gsLst>
          <a:lin ang="5400000" scaled="0"/>
        </a:gradFill>
        <a:ln w="6350" cap="flat" cmpd="sng" algn="ctr">
          <a:solidFill>
            <a:schemeClr val="lt1">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925CC0C6-0FD5-4699-9F01-6D0E55B7312D}">
      <dsp:nvSpPr>
        <dsp:cNvPr id="0" name=""/>
        <dsp:cNvSpPr/>
      </dsp:nvSpPr>
      <dsp:spPr>
        <a:xfrm rot="18900000">
          <a:off x="1409680" y="4432430"/>
          <a:ext cx="384986" cy="384986"/>
        </a:xfrm>
        <a:prstGeom prst="teardrop">
          <a:avLst>
            <a:gd name="adj" fmla="val 115000"/>
          </a:avLst>
        </a:prstGeom>
        <a:gradFill rotWithShape="0">
          <a:gsLst>
            <a:gs pos="0">
              <a:schemeClr val="accent5">
                <a:hueOff val="-612379"/>
                <a:satOff val="90"/>
                <a:lumOff val="-2157"/>
                <a:alphaOff val="0"/>
                <a:satMod val="103000"/>
                <a:lumMod val="102000"/>
                <a:tint val="94000"/>
              </a:schemeClr>
            </a:gs>
            <a:gs pos="50000">
              <a:schemeClr val="accent5">
                <a:hueOff val="-612379"/>
                <a:satOff val="90"/>
                <a:lumOff val="-2157"/>
                <a:alphaOff val="0"/>
                <a:satMod val="110000"/>
                <a:lumMod val="100000"/>
                <a:shade val="100000"/>
              </a:schemeClr>
            </a:gs>
            <a:gs pos="100000">
              <a:schemeClr val="accent5">
                <a:hueOff val="-612379"/>
                <a:satOff val="90"/>
                <a:lumOff val="-2157"/>
                <a:alphaOff val="0"/>
                <a:lumMod val="99000"/>
                <a:satMod val="120000"/>
                <a:shade val="78000"/>
              </a:schemeClr>
            </a:gs>
          </a:gsLst>
          <a:lin ang="5400000" scaled="0"/>
        </a:gradFill>
        <a:ln w="12700" cap="flat" cmpd="sng" algn="ctr">
          <a:solidFill>
            <a:schemeClr val="accent5">
              <a:hueOff val="-612379"/>
              <a:satOff val="90"/>
              <a:lumOff val="-2157"/>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913902B-3104-4DA9-A0F4-46D064E101AF}">
      <dsp:nvSpPr>
        <dsp:cNvPr id="0" name=""/>
        <dsp:cNvSpPr/>
      </dsp:nvSpPr>
      <dsp:spPr>
        <a:xfrm>
          <a:off x="1452449" y="4475199"/>
          <a:ext cx="299449" cy="299449"/>
        </a:xfrm>
        <a:prstGeom prst="ellipse">
          <a:avLst/>
        </a:prstGeom>
        <a:solidFill>
          <a:schemeClr val="lt1">
            <a:alpha val="90000"/>
            <a:hueOff val="0"/>
            <a:satOff val="0"/>
            <a:lumOff val="0"/>
            <a:alphaOff val="0"/>
          </a:schemeClr>
        </a:solidFill>
        <a:ln w="12700" cap="flat" cmpd="sng" algn="ctr">
          <a:noFill/>
          <a:prstDash val="solid"/>
          <a:miter lim="800000"/>
        </a:ln>
        <a:effectLst/>
      </dsp:spPr>
      <dsp:style>
        <a:lnRef idx="1">
          <a:scrgbClr r="0" g="0" b="0"/>
        </a:lnRef>
        <a:fillRef idx="1">
          <a:scrgbClr r="0" g="0" b="0"/>
        </a:fillRef>
        <a:effectRef idx="0">
          <a:scrgbClr r="0" g="0" b="0"/>
        </a:effectRef>
        <a:fontRef idx="minor"/>
      </dsp:style>
    </dsp:sp>
    <dsp:sp modelId="{09619254-0A61-4E0E-9659-DE18859D74AE}">
      <dsp:nvSpPr>
        <dsp:cNvPr id="0" name=""/>
        <dsp:cNvSpPr/>
      </dsp:nvSpPr>
      <dsp:spPr>
        <a:xfrm>
          <a:off x="1874400" y="2726960"/>
          <a:ext cx="2133674" cy="1614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42875" rIns="0" bIns="95250" numCol="1" spcCol="1270" anchor="b" anchorCtr="0">
          <a:noAutofit/>
        </a:bodyPr>
        <a:lstStyle/>
        <a:p>
          <a:pPr marL="0" lvl="0" indent="0" algn="l" defTabSz="666750">
            <a:lnSpc>
              <a:spcPct val="90000"/>
            </a:lnSpc>
            <a:spcBef>
              <a:spcPct val="0"/>
            </a:spcBef>
            <a:spcAft>
              <a:spcPct val="35000"/>
            </a:spcAft>
            <a:buNone/>
          </a:pPr>
          <a:endParaRPr lang="en-US" sz="1500" kern="1200"/>
        </a:p>
      </dsp:txBody>
      <dsp:txXfrm>
        <a:off x="1874400" y="2726960"/>
        <a:ext cx="2133674" cy="1614360"/>
      </dsp:txXfrm>
    </dsp:sp>
    <dsp:sp modelId="{41456CCB-A26F-4DDF-8A52-BEA0CCA0B829}">
      <dsp:nvSpPr>
        <dsp:cNvPr id="0" name=""/>
        <dsp:cNvSpPr/>
      </dsp:nvSpPr>
      <dsp:spPr>
        <a:xfrm>
          <a:off x="1874400" y="4341320"/>
          <a:ext cx="2133674" cy="56720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127000" bIns="0" numCol="1" spcCol="1270" anchor="ctr" anchorCtr="0">
          <a:noAutofit/>
        </a:bodyPr>
        <a:lstStyle/>
        <a:p>
          <a:pPr marL="0" lvl="0" indent="0" algn="l" defTabSz="889000">
            <a:lnSpc>
              <a:spcPct val="90000"/>
            </a:lnSpc>
            <a:spcBef>
              <a:spcPct val="0"/>
            </a:spcBef>
            <a:spcAft>
              <a:spcPct val="35000"/>
            </a:spcAft>
            <a:buNone/>
            <a:defRPr b="1"/>
          </a:pPr>
          <a:r>
            <a:rPr lang="en-US" sz="2000" kern="1200"/>
            <a:t>9–13 Mar.</a:t>
          </a:r>
        </a:p>
      </dsp:txBody>
      <dsp:txXfrm>
        <a:off x="1874400" y="4341320"/>
        <a:ext cx="2133674" cy="567207"/>
      </dsp:txXfrm>
    </dsp:sp>
    <dsp:sp modelId="{ACCBDD8D-3731-402C-9587-BFCB9D2786D9}">
      <dsp:nvSpPr>
        <dsp:cNvPr id="0" name=""/>
        <dsp:cNvSpPr/>
      </dsp:nvSpPr>
      <dsp:spPr>
        <a:xfrm>
          <a:off x="1602173" y="2726960"/>
          <a:ext cx="0" cy="1614360"/>
        </a:xfrm>
        <a:prstGeom prst="line">
          <a:avLst/>
        </a:prstGeom>
        <a:noFill/>
        <a:ln w="12700" cap="flat" cmpd="sng" algn="ctr">
          <a:solidFill>
            <a:schemeClr val="accent5">
              <a:hueOff val="-612379"/>
              <a:satOff val="90"/>
              <a:lumOff val="-2157"/>
              <a:alphaOff val="0"/>
            </a:schemeClr>
          </a:solidFill>
          <a:prstDash val="dash"/>
          <a:miter lim="800000"/>
        </a:ln>
        <a:effectLst/>
      </dsp:spPr>
      <dsp:style>
        <a:lnRef idx="1">
          <a:scrgbClr r="0" g="0" b="0"/>
        </a:lnRef>
        <a:fillRef idx="0">
          <a:scrgbClr r="0" g="0" b="0"/>
        </a:fillRef>
        <a:effectRef idx="0">
          <a:scrgbClr r="0" g="0" b="0"/>
        </a:effectRef>
        <a:fontRef idx="minor"/>
      </dsp:style>
    </dsp:sp>
    <dsp:sp modelId="{8B44A4F3-6585-4A6D-85CC-ABFE4E45643E}">
      <dsp:nvSpPr>
        <dsp:cNvPr id="0" name=""/>
        <dsp:cNvSpPr/>
      </dsp:nvSpPr>
      <dsp:spPr>
        <a:xfrm>
          <a:off x="1564549" y="2675911"/>
          <a:ext cx="98001" cy="102097"/>
        </a:xfrm>
        <a:prstGeom prst="ellipse">
          <a:avLst/>
        </a:prstGeom>
        <a:gradFill rotWithShape="0">
          <a:gsLst>
            <a:gs pos="0">
              <a:schemeClr val="accent5">
                <a:satMod val="103000"/>
                <a:lumMod val="102000"/>
                <a:tint val="94000"/>
              </a:schemeClr>
            </a:gs>
            <a:gs pos="50000">
              <a:schemeClr val="accent5">
                <a:satMod val="110000"/>
                <a:lumMod val="100000"/>
                <a:shade val="100000"/>
              </a:schemeClr>
            </a:gs>
            <a:gs pos="100000">
              <a:schemeClr val="accent5">
                <a:lumMod val="99000"/>
                <a:satMod val="120000"/>
                <a:shade val="78000"/>
              </a:schemeClr>
            </a:gs>
          </a:gsLst>
          <a:lin ang="5400000" scaled="0"/>
        </a:gradFill>
        <a:ln w="6350" cap="flat" cmpd="sng" algn="ctr">
          <a:solidFill>
            <a:schemeClr val="lt1">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4A2DF46E-BE43-46B2-B954-FF7083217ADD}">
      <dsp:nvSpPr>
        <dsp:cNvPr id="0" name=""/>
        <dsp:cNvSpPr/>
      </dsp:nvSpPr>
      <dsp:spPr>
        <a:xfrm rot="8100000">
          <a:off x="2738491" y="636502"/>
          <a:ext cx="384986" cy="384986"/>
        </a:xfrm>
        <a:prstGeom prst="teardrop">
          <a:avLst>
            <a:gd name="adj" fmla="val 115000"/>
          </a:avLst>
        </a:prstGeom>
        <a:gradFill rotWithShape="0">
          <a:gsLst>
            <a:gs pos="0">
              <a:schemeClr val="accent5">
                <a:hueOff val="-1224758"/>
                <a:satOff val="180"/>
                <a:lumOff val="-4314"/>
                <a:alphaOff val="0"/>
                <a:satMod val="103000"/>
                <a:lumMod val="102000"/>
                <a:tint val="94000"/>
              </a:schemeClr>
            </a:gs>
            <a:gs pos="50000">
              <a:schemeClr val="accent5">
                <a:hueOff val="-1224758"/>
                <a:satOff val="180"/>
                <a:lumOff val="-4314"/>
                <a:alphaOff val="0"/>
                <a:satMod val="110000"/>
                <a:lumMod val="100000"/>
                <a:shade val="100000"/>
              </a:schemeClr>
            </a:gs>
            <a:gs pos="100000">
              <a:schemeClr val="accent5">
                <a:hueOff val="-1224758"/>
                <a:satOff val="180"/>
                <a:lumOff val="-4314"/>
                <a:alphaOff val="0"/>
                <a:lumMod val="99000"/>
                <a:satMod val="120000"/>
                <a:shade val="78000"/>
              </a:schemeClr>
            </a:gs>
          </a:gsLst>
          <a:lin ang="5400000" scaled="0"/>
        </a:gradFill>
        <a:ln w="12700" cap="flat" cmpd="sng" algn="ctr">
          <a:solidFill>
            <a:schemeClr val="accent5">
              <a:hueOff val="-1224758"/>
              <a:satOff val="180"/>
              <a:lumOff val="-4314"/>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8C2CF9AF-18D9-4999-B3CE-1FE854630D25}">
      <dsp:nvSpPr>
        <dsp:cNvPr id="0" name=""/>
        <dsp:cNvSpPr/>
      </dsp:nvSpPr>
      <dsp:spPr>
        <a:xfrm>
          <a:off x="2781259" y="679271"/>
          <a:ext cx="299449" cy="299449"/>
        </a:xfrm>
        <a:prstGeom prst="ellipse">
          <a:avLst/>
        </a:prstGeom>
        <a:solidFill>
          <a:schemeClr val="lt1">
            <a:alpha val="90000"/>
            <a:hueOff val="0"/>
            <a:satOff val="0"/>
            <a:lumOff val="0"/>
            <a:alphaOff val="0"/>
          </a:schemeClr>
        </a:solidFill>
        <a:ln w="12700" cap="flat" cmpd="sng" algn="ctr">
          <a:noFill/>
          <a:prstDash val="solid"/>
          <a:miter lim="800000"/>
        </a:ln>
        <a:effectLst/>
      </dsp:spPr>
      <dsp:style>
        <a:lnRef idx="1">
          <a:scrgbClr r="0" g="0" b="0"/>
        </a:lnRef>
        <a:fillRef idx="1">
          <a:scrgbClr r="0" g="0" b="0"/>
        </a:fillRef>
        <a:effectRef idx="0">
          <a:scrgbClr r="0" g="0" b="0"/>
        </a:effectRef>
        <a:fontRef idx="minor"/>
      </dsp:style>
    </dsp:sp>
    <dsp:sp modelId="{70329C07-928E-4E5F-8B58-EEB553AB84F6}">
      <dsp:nvSpPr>
        <dsp:cNvPr id="0" name=""/>
        <dsp:cNvSpPr/>
      </dsp:nvSpPr>
      <dsp:spPr>
        <a:xfrm>
          <a:off x="3203211" y="1112599"/>
          <a:ext cx="2133674" cy="1614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95250" rIns="95250" bIns="142875" numCol="1" spcCol="1270" anchor="t" anchorCtr="0">
          <a:noAutofit/>
        </a:bodyPr>
        <a:lstStyle/>
        <a:p>
          <a:pPr marL="0" lvl="0" indent="0" algn="l" defTabSz="666750">
            <a:lnSpc>
              <a:spcPct val="90000"/>
            </a:lnSpc>
            <a:spcBef>
              <a:spcPct val="0"/>
            </a:spcBef>
            <a:spcAft>
              <a:spcPct val="35000"/>
            </a:spcAft>
            <a:buNone/>
          </a:pPr>
          <a:endParaRPr lang="en-US" sz="1500" kern="1200"/>
        </a:p>
      </dsp:txBody>
      <dsp:txXfrm>
        <a:off x="3203211" y="1112599"/>
        <a:ext cx="2133674" cy="1614360"/>
      </dsp:txXfrm>
    </dsp:sp>
    <dsp:sp modelId="{D0EC4B40-97AE-4D21-B62E-A1D8E244AA99}">
      <dsp:nvSpPr>
        <dsp:cNvPr id="0" name=""/>
        <dsp:cNvSpPr/>
      </dsp:nvSpPr>
      <dsp:spPr>
        <a:xfrm>
          <a:off x="3203211" y="545391"/>
          <a:ext cx="2133674" cy="56720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127000" bIns="0" numCol="1" spcCol="1270" anchor="ctr" anchorCtr="0">
          <a:noAutofit/>
        </a:bodyPr>
        <a:lstStyle/>
        <a:p>
          <a:pPr marL="0" lvl="0" indent="0" algn="l" defTabSz="889000">
            <a:lnSpc>
              <a:spcPct val="90000"/>
            </a:lnSpc>
            <a:spcBef>
              <a:spcPct val="0"/>
            </a:spcBef>
            <a:spcAft>
              <a:spcPct val="35000"/>
            </a:spcAft>
            <a:buNone/>
            <a:defRPr b="1"/>
          </a:pPr>
          <a:r>
            <a:rPr lang="en-US" sz="2000" kern="1200"/>
            <a:t>16–20 Mar.</a:t>
          </a:r>
        </a:p>
      </dsp:txBody>
      <dsp:txXfrm>
        <a:off x="3203211" y="545391"/>
        <a:ext cx="2133674" cy="567207"/>
      </dsp:txXfrm>
    </dsp:sp>
    <dsp:sp modelId="{CD4CD745-8BD3-4E9C-B0D5-5AA4D4496E38}">
      <dsp:nvSpPr>
        <dsp:cNvPr id="0" name=""/>
        <dsp:cNvSpPr/>
      </dsp:nvSpPr>
      <dsp:spPr>
        <a:xfrm>
          <a:off x="2930984" y="1112599"/>
          <a:ext cx="0" cy="1614360"/>
        </a:xfrm>
        <a:prstGeom prst="line">
          <a:avLst/>
        </a:prstGeom>
        <a:noFill/>
        <a:ln w="12700" cap="flat" cmpd="sng" algn="ctr">
          <a:solidFill>
            <a:schemeClr val="accent5">
              <a:hueOff val="-1224758"/>
              <a:satOff val="180"/>
              <a:lumOff val="-4314"/>
              <a:alphaOff val="0"/>
            </a:schemeClr>
          </a:solidFill>
          <a:prstDash val="dash"/>
          <a:miter lim="800000"/>
        </a:ln>
        <a:effectLst/>
      </dsp:spPr>
      <dsp:style>
        <a:lnRef idx="1">
          <a:scrgbClr r="0" g="0" b="0"/>
        </a:lnRef>
        <a:fillRef idx="0">
          <a:scrgbClr r="0" g="0" b="0"/>
        </a:fillRef>
        <a:effectRef idx="0">
          <a:scrgbClr r="0" g="0" b="0"/>
        </a:effectRef>
        <a:fontRef idx="minor"/>
      </dsp:style>
    </dsp:sp>
    <dsp:sp modelId="{9D85622F-BB3A-4736-9136-22556940F838}">
      <dsp:nvSpPr>
        <dsp:cNvPr id="0" name=""/>
        <dsp:cNvSpPr/>
      </dsp:nvSpPr>
      <dsp:spPr>
        <a:xfrm>
          <a:off x="2893360" y="2675911"/>
          <a:ext cx="98001" cy="102097"/>
        </a:xfrm>
        <a:prstGeom prst="ellipse">
          <a:avLst/>
        </a:prstGeom>
        <a:gradFill rotWithShape="0">
          <a:gsLst>
            <a:gs pos="0">
              <a:schemeClr val="accent5">
                <a:satMod val="103000"/>
                <a:lumMod val="102000"/>
                <a:tint val="94000"/>
              </a:schemeClr>
            </a:gs>
            <a:gs pos="50000">
              <a:schemeClr val="accent5">
                <a:satMod val="110000"/>
                <a:lumMod val="100000"/>
                <a:shade val="100000"/>
              </a:schemeClr>
            </a:gs>
            <a:gs pos="100000">
              <a:schemeClr val="accent5">
                <a:lumMod val="99000"/>
                <a:satMod val="120000"/>
                <a:shade val="78000"/>
              </a:schemeClr>
            </a:gs>
          </a:gsLst>
          <a:lin ang="5400000" scaled="0"/>
        </a:gradFill>
        <a:ln w="6350" cap="flat" cmpd="sng" algn="ctr">
          <a:solidFill>
            <a:schemeClr val="lt1">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01CCE645-6650-4D5B-9927-3D42E98D7BC9}">
      <dsp:nvSpPr>
        <dsp:cNvPr id="0" name=""/>
        <dsp:cNvSpPr/>
      </dsp:nvSpPr>
      <dsp:spPr>
        <a:xfrm rot="18900000">
          <a:off x="4067301" y="4432430"/>
          <a:ext cx="384986" cy="384986"/>
        </a:xfrm>
        <a:prstGeom prst="teardrop">
          <a:avLst>
            <a:gd name="adj" fmla="val 115000"/>
          </a:avLst>
        </a:prstGeom>
        <a:gradFill rotWithShape="0">
          <a:gsLst>
            <a:gs pos="0">
              <a:schemeClr val="accent5">
                <a:hueOff val="-1837137"/>
                <a:satOff val="270"/>
                <a:lumOff val="-6471"/>
                <a:alphaOff val="0"/>
                <a:satMod val="103000"/>
                <a:lumMod val="102000"/>
                <a:tint val="94000"/>
              </a:schemeClr>
            </a:gs>
            <a:gs pos="50000">
              <a:schemeClr val="accent5">
                <a:hueOff val="-1837137"/>
                <a:satOff val="270"/>
                <a:lumOff val="-6471"/>
                <a:alphaOff val="0"/>
                <a:satMod val="110000"/>
                <a:lumMod val="100000"/>
                <a:shade val="100000"/>
              </a:schemeClr>
            </a:gs>
            <a:gs pos="100000">
              <a:schemeClr val="accent5">
                <a:hueOff val="-1837137"/>
                <a:satOff val="270"/>
                <a:lumOff val="-6471"/>
                <a:alphaOff val="0"/>
                <a:lumMod val="99000"/>
                <a:satMod val="120000"/>
                <a:shade val="78000"/>
              </a:schemeClr>
            </a:gs>
          </a:gsLst>
          <a:lin ang="5400000" scaled="0"/>
        </a:gradFill>
        <a:ln w="12700" cap="flat" cmpd="sng" algn="ctr">
          <a:solidFill>
            <a:schemeClr val="accent5">
              <a:hueOff val="-1837137"/>
              <a:satOff val="270"/>
              <a:lumOff val="-6471"/>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DE55DA7B-8281-4E0D-9652-B78BA5757EC9}">
      <dsp:nvSpPr>
        <dsp:cNvPr id="0" name=""/>
        <dsp:cNvSpPr/>
      </dsp:nvSpPr>
      <dsp:spPr>
        <a:xfrm>
          <a:off x="4110070" y="4475199"/>
          <a:ext cx="299449" cy="299449"/>
        </a:xfrm>
        <a:prstGeom prst="ellipse">
          <a:avLst/>
        </a:prstGeom>
        <a:solidFill>
          <a:schemeClr val="lt1">
            <a:alpha val="90000"/>
            <a:hueOff val="0"/>
            <a:satOff val="0"/>
            <a:lumOff val="0"/>
            <a:alphaOff val="0"/>
          </a:schemeClr>
        </a:solidFill>
        <a:ln w="12700" cap="flat" cmpd="sng" algn="ctr">
          <a:noFill/>
          <a:prstDash val="solid"/>
          <a:miter lim="800000"/>
        </a:ln>
        <a:effectLst/>
      </dsp:spPr>
      <dsp:style>
        <a:lnRef idx="1">
          <a:scrgbClr r="0" g="0" b="0"/>
        </a:lnRef>
        <a:fillRef idx="1">
          <a:scrgbClr r="0" g="0" b="0"/>
        </a:fillRef>
        <a:effectRef idx="0">
          <a:scrgbClr r="0" g="0" b="0"/>
        </a:effectRef>
        <a:fontRef idx="minor"/>
      </dsp:style>
    </dsp:sp>
    <dsp:sp modelId="{C6015EF9-4ADF-4C4D-951D-09B45B7C758D}">
      <dsp:nvSpPr>
        <dsp:cNvPr id="0" name=""/>
        <dsp:cNvSpPr/>
      </dsp:nvSpPr>
      <dsp:spPr>
        <a:xfrm>
          <a:off x="4532022" y="2726960"/>
          <a:ext cx="2133674" cy="1614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42875" rIns="0" bIns="95250" numCol="1" spcCol="1270" anchor="b" anchorCtr="0">
          <a:noAutofit/>
        </a:bodyPr>
        <a:lstStyle/>
        <a:p>
          <a:pPr marL="0" lvl="0" indent="0" algn="l" defTabSz="666750">
            <a:lnSpc>
              <a:spcPct val="90000"/>
            </a:lnSpc>
            <a:spcBef>
              <a:spcPct val="0"/>
            </a:spcBef>
            <a:spcAft>
              <a:spcPct val="35000"/>
            </a:spcAft>
            <a:buNone/>
          </a:pPr>
          <a:endParaRPr lang="en-US" sz="1500" kern="1200"/>
        </a:p>
      </dsp:txBody>
      <dsp:txXfrm>
        <a:off x="4532022" y="2726960"/>
        <a:ext cx="2133674" cy="1614360"/>
      </dsp:txXfrm>
    </dsp:sp>
    <dsp:sp modelId="{B80C463D-743F-4DD6-9CCE-7BF1B23F4E90}">
      <dsp:nvSpPr>
        <dsp:cNvPr id="0" name=""/>
        <dsp:cNvSpPr/>
      </dsp:nvSpPr>
      <dsp:spPr>
        <a:xfrm>
          <a:off x="4532022" y="4341320"/>
          <a:ext cx="2133674" cy="56720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127000" bIns="0" numCol="1" spcCol="1270" anchor="ctr" anchorCtr="0">
          <a:noAutofit/>
        </a:bodyPr>
        <a:lstStyle/>
        <a:p>
          <a:pPr marL="0" lvl="0" indent="0" algn="l" defTabSz="889000">
            <a:lnSpc>
              <a:spcPct val="90000"/>
            </a:lnSpc>
            <a:spcBef>
              <a:spcPct val="0"/>
            </a:spcBef>
            <a:spcAft>
              <a:spcPct val="35000"/>
            </a:spcAft>
            <a:buNone/>
            <a:defRPr b="1"/>
          </a:pPr>
          <a:r>
            <a:rPr lang="en-US" sz="2000" kern="1200"/>
            <a:t>23–25 Mar.</a:t>
          </a:r>
        </a:p>
      </dsp:txBody>
      <dsp:txXfrm>
        <a:off x="4532022" y="4341320"/>
        <a:ext cx="2133674" cy="567207"/>
      </dsp:txXfrm>
    </dsp:sp>
    <dsp:sp modelId="{9369ED1F-7F31-45A7-A1BF-E08984E1DD93}">
      <dsp:nvSpPr>
        <dsp:cNvPr id="0" name=""/>
        <dsp:cNvSpPr/>
      </dsp:nvSpPr>
      <dsp:spPr>
        <a:xfrm>
          <a:off x="4259795" y="2726960"/>
          <a:ext cx="0" cy="1614360"/>
        </a:xfrm>
        <a:prstGeom prst="line">
          <a:avLst/>
        </a:prstGeom>
        <a:noFill/>
        <a:ln w="12700" cap="flat" cmpd="sng" algn="ctr">
          <a:solidFill>
            <a:schemeClr val="accent5">
              <a:hueOff val="-1837137"/>
              <a:satOff val="270"/>
              <a:lumOff val="-6471"/>
              <a:alphaOff val="0"/>
            </a:schemeClr>
          </a:solidFill>
          <a:prstDash val="dash"/>
          <a:miter lim="800000"/>
        </a:ln>
        <a:effectLst/>
      </dsp:spPr>
      <dsp:style>
        <a:lnRef idx="1">
          <a:scrgbClr r="0" g="0" b="0"/>
        </a:lnRef>
        <a:fillRef idx="0">
          <a:scrgbClr r="0" g="0" b="0"/>
        </a:fillRef>
        <a:effectRef idx="0">
          <a:scrgbClr r="0" g="0" b="0"/>
        </a:effectRef>
        <a:fontRef idx="minor"/>
      </dsp:style>
    </dsp:sp>
    <dsp:sp modelId="{5D3FAD42-9515-45DD-9370-F28D5990EC33}">
      <dsp:nvSpPr>
        <dsp:cNvPr id="0" name=""/>
        <dsp:cNvSpPr/>
      </dsp:nvSpPr>
      <dsp:spPr>
        <a:xfrm>
          <a:off x="4222171" y="2675911"/>
          <a:ext cx="98001" cy="102097"/>
        </a:xfrm>
        <a:prstGeom prst="ellipse">
          <a:avLst/>
        </a:prstGeom>
        <a:gradFill rotWithShape="0">
          <a:gsLst>
            <a:gs pos="0">
              <a:schemeClr val="accent5">
                <a:satMod val="103000"/>
                <a:lumMod val="102000"/>
                <a:tint val="94000"/>
              </a:schemeClr>
            </a:gs>
            <a:gs pos="50000">
              <a:schemeClr val="accent5">
                <a:satMod val="110000"/>
                <a:lumMod val="100000"/>
                <a:shade val="100000"/>
              </a:schemeClr>
            </a:gs>
            <a:gs pos="100000">
              <a:schemeClr val="accent5">
                <a:lumMod val="99000"/>
                <a:satMod val="120000"/>
                <a:shade val="78000"/>
              </a:schemeClr>
            </a:gs>
          </a:gsLst>
          <a:lin ang="5400000" scaled="0"/>
        </a:gradFill>
        <a:ln w="6350" cap="flat" cmpd="sng" algn="ctr">
          <a:solidFill>
            <a:schemeClr val="lt1">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BAB71E-DBDD-4D24-A8FC-6F1467895026}">
      <dsp:nvSpPr>
        <dsp:cNvPr id="0" name=""/>
        <dsp:cNvSpPr/>
      </dsp:nvSpPr>
      <dsp:spPr>
        <a:xfrm>
          <a:off x="307345" y="1546"/>
          <a:ext cx="3222855" cy="1933713"/>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dirty="0"/>
            <a:t>Use Key Vaults instead of hardcoded connection strings</a:t>
          </a:r>
          <a:endParaRPr lang="en-US" sz="2400" kern="1200" dirty="0"/>
        </a:p>
      </dsp:txBody>
      <dsp:txXfrm>
        <a:off x="307345" y="1546"/>
        <a:ext cx="3222855" cy="1933713"/>
      </dsp:txXfrm>
    </dsp:sp>
    <dsp:sp modelId="{16CC4DDC-BF08-4381-9405-243200ED744D}">
      <dsp:nvSpPr>
        <dsp:cNvPr id="0" name=""/>
        <dsp:cNvSpPr/>
      </dsp:nvSpPr>
      <dsp:spPr>
        <a:xfrm>
          <a:off x="3852486" y="1546"/>
          <a:ext cx="3222855" cy="1933713"/>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a:t>Remove any additional permissions granted to a pipeline’s identity before the end of the pipeline run</a:t>
          </a:r>
          <a:endParaRPr lang="en-US" sz="2400" kern="1200"/>
        </a:p>
      </dsp:txBody>
      <dsp:txXfrm>
        <a:off x="3852486" y="1546"/>
        <a:ext cx="3222855" cy="1933713"/>
      </dsp:txXfrm>
    </dsp:sp>
    <dsp:sp modelId="{1F89309F-F14C-4E39-A2A2-EC778783C2E9}">
      <dsp:nvSpPr>
        <dsp:cNvPr id="0" name=""/>
        <dsp:cNvSpPr/>
      </dsp:nvSpPr>
      <dsp:spPr>
        <a:xfrm>
          <a:off x="7397627" y="1546"/>
          <a:ext cx="3222855" cy="1933713"/>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a:t>Any accidental environments created should be shut down as soon as possible</a:t>
          </a:r>
          <a:endParaRPr lang="en-US" sz="2400" kern="1200"/>
        </a:p>
      </dsp:txBody>
      <dsp:txXfrm>
        <a:off x="7397627" y="1546"/>
        <a:ext cx="3222855" cy="1933713"/>
      </dsp:txXfrm>
    </dsp:sp>
    <dsp:sp modelId="{0F6AC4AD-EC15-45B7-A6BF-C41B1662E18B}">
      <dsp:nvSpPr>
        <dsp:cNvPr id="0" name=""/>
        <dsp:cNvSpPr/>
      </dsp:nvSpPr>
      <dsp:spPr>
        <a:xfrm>
          <a:off x="3852486" y="2257545"/>
          <a:ext cx="3222855" cy="1933713"/>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a:t>Any development environments should be shut down as soon as possible</a:t>
          </a:r>
          <a:endParaRPr lang="en-US" sz="2400" kern="1200"/>
        </a:p>
      </dsp:txBody>
      <dsp:txXfrm>
        <a:off x="3852486" y="2257545"/>
        <a:ext cx="3222855" cy="1933713"/>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2D7EDB-4F99-47B5-8DD6-99B223A33B75}">
      <dsp:nvSpPr>
        <dsp:cNvPr id="0" name=""/>
        <dsp:cNvSpPr/>
      </dsp:nvSpPr>
      <dsp:spPr>
        <a:xfrm>
          <a:off x="0" y="0"/>
          <a:ext cx="8414428" cy="754704"/>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GB" sz="1900" kern="1200"/>
            <a:t>Completed Research and Analysis and Design Phases</a:t>
          </a:r>
          <a:endParaRPr lang="en-US" sz="1900" kern="1200"/>
        </a:p>
      </dsp:txBody>
      <dsp:txXfrm>
        <a:off x="22105" y="22105"/>
        <a:ext cx="7511741" cy="710494"/>
      </dsp:txXfrm>
    </dsp:sp>
    <dsp:sp modelId="{FE41ED5D-AEB6-462E-B376-FB4AD912BEAC}">
      <dsp:nvSpPr>
        <dsp:cNvPr id="0" name=""/>
        <dsp:cNvSpPr/>
      </dsp:nvSpPr>
      <dsp:spPr>
        <a:xfrm>
          <a:off x="628350" y="859525"/>
          <a:ext cx="8414428" cy="754704"/>
        </a:xfrm>
        <a:prstGeom prst="roundRect">
          <a:avLst>
            <a:gd name="adj" fmla="val 10000"/>
          </a:avLst>
        </a:prstGeom>
        <a:solidFill>
          <a:schemeClr val="accent2">
            <a:hueOff val="-209531"/>
            <a:satOff val="-2415"/>
            <a:lumOff val="54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GB" sz="1900" kern="1200"/>
            <a:t>Coded abstract pipeline code, no implementation details</a:t>
          </a:r>
          <a:endParaRPr lang="en-US" sz="1900" kern="1200"/>
        </a:p>
      </dsp:txBody>
      <dsp:txXfrm>
        <a:off x="650455" y="881630"/>
        <a:ext cx="7251309" cy="710494"/>
      </dsp:txXfrm>
    </dsp:sp>
    <dsp:sp modelId="{C524F546-A4DB-4AD5-B1E2-A94987BEB757}">
      <dsp:nvSpPr>
        <dsp:cNvPr id="0" name=""/>
        <dsp:cNvSpPr/>
      </dsp:nvSpPr>
      <dsp:spPr>
        <a:xfrm>
          <a:off x="1256700" y="1719050"/>
          <a:ext cx="8414428" cy="754704"/>
        </a:xfrm>
        <a:prstGeom prst="roundRect">
          <a:avLst>
            <a:gd name="adj" fmla="val 10000"/>
          </a:avLst>
        </a:prstGeom>
        <a:solidFill>
          <a:schemeClr val="accent2">
            <a:hueOff val="-419062"/>
            <a:satOff val="-4829"/>
            <a:lumOff val="107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GB" sz="1900" kern="1200"/>
            <a:t>Created Teardown Pipeline</a:t>
          </a:r>
          <a:endParaRPr lang="en-US" sz="1900" kern="1200"/>
        </a:p>
      </dsp:txBody>
      <dsp:txXfrm>
        <a:off x="1278805" y="1741155"/>
        <a:ext cx="7251309" cy="710494"/>
      </dsp:txXfrm>
    </dsp:sp>
    <dsp:sp modelId="{445281A1-F128-493E-A389-3D39E22C26F1}">
      <dsp:nvSpPr>
        <dsp:cNvPr id="0" name=""/>
        <dsp:cNvSpPr/>
      </dsp:nvSpPr>
      <dsp:spPr>
        <a:xfrm>
          <a:off x="1885050" y="2578575"/>
          <a:ext cx="8414428" cy="754704"/>
        </a:xfrm>
        <a:prstGeom prst="roundRect">
          <a:avLst>
            <a:gd name="adj" fmla="val 10000"/>
          </a:avLst>
        </a:prstGeom>
        <a:solidFill>
          <a:schemeClr val="accent2">
            <a:hueOff val="-628592"/>
            <a:satOff val="-7244"/>
            <a:lumOff val="161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GB" sz="1900" kern="1200"/>
            <a:t>During Pull Request, another Engineer suggested instead creating idempotent records</a:t>
          </a:r>
          <a:endParaRPr lang="en-US" sz="1900" kern="1200"/>
        </a:p>
      </dsp:txBody>
      <dsp:txXfrm>
        <a:off x="1907155" y="2600680"/>
        <a:ext cx="7251309" cy="710494"/>
      </dsp:txXfrm>
    </dsp:sp>
    <dsp:sp modelId="{3AE62BD4-DB1A-44CF-933C-C416A4EDD56E}">
      <dsp:nvSpPr>
        <dsp:cNvPr id="0" name=""/>
        <dsp:cNvSpPr/>
      </dsp:nvSpPr>
      <dsp:spPr>
        <a:xfrm>
          <a:off x="2513400" y="3438100"/>
          <a:ext cx="8414428" cy="754704"/>
        </a:xfrm>
        <a:prstGeom prst="roundRect">
          <a:avLst>
            <a:gd name="adj" fmla="val 10000"/>
          </a:avLst>
        </a:prstGeom>
        <a:solidFill>
          <a:schemeClr val="accent2">
            <a:hueOff val="-838123"/>
            <a:satOff val="-9658"/>
            <a:lumOff val="215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GB" sz="1900" kern="1200"/>
            <a:t>Leading to a reworking of the Gantt Chart and WBS</a:t>
          </a:r>
          <a:endParaRPr lang="en-US" sz="1900" kern="1200"/>
        </a:p>
      </dsp:txBody>
      <dsp:txXfrm>
        <a:off x="2535505" y="3460205"/>
        <a:ext cx="7251309" cy="710494"/>
      </dsp:txXfrm>
    </dsp:sp>
    <dsp:sp modelId="{1B353709-FAC7-4267-87AA-D6B9FF7A411B}">
      <dsp:nvSpPr>
        <dsp:cNvPr id="0" name=""/>
        <dsp:cNvSpPr/>
      </dsp:nvSpPr>
      <dsp:spPr>
        <a:xfrm>
          <a:off x="7923870" y="551353"/>
          <a:ext cx="490558" cy="490558"/>
        </a:xfrm>
        <a:prstGeom prst="downArrow">
          <a:avLst>
            <a:gd name="adj1" fmla="val 55000"/>
            <a:gd name="adj2" fmla="val 45000"/>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8034246" y="551353"/>
        <a:ext cx="269806" cy="369145"/>
      </dsp:txXfrm>
    </dsp:sp>
    <dsp:sp modelId="{9E7F18CA-90FF-4755-8DE4-C53C5FAA1EDF}">
      <dsp:nvSpPr>
        <dsp:cNvPr id="0" name=""/>
        <dsp:cNvSpPr/>
      </dsp:nvSpPr>
      <dsp:spPr>
        <a:xfrm>
          <a:off x="8552220" y="1410878"/>
          <a:ext cx="490558" cy="490558"/>
        </a:xfrm>
        <a:prstGeom prst="downArrow">
          <a:avLst>
            <a:gd name="adj1" fmla="val 55000"/>
            <a:gd name="adj2" fmla="val 45000"/>
          </a:avLst>
        </a:prstGeom>
        <a:solidFill>
          <a:schemeClr val="accent2">
            <a:tint val="40000"/>
            <a:alpha val="90000"/>
            <a:hueOff val="-484193"/>
            <a:satOff val="-44"/>
            <a:lumOff val="13"/>
            <a:alphaOff val="0"/>
          </a:schemeClr>
        </a:solidFill>
        <a:ln w="19050" cap="flat" cmpd="sng" algn="ctr">
          <a:solidFill>
            <a:schemeClr val="accent2">
              <a:tint val="40000"/>
              <a:alpha val="90000"/>
              <a:hueOff val="-484193"/>
              <a:satOff val="-44"/>
              <a:lumOff val="13"/>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8662596" y="1410878"/>
        <a:ext cx="269806" cy="369145"/>
      </dsp:txXfrm>
    </dsp:sp>
    <dsp:sp modelId="{06F19E9F-709F-4E25-9E6C-A9BB517D6D06}">
      <dsp:nvSpPr>
        <dsp:cNvPr id="0" name=""/>
        <dsp:cNvSpPr/>
      </dsp:nvSpPr>
      <dsp:spPr>
        <a:xfrm>
          <a:off x="9180570" y="2257825"/>
          <a:ext cx="490558" cy="490558"/>
        </a:xfrm>
        <a:prstGeom prst="downArrow">
          <a:avLst>
            <a:gd name="adj1" fmla="val 55000"/>
            <a:gd name="adj2" fmla="val 45000"/>
          </a:avLst>
        </a:prstGeom>
        <a:solidFill>
          <a:schemeClr val="accent2">
            <a:tint val="40000"/>
            <a:alpha val="90000"/>
            <a:hueOff val="-968386"/>
            <a:satOff val="-89"/>
            <a:lumOff val="26"/>
            <a:alphaOff val="0"/>
          </a:schemeClr>
        </a:solidFill>
        <a:ln w="19050" cap="flat" cmpd="sng" algn="ctr">
          <a:solidFill>
            <a:schemeClr val="accent2">
              <a:tint val="40000"/>
              <a:alpha val="90000"/>
              <a:hueOff val="-968386"/>
              <a:satOff val="-89"/>
              <a:lumOff val="26"/>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9290946" y="2257825"/>
        <a:ext cx="269806" cy="369145"/>
      </dsp:txXfrm>
    </dsp:sp>
    <dsp:sp modelId="{EF0E8C31-A43A-4F69-B772-C1DF6C2BBA5C}">
      <dsp:nvSpPr>
        <dsp:cNvPr id="0" name=""/>
        <dsp:cNvSpPr/>
      </dsp:nvSpPr>
      <dsp:spPr>
        <a:xfrm>
          <a:off x="9808920" y="3125736"/>
          <a:ext cx="490558" cy="490558"/>
        </a:xfrm>
        <a:prstGeom prst="downArrow">
          <a:avLst>
            <a:gd name="adj1" fmla="val 55000"/>
            <a:gd name="adj2" fmla="val 45000"/>
          </a:avLst>
        </a:prstGeom>
        <a:solidFill>
          <a:schemeClr val="accent2">
            <a:tint val="40000"/>
            <a:alpha val="90000"/>
            <a:hueOff val="-1452578"/>
            <a:satOff val="-133"/>
            <a:lumOff val="39"/>
            <a:alphaOff val="0"/>
          </a:schemeClr>
        </a:solidFill>
        <a:ln w="19050" cap="flat" cmpd="sng" algn="ctr">
          <a:solidFill>
            <a:schemeClr val="accent2">
              <a:tint val="40000"/>
              <a:alpha val="90000"/>
              <a:hueOff val="-1452578"/>
              <a:satOff val="-133"/>
              <a:lumOff val="3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9919296" y="3125736"/>
        <a:ext cx="269806" cy="369145"/>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1D069F4-1892-447A-B8BB-74C7F35F2B61}">
      <dsp:nvSpPr>
        <dsp:cNvPr id="0" name=""/>
        <dsp:cNvSpPr/>
      </dsp:nvSpPr>
      <dsp:spPr>
        <a:xfrm>
          <a:off x="282221" y="368029"/>
          <a:ext cx="1371985" cy="1371985"/>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57A6FA4-94AD-4E04-9225-8C36A8411FE6}">
      <dsp:nvSpPr>
        <dsp:cNvPr id="0" name=""/>
        <dsp:cNvSpPr/>
      </dsp:nvSpPr>
      <dsp:spPr>
        <a:xfrm>
          <a:off x="570337" y="656145"/>
          <a:ext cx="795751" cy="79575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C8C8BC2-92D5-4E5B-91AE-2F96905A404E}">
      <dsp:nvSpPr>
        <dsp:cNvPr id="0" name=""/>
        <dsp:cNvSpPr/>
      </dsp:nvSpPr>
      <dsp:spPr>
        <a:xfrm>
          <a:off x="1948202" y="368029"/>
          <a:ext cx="3233964" cy="13719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33450">
            <a:lnSpc>
              <a:spcPct val="90000"/>
            </a:lnSpc>
            <a:spcBef>
              <a:spcPct val="0"/>
            </a:spcBef>
            <a:spcAft>
              <a:spcPct val="35000"/>
            </a:spcAft>
            <a:buNone/>
          </a:pPr>
          <a:r>
            <a:rPr lang="en-GB" sz="2100" kern="1200"/>
            <a:t>Completed some tasks on the Implementation and Testing Phases</a:t>
          </a:r>
          <a:endParaRPr lang="en-US" sz="2100" kern="1200"/>
        </a:p>
      </dsp:txBody>
      <dsp:txXfrm>
        <a:off x="1948202" y="368029"/>
        <a:ext cx="3233964" cy="1371985"/>
      </dsp:txXfrm>
    </dsp:sp>
    <dsp:sp modelId="{DDBCCA77-F142-4179-A043-42B76C7141A1}">
      <dsp:nvSpPr>
        <dsp:cNvPr id="0" name=""/>
        <dsp:cNvSpPr/>
      </dsp:nvSpPr>
      <dsp:spPr>
        <a:xfrm>
          <a:off x="5745661" y="368029"/>
          <a:ext cx="1371985" cy="1371985"/>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B9E21BF-4B18-4EC8-A4BB-531CDF01EF85}">
      <dsp:nvSpPr>
        <dsp:cNvPr id="0" name=""/>
        <dsp:cNvSpPr/>
      </dsp:nvSpPr>
      <dsp:spPr>
        <a:xfrm>
          <a:off x="6033778" y="656145"/>
          <a:ext cx="795751" cy="79575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820AFA-F953-4F32-92AE-6F1AE3271067}">
      <dsp:nvSpPr>
        <dsp:cNvPr id="0" name=""/>
        <dsp:cNvSpPr/>
      </dsp:nvSpPr>
      <dsp:spPr>
        <a:xfrm>
          <a:off x="7411643" y="368029"/>
          <a:ext cx="3233964" cy="13719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33450">
            <a:lnSpc>
              <a:spcPct val="90000"/>
            </a:lnSpc>
            <a:spcBef>
              <a:spcPct val="0"/>
            </a:spcBef>
            <a:spcAft>
              <a:spcPct val="35000"/>
            </a:spcAft>
            <a:buNone/>
          </a:pPr>
          <a:r>
            <a:rPr lang="en-GB" sz="2100" kern="1200"/>
            <a:t>Added multiple records through pipeline script</a:t>
          </a:r>
          <a:endParaRPr lang="en-US" sz="2100" kern="1200"/>
        </a:p>
      </dsp:txBody>
      <dsp:txXfrm>
        <a:off x="7411643" y="368029"/>
        <a:ext cx="3233964" cy="1371985"/>
      </dsp:txXfrm>
    </dsp:sp>
    <dsp:sp modelId="{FF60C364-73B0-4D2C-9E71-7094EC37EA00}">
      <dsp:nvSpPr>
        <dsp:cNvPr id="0" name=""/>
        <dsp:cNvSpPr/>
      </dsp:nvSpPr>
      <dsp:spPr>
        <a:xfrm>
          <a:off x="282221" y="2452790"/>
          <a:ext cx="1371985" cy="1371985"/>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C02D7A1-EA4F-4FE5-8B99-AEDFE5D66129}">
      <dsp:nvSpPr>
        <dsp:cNvPr id="0" name=""/>
        <dsp:cNvSpPr/>
      </dsp:nvSpPr>
      <dsp:spPr>
        <a:xfrm>
          <a:off x="570337" y="2740907"/>
          <a:ext cx="795751" cy="79575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7399725-CC4D-4116-93B0-CF3639A459D7}">
      <dsp:nvSpPr>
        <dsp:cNvPr id="0" name=""/>
        <dsp:cNvSpPr/>
      </dsp:nvSpPr>
      <dsp:spPr>
        <a:xfrm>
          <a:off x="1948202" y="2452790"/>
          <a:ext cx="3233964" cy="13719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33450">
            <a:lnSpc>
              <a:spcPct val="90000"/>
            </a:lnSpc>
            <a:spcBef>
              <a:spcPct val="0"/>
            </a:spcBef>
            <a:spcAft>
              <a:spcPct val="35000"/>
            </a:spcAft>
            <a:buNone/>
          </a:pPr>
          <a:r>
            <a:rPr lang="en-GB" sz="2100" kern="1200"/>
            <a:t>Script was idempotent</a:t>
          </a:r>
          <a:endParaRPr lang="en-US" sz="2100" kern="1200"/>
        </a:p>
      </dsp:txBody>
      <dsp:txXfrm>
        <a:off x="1948202" y="2452790"/>
        <a:ext cx="3233964" cy="1371985"/>
      </dsp:txXfrm>
    </dsp:sp>
    <dsp:sp modelId="{958A2A79-2022-4210-A0DC-47B4AECBB925}">
      <dsp:nvSpPr>
        <dsp:cNvPr id="0" name=""/>
        <dsp:cNvSpPr/>
      </dsp:nvSpPr>
      <dsp:spPr>
        <a:xfrm>
          <a:off x="5745661" y="2452790"/>
          <a:ext cx="1371985" cy="1371985"/>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E3BE26B-8ED4-4CF3-A75F-EF21C482AD8D}">
      <dsp:nvSpPr>
        <dsp:cNvPr id="0" name=""/>
        <dsp:cNvSpPr/>
      </dsp:nvSpPr>
      <dsp:spPr>
        <a:xfrm>
          <a:off x="6033778" y="2740907"/>
          <a:ext cx="795751" cy="79575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BD7C14A-6AEF-4CE4-B4AF-3F043E28C12E}">
      <dsp:nvSpPr>
        <dsp:cNvPr id="0" name=""/>
        <dsp:cNvSpPr/>
      </dsp:nvSpPr>
      <dsp:spPr>
        <a:xfrm>
          <a:off x="7411643" y="2452790"/>
          <a:ext cx="3233964" cy="13719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33450">
            <a:lnSpc>
              <a:spcPct val="90000"/>
            </a:lnSpc>
            <a:spcBef>
              <a:spcPct val="0"/>
            </a:spcBef>
            <a:spcAft>
              <a:spcPct val="35000"/>
            </a:spcAft>
            <a:buNone/>
          </a:pPr>
          <a:r>
            <a:rPr lang="en-GB" sz="2100" kern="1200"/>
            <a:t>Adding and removing firewall rules for the Pipeline Agent was difficult until I found the ipify API</a:t>
          </a:r>
          <a:endParaRPr lang="en-US" sz="2100" kern="1200"/>
        </a:p>
      </dsp:txBody>
      <dsp:txXfrm>
        <a:off x="7411643" y="2452790"/>
        <a:ext cx="3233964" cy="1371985"/>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E73DA7-13AC-48F1-A27D-9B232EC2A917}">
      <dsp:nvSpPr>
        <dsp:cNvPr id="0" name=""/>
        <dsp:cNvSpPr/>
      </dsp:nvSpPr>
      <dsp:spPr>
        <a:xfrm>
          <a:off x="0" y="0"/>
          <a:ext cx="8742263" cy="922417"/>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All remaining Implementation and Testing Phase tasks were completed</a:t>
          </a:r>
        </a:p>
      </dsp:txBody>
      <dsp:txXfrm>
        <a:off x="27017" y="27017"/>
        <a:ext cx="7668958" cy="868383"/>
      </dsp:txXfrm>
    </dsp:sp>
    <dsp:sp modelId="{A1E723CF-BF0A-4A13-9494-830563ACCF02}">
      <dsp:nvSpPr>
        <dsp:cNvPr id="0" name=""/>
        <dsp:cNvSpPr/>
      </dsp:nvSpPr>
      <dsp:spPr>
        <a:xfrm>
          <a:off x="732164" y="1090129"/>
          <a:ext cx="8742263" cy="922417"/>
        </a:xfrm>
        <a:prstGeom prst="roundRect">
          <a:avLst>
            <a:gd name="adj" fmla="val 1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Adding images to the storage account was more complex than bypassing database firewalls</a:t>
          </a:r>
        </a:p>
      </dsp:txBody>
      <dsp:txXfrm>
        <a:off x="759181" y="1117146"/>
        <a:ext cx="7356493" cy="868383"/>
      </dsp:txXfrm>
    </dsp:sp>
    <dsp:sp modelId="{16A08D63-BB93-478E-A0C3-7D7F3088B30C}">
      <dsp:nvSpPr>
        <dsp:cNvPr id="0" name=""/>
        <dsp:cNvSpPr/>
      </dsp:nvSpPr>
      <dsp:spPr>
        <a:xfrm>
          <a:off x="1453401" y="2180258"/>
          <a:ext cx="8742263" cy="922417"/>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Variable times led to having to add a waiting step for propagation</a:t>
          </a:r>
        </a:p>
      </dsp:txBody>
      <dsp:txXfrm>
        <a:off x="1480418" y="2207275"/>
        <a:ext cx="7367421" cy="868383"/>
      </dsp:txXfrm>
    </dsp:sp>
    <dsp:sp modelId="{FD55A707-15E7-4668-ACDA-3AF0EC796DDE}">
      <dsp:nvSpPr>
        <dsp:cNvPr id="0" name=""/>
        <dsp:cNvSpPr/>
      </dsp:nvSpPr>
      <dsp:spPr>
        <a:xfrm>
          <a:off x="2185565" y="3270387"/>
          <a:ext cx="8742263" cy="922417"/>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This led to Success Criteria around timings to fail, but was necessary</a:t>
          </a:r>
        </a:p>
      </dsp:txBody>
      <dsp:txXfrm>
        <a:off x="2212582" y="3297404"/>
        <a:ext cx="7356493" cy="868383"/>
      </dsp:txXfrm>
    </dsp:sp>
    <dsp:sp modelId="{36B518BC-9C3E-4898-A66E-1B265D63F890}">
      <dsp:nvSpPr>
        <dsp:cNvPr id="0" name=""/>
        <dsp:cNvSpPr/>
      </dsp:nvSpPr>
      <dsp:spPr>
        <a:xfrm>
          <a:off x="8142692" y="706487"/>
          <a:ext cx="599571" cy="599571"/>
        </a:xfrm>
        <a:prstGeom prst="downArrow">
          <a:avLst>
            <a:gd name="adj1" fmla="val 55000"/>
            <a:gd name="adj2" fmla="val 45000"/>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endParaRPr lang="en-US" sz="2700" kern="1200"/>
        </a:p>
      </dsp:txBody>
      <dsp:txXfrm>
        <a:off x="8277595" y="706487"/>
        <a:ext cx="329765" cy="451177"/>
      </dsp:txXfrm>
    </dsp:sp>
    <dsp:sp modelId="{EFDD6D4B-8129-43BA-8CB2-48EC5C17F97C}">
      <dsp:nvSpPr>
        <dsp:cNvPr id="0" name=""/>
        <dsp:cNvSpPr/>
      </dsp:nvSpPr>
      <dsp:spPr>
        <a:xfrm>
          <a:off x="8874856" y="1796616"/>
          <a:ext cx="599571" cy="599571"/>
        </a:xfrm>
        <a:prstGeom prst="downArrow">
          <a:avLst>
            <a:gd name="adj1" fmla="val 55000"/>
            <a:gd name="adj2" fmla="val 45000"/>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endParaRPr lang="en-US" sz="2700" kern="1200"/>
        </a:p>
      </dsp:txBody>
      <dsp:txXfrm>
        <a:off x="9009759" y="1796616"/>
        <a:ext cx="329765" cy="451177"/>
      </dsp:txXfrm>
    </dsp:sp>
    <dsp:sp modelId="{01B64DBE-DE84-4F17-B39C-8D9C03D85C9F}">
      <dsp:nvSpPr>
        <dsp:cNvPr id="0" name=""/>
        <dsp:cNvSpPr/>
      </dsp:nvSpPr>
      <dsp:spPr>
        <a:xfrm>
          <a:off x="9596093" y="2886746"/>
          <a:ext cx="599571" cy="599571"/>
        </a:xfrm>
        <a:prstGeom prst="downArrow">
          <a:avLst>
            <a:gd name="adj1" fmla="val 55000"/>
            <a:gd name="adj2" fmla="val 45000"/>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endParaRPr lang="en-US" sz="2700" kern="1200"/>
        </a:p>
      </dsp:txBody>
      <dsp:txXfrm>
        <a:off x="9730996" y="2886746"/>
        <a:ext cx="329765" cy="451177"/>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C5BF14-456C-47DD-9DB1-7C8E7A06ABD4}">
      <dsp:nvSpPr>
        <dsp:cNvPr id="0" name=""/>
        <dsp:cNvSpPr/>
      </dsp:nvSpPr>
      <dsp:spPr>
        <a:xfrm>
          <a:off x="0" y="0"/>
          <a:ext cx="8742263" cy="922417"/>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Completed Documentation Phase</a:t>
          </a:r>
        </a:p>
      </dsp:txBody>
      <dsp:txXfrm>
        <a:off x="27017" y="27017"/>
        <a:ext cx="7668958" cy="868383"/>
      </dsp:txXfrm>
    </dsp:sp>
    <dsp:sp modelId="{AF20D197-3330-4FA2-B7B5-8F2985D1DC73}">
      <dsp:nvSpPr>
        <dsp:cNvPr id="0" name=""/>
        <dsp:cNvSpPr/>
      </dsp:nvSpPr>
      <dsp:spPr>
        <a:xfrm>
          <a:off x="732164" y="1090129"/>
          <a:ext cx="8742263" cy="922417"/>
        </a:xfrm>
        <a:prstGeom prst="roundRect">
          <a:avLst>
            <a:gd name="adj" fmla="val 10000"/>
          </a:avLst>
        </a:prstGeom>
        <a:solidFill>
          <a:schemeClr val="accent2">
            <a:hueOff val="-279374"/>
            <a:satOff val="-3219"/>
            <a:lumOff val="72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This included adding to a README.md file in the code repository</a:t>
          </a:r>
        </a:p>
      </dsp:txBody>
      <dsp:txXfrm>
        <a:off x="759181" y="1117146"/>
        <a:ext cx="7356493" cy="868383"/>
      </dsp:txXfrm>
    </dsp:sp>
    <dsp:sp modelId="{46544C17-FAF7-4487-99F1-D9F34F5FB11D}">
      <dsp:nvSpPr>
        <dsp:cNvPr id="0" name=""/>
        <dsp:cNvSpPr/>
      </dsp:nvSpPr>
      <dsp:spPr>
        <a:xfrm>
          <a:off x="1453401" y="2180258"/>
          <a:ext cx="8742263" cy="922417"/>
        </a:xfrm>
        <a:prstGeom prst="roundRect">
          <a:avLst>
            <a:gd name="adj" fmla="val 10000"/>
          </a:avLst>
        </a:prstGeom>
        <a:solidFill>
          <a:schemeClr val="accent2">
            <a:hueOff val="-558749"/>
            <a:satOff val="-6439"/>
            <a:lumOff val="143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Comments were made by the senior engineer in a Pull Request</a:t>
          </a:r>
        </a:p>
      </dsp:txBody>
      <dsp:txXfrm>
        <a:off x="1480418" y="2207275"/>
        <a:ext cx="7367421" cy="868383"/>
      </dsp:txXfrm>
    </dsp:sp>
    <dsp:sp modelId="{A2C65FCE-E8FA-4015-97C8-91EB60FCF489}">
      <dsp:nvSpPr>
        <dsp:cNvPr id="0" name=""/>
        <dsp:cNvSpPr/>
      </dsp:nvSpPr>
      <dsp:spPr>
        <a:xfrm>
          <a:off x="2185565" y="3270387"/>
          <a:ext cx="8742263" cy="922417"/>
        </a:xfrm>
        <a:prstGeom prst="roundRect">
          <a:avLst>
            <a:gd name="adj" fmla="val 10000"/>
          </a:avLst>
        </a:prstGeom>
        <a:solidFill>
          <a:schemeClr val="accent2">
            <a:hueOff val="-838123"/>
            <a:satOff val="-9658"/>
            <a:lumOff val="215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Discussion about using JSON files in the future</a:t>
          </a:r>
        </a:p>
      </dsp:txBody>
      <dsp:txXfrm>
        <a:off x="2212582" y="3297404"/>
        <a:ext cx="7356493" cy="868383"/>
      </dsp:txXfrm>
    </dsp:sp>
    <dsp:sp modelId="{D30130B0-A682-4D1A-A77A-D51808409A98}">
      <dsp:nvSpPr>
        <dsp:cNvPr id="0" name=""/>
        <dsp:cNvSpPr/>
      </dsp:nvSpPr>
      <dsp:spPr>
        <a:xfrm>
          <a:off x="8142692" y="706487"/>
          <a:ext cx="599571" cy="599571"/>
        </a:xfrm>
        <a:prstGeom prst="downArrow">
          <a:avLst>
            <a:gd name="adj1" fmla="val 55000"/>
            <a:gd name="adj2" fmla="val 45000"/>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endParaRPr lang="en-US" sz="2700" kern="1200"/>
        </a:p>
      </dsp:txBody>
      <dsp:txXfrm>
        <a:off x="8277595" y="706487"/>
        <a:ext cx="329765" cy="451177"/>
      </dsp:txXfrm>
    </dsp:sp>
    <dsp:sp modelId="{2C6C080E-F955-4FCC-9267-C3C28CE9889B}">
      <dsp:nvSpPr>
        <dsp:cNvPr id="0" name=""/>
        <dsp:cNvSpPr/>
      </dsp:nvSpPr>
      <dsp:spPr>
        <a:xfrm>
          <a:off x="8874856" y="1796616"/>
          <a:ext cx="599571" cy="599571"/>
        </a:xfrm>
        <a:prstGeom prst="downArrow">
          <a:avLst>
            <a:gd name="adj1" fmla="val 55000"/>
            <a:gd name="adj2" fmla="val 45000"/>
          </a:avLst>
        </a:prstGeom>
        <a:solidFill>
          <a:schemeClr val="accent2">
            <a:tint val="40000"/>
            <a:alpha val="90000"/>
            <a:hueOff val="-726289"/>
            <a:satOff val="-67"/>
            <a:lumOff val="19"/>
            <a:alphaOff val="0"/>
          </a:schemeClr>
        </a:solidFill>
        <a:ln w="19050" cap="flat" cmpd="sng" algn="ctr">
          <a:solidFill>
            <a:schemeClr val="accent2">
              <a:tint val="40000"/>
              <a:alpha val="90000"/>
              <a:hueOff val="-726289"/>
              <a:satOff val="-67"/>
              <a:lumOff val="1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endParaRPr lang="en-US" sz="2700" kern="1200"/>
        </a:p>
      </dsp:txBody>
      <dsp:txXfrm>
        <a:off x="9009759" y="1796616"/>
        <a:ext cx="329765" cy="451177"/>
      </dsp:txXfrm>
    </dsp:sp>
    <dsp:sp modelId="{561AE0C4-8213-4EA0-ACB7-F0661602C178}">
      <dsp:nvSpPr>
        <dsp:cNvPr id="0" name=""/>
        <dsp:cNvSpPr/>
      </dsp:nvSpPr>
      <dsp:spPr>
        <a:xfrm>
          <a:off x="9596093" y="2886746"/>
          <a:ext cx="599571" cy="599571"/>
        </a:xfrm>
        <a:prstGeom prst="downArrow">
          <a:avLst>
            <a:gd name="adj1" fmla="val 55000"/>
            <a:gd name="adj2" fmla="val 45000"/>
          </a:avLst>
        </a:prstGeom>
        <a:solidFill>
          <a:schemeClr val="accent2">
            <a:tint val="40000"/>
            <a:alpha val="90000"/>
            <a:hueOff val="-1452578"/>
            <a:satOff val="-133"/>
            <a:lumOff val="39"/>
            <a:alphaOff val="0"/>
          </a:schemeClr>
        </a:solidFill>
        <a:ln w="19050" cap="flat" cmpd="sng" algn="ctr">
          <a:solidFill>
            <a:schemeClr val="accent2">
              <a:tint val="40000"/>
              <a:alpha val="90000"/>
              <a:hueOff val="-1452578"/>
              <a:satOff val="-133"/>
              <a:lumOff val="3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4290" tIns="34290" rIns="34290" bIns="34290" numCol="1" spcCol="1270" anchor="ctr" anchorCtr="0">
          <a:noAutofit/>
        </a:bodyPr>
        <a:lstStyle/>
        <a:p>
          <a:pPr marL="0" lvl="0" indent="0" algn="ctr" defTabSz="1200150">
            <a:lnSpc>
              <a:spcPct val="90000"/>
            </a:lnSpc>
            <a:spcBef>
              <a:spcPct val="0"/>
            </a:spcBef>
            <a:spcAft>
              <a:spcPct val="35000"/>
            </a:spcAft>
            <a:buNone/>
          </a:pPr>
          <a:endParaRPr lang="en-US" sz="2700" kern="1200"/>
        </a:p>
      </dsp:txBody>
      <dsp:txXfrm>
        <a:off x="9730996" y="2886746"/>
        <a:ext cx="329765" cy="451177"/>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208897-F703-426B-A64B-1DF680E03617}">
      <dsp:nvSpPr>
        <dsp:cNvPr id="0" name=""/>
        <dsp:cNvSpPr/>
      </dsp:nvSpPr>
      <dsp:spPr>
        <a:xfrm>
          <a:off x="307345" y="1546"/>
          <a:ext cx="3222855" cy="1933713"/>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GB" sz="2100" kern="1200"/>
            <a:t>Overall Success</a:t>
          </a:r>
          <a:endParaRPr lang="en-US" sz="2100" kern="1200"/>
        </a:p>
      </dsp:txBody>
      <dsp:txXfrm>
        <a:off x="307345" y="1546"/>
        <a:ext cx="3222855" cy="1933713"/>
      </dsp:txXfrm>
    </dsp:sp>
    <dsp:sp modelId="{F2AE3F6D-3AA4-447F-9FDB-D94D6E1F87DA}">
      <dsp:nvSpPr>
        <dsp:cNvPr id="0" name=""/>
        <dsp:cNvSpPr/>
      </dsp:nvSpPr>
      <dsp:spPr>
        <a:xfrm>
          <a:off x="3852486" y="1546"/>
          <a:ext cx="3222855" cy="1933713"/>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GB" sz="2100" kern="1200"/>
            <a:t>Overall timeframe aligned with initial Gantt Chart, despite additional tasks being added</a:t>
          </a:r>
          <a:endParaRPr lang="en-US" sz="2100" kern="1200"/>
        </a:p>
      </dsp:txBody>
      <dsp:txXfrm>
        <a:off x="3852486" y="1546"/>
        <a:ext cx="3222855" cy="1933713"/>
      </dsp:txXfrm>
    </dsp:sp>
    <dsp:sp modelId="{54425E5F-B741-4F9B-8648-E871FD58D0B1}">
      <dsp:nvSpPr>
        <dsp:cNvPr id="0" name=""/>
        <dsp:cNvSpPr/>
      </dsp:nvSpPr>
      <dsp:spPr>
        <a:xfrm>
          <a:off x="7397627" y="1546"/>
          <a:ext cx="3222855" cy="1933713"/>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GB" sz="2100" kern="1200"/>
            <a:t>Records were added correctly through pipeline</a:t>
          </a:r>
          <a:endParaRPr lang="en-US" sz="2100" kern="1200"/>
        </a:p>
      </dsp:txBody>
      <dsp:txXfrm>
        <a:off x="7397627" y="1546"/>
        <a:ext cx="3222855" cy="1933713"/>
      </dsp:txXfrm>
    </dsp:sp>
    <dsp:sp modelId="{1CE97EDE-493E-482C-8347-8F1E46BBFDD5}">
      <dsp:nvSpPr>
        <dsp:cNvPr id="0" name=""/>
        <dsp:cNvSpPr/>
      </dsp:nvSpPr>
      <dsp:spPr>
        <a:xfrm>
          <a:off x="2079915" y="2257545"/>
          <a:ext cx="3222855" cy="1933713"/>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GB" sz="2100" kern="1200" dirty="0"/>
            <a:t>Not possible to achieve pipeline runtime success criteria</a:t>
          </a:r>
          <a:endParaRPr lang="en-US" sz="2100" kern="1200" dirty="0"/>
        </a:p>
      </dsp:txBody>
      <dsp:txXfrm>
        <a:off x="2079915" y="2257545"/>
        <a:ext cx="3222855" cy="1933713"/>
      </dsp:txXfrm>
    </dsp:sp>
    <dsp:sp modelId="{384493FA-60F1-4457-89B4-442715E67576}">
      <dsp:nvSpPr>
        <dsp:cNvPr id="0" name=""/>
        <dsp:cNvSpPr/>
      </dsp:nvSpPr>
      <dsp:spPr>
        <a:xfrm>
          <a:off x="5625057" y="2257545"/>
          <a:ext cx="3222855" cy="1933713"/>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GB" sz="2100" kern="1200"/>
            <a:t>Already have added JSON functionality and the seeding has been used and expanded further following the project</a:t>
          </a:r>
          <a:endParaRPr lang="en-US" sz="2100" kern="1200"/>
        </a:p>
      </dsp:txBody>
      <dsp:txXfrm>
        <a:off x="5625057" y="2257545"/>
        <a:ext cx="3222855" cy="1933713"/>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4.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6.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8.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10.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1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13.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layout14.xml><?xml version="1.0" encoding="utf-8"?>
<dgm:layoutDef xmlns:dgm="http://schemas.openxmlformats.org/drawingml/2006/diagram" xmlns:a="http://schemas.openxmlformats.org/drawingml/2006/main" uniqueId="urn:microsoft.com/office/officeart/2017/3/layout/DropPinTimeline">
  <dgm:title val="Drop Pin Timeline"/>
  <dgm:desc val="Use to show a list of events in chronological order. An invisible box next to the pin contains the date and the description is immediately below. It can display a medium amount of text and medium length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dgm:constr type="ctrY" for="ch" forName="divider" refType="h" fact="0.5"/>
      <dgm:constr type="l" for="ch" forName="divider"/>
      <dgm:constr type="w" for="ch" forName="nodes" refType="w"/>
      <dgm:constr type="h" for="ch" forName="nodes" refType="h" fact="0.8"/>
      <dgm:constr type="ctrY" for="ch" forName="nodes" refType="h" fact="0.5"/>
    </dgm:constrLst>
    <dgm:layoutNode name="divider" styleLbl="fgAcc1">
      <dgm:alg type="sp"/>
      <dgm:choose name="ArrowShape">
        <dgm:if name="ArrowShapeLTR" func="var" arg="dir" op="equ" val="norm">
          <dgm:shape xmlns:r="http://schemas.openxmlformats.org/officeDocument/2006/relationships" type="line" r:blip="" zOrderOff="-1">
            <dgm:adjLst/>
            <dgm:extLst>
              <a:ext uri="{B698B0E9-8C71-41B9-8309-B3DCBF30829C}">
                <dgm1612:spPr xmlns:dgm1612="http://schemas.microsoft.com/office/drawing/2016/12/diagram">
                  <a:ln w="19050">
                    <a:solidFill>
                      <a:srgbClr val="000000"/>
                    </a:solidFill>
                    <a:tailEnd type="triangle" w="lg" len="lg"/>
                  </a:ln>
                </dgm1612:spPr>
              </a:ext>
            </dgm:extLst>
          </dgm:shape>
        </dgm:if>
        <dgm:else name="ArrowShapeRTL">
          <dgm:shape xmlns:r="http://schemas.openxmlformats.org/officeDocument/2006/relationships" type="line" r:blip="" zOrderOff="-1">
            <dgm:adjLst/>
            <dgm:extLst>
              <a:ext uri="{B698B0E9-8C71-41B9-8309-B3DCBF30829C}">
                <dgm1612:spPr xmlns:dgm1612="http://schemas.microsoft.com/office/drawing/2016/12/diagram">
                  <a:ln>
                    <a:solidFill>
                      <a:srgbClr val="000000"/>
                    </a:solidFill>
                    <a:headEnd type="triangle" w="lg" len="lg"/>
                  </a:ln>
                </dgm1612:spPr>
              </a:ext>
            </dgm:extLst>
          </dgm:shape>
        </dgm:else>
      </dgm:choos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L1TextContainer" val="20"/>
        <dgm:constr type="primFontSz" for="des" forName="L2TextContainer" refType="primFontSz" refFor="des" refForName="L1TextContainer" op="equ" fact="0.75"/>
        <dgm:constr type="w" for="ch" forName="composite" refType="w"/>
        <dgm:constr type="h" for="ch" forName="composite" refType="h"/>
        <dgm:constr type="w" for="ch" forName="spaceBetweenRectangles" refType="w" refFor="ch" refForName="composite" fact="-0.5"/>
        <dgm:constr type="w" for="ch" ptType="sibTrans" op="equ"/>
        <dgm:constr type="primFontSz" for="des" forName="L1TextContainer" op="equ"/>
        <dgm:constr type="primFontSz" for="des" forName="L2TextContainer" op="equ"/>
        <dgm:constr type="primFontSz" for="des" forName="L1TextContainer1" val="20"/>
        <dgm:constr type="primFontSz" for="des" forName="L2TextContainer1" refType="primFontSz" refFor="des" refForName="L1TextContainer1" op="equ" fact="0.75"/>
        <dgm:constr type="w" for="ch" forName="composite1" refType="w"/>
        <dgm:constr type="h" for="ch" forName="composite1" refType="h"/>
        <dgm:constr type="w" for="ch" forName="spaceBetweenRectangles1" refType="w" refFor="ch" refForName="composite1" fact="0.28"/>
        <dgm:constr type="primFontSz" for="des" forName="L1TextContainer1" op="equ"/>
        <dgm:constr type="primFontSz" for="des" forName="L2TextContainer1" op="equ"/>
      </dgm:constrLst>
      <dgm:choose name="LayoutBasedOnCountOfNodes">
        <dgm:if name="LessThanOrEqualToTwoNodes" axis="ch" ptType="node" func="cnt" op="lte" val="2">
          <dgm:forEach name="nodesForEach1" axis="ch" ptType="node">
            <dgm:layoutNode name="composite1">
              <dgm:alg type="composite"/>
              <dgm:shape xmlns:r="http://schemas.openxmlformats.org/officeDocument/2006/relationships" r:blip="">
                <dgm:adjLst/>
              </dgm:shape>
              <dgm:choose name="CaseForLayoutDirection1">
                <dgm:if name="CaseForLayoutDirectionLTR1" func="var" arg="dir" op="equ" val="norm">
                  <dgm:choose name="CaseForPlacingNodesAboveAndBelowDividerLTR1">
                    <dgm:if name="CaseForPlacingNodeAboveDividerLTR1" axis="self" ptType="node" func="posOdd" op="equ" val="1">
                      <dgm:constrLst>
                        <dgm:constr type="w" for="ch" forName="ConnectorPoint1" refType="h" refFor="ch" refForName="DropPinPlaceHolder1" fact="0.18"/>
                        <dgm:constr type="h" for="ch" forName="ConnectorPoint1" refType="h" refFor="ch" refForName="DropPinPlaceHolder1" fact="0.18"/>
                        <dgm:constr type="ctrX" for="ch" forName="ConnectorPoint1" refType="ctrX" refFor="ch" refForName="ConnectLine1"/>
                        <dgm:constr type="ctrY" for="ch" forName="ConnectorPoint1" refType="h" fact="0.5"/>
                        <dgm:constr type="w" for="ch" forName="DropPinPlaceHolder1" refType="h" fact="0.13"/>
                        <dgm:constr type="h" for="ch" forName="DropPinPlaceHolder1" refType="h" fact="0.13"/>
                        <dgm:constr type="t" for="ch" forName="DropPinPlaceHolder1" refType="h" fact="0"/>
                        <dgm:constr type="l" for="ch" forName="DropPinPlaceHolder1" refType="w" fact="0"/>
                        <dgm:constr type="w" for="ch" forName="L2TextContainer1" refType="w" fact="0.83"/>
                        <dgm:constr type="l" for="ch" forName="L2TextContainer1" refType="r" refFor="ch" refForName="DropPinPlaceHolder1"/>
                        <dgm:constr type="t" for="ch" forName="L2TextContainer1" refType="b" refFor="ch" refForName="DropPinPlaceHolder1"/>
                        <dgm:constr type="b" for="ch" forName="L2TextContainer1" refType="h" fact="0.5"/>
                        <dgm:constr type="w" for="ch" forName="L1TextContainer1" refType="w" fact="0.83"/>
                        <dgm:constr type="l" for="ch" forName="L1TextContainer1" refType="r" refFor="ch" refForName="DropPinPlaceHolder1"/>
                        <dgm:constr type="b" for="ch" forName="L1TextContainer1" refType="b" refFor="ch" refForName="DropPinPlaceHolder1"/>
                        <dgm:constr type="t" for="ch" forName="L1TextContainer1" refType="t" refFor="ch" refForName="DropPinPlaceHolder1"/>
                        <dgm:constr type="w" for="ch" forName="ConnectLine1"/>
                        <dgm:constr type="ctrX" for="ch" forName="ConnectLine1" refType="ctrX" refFor="ch" refForName="DropPinPlaceHolder1"/>
                        <dgm:constr type="b" for="ch" forName="ConnectLine1" refType="h" fact="0.5"/>
                        <dgm:constr type="t" for="ch" forName="ConnectLine1" refType="b" refFor="ch" refForName="DropPinPlaceHolder1"/>
                        <dgm:constr type="w" for="ch" forName="EmptyPlaceHolder1" refType="w"/>
                        <dgm:constr type="h" for="ch" forName="EmptyPlaceHolder1" refType="h" fact="0.5"/>
                        <dgm:constr type="t" for="ch" forName="EmptyPlaceHolder1" refType="h" fact="0.5"/>
                      </dgm:constrLst>
                    </dgm:if>
                    <dgm:else name="CaseForPlacingNodeBelowDividerLTR1">
                      <dgm:constrLst>
                        <dgm:constr type="w" for="ch" forName="ConnectorPoint1" refType="h" refFor="ch" refForName="DropPinPlaceHolder1" fact="0.18"/>
                        <dgm:constr type="h" for="ch" forName="ConnectorPoint1" refType="h" refFor="ch" refForName="DropPinPlaceHolder1" fact="0.18"/>
                        <dgm:constr type="ctrX" for="ch" forName="ConnectorPoint1" refType="ctrX" refFor="ch" refForName="ConnectLine1"/>
                        <dgm:constr type="ctrY" for="ch" forName="ConnectorPoint1" refType="h" fact="0.5"/>
                        <dgm:constr type="w" for="ch" forName="DropPinPlaceHolder1" refType="h" fact="0.13"/>
                        <dgm:constr type="h" for="ch" forName="DropPinPlaceHolder1" refType="h" fact="0.13"/>
                        <dgm:constr type="b" for="ch" forName="DropPinPlaceHolder1" refType="h"/>
                        <dgm:constr type="l" for="ch" forName="DropPinPlaceHolder1" refType="w" fact="0"/>
                        <dgm:constr type="w" for="ch" forName="L2TextContainer1" refType="w" fact="0.83"/>
                        <dgm:constr type="l" for="ch" forName="L2TextContainer1" refType="r" refFor="ch" refForName="DropPinPlaceHolder1"/>
                        <dgm:constr type="b" for="ch" forName="L2TextContainer1" refType="t" refFor="ch" refForName="DropPinPlaceHolder1"/>
                        <dgm:constr type="t" for="ch" forName="L2TextContainer1" refType="h" fact="0.5"/>
                        <dgm:constr type="w" for="ch" forName="L1TextContainer1" refType="w" fact="0.83"/>
                        <dgm:constr type="l" for="ch" forName="L1TextContainer1" refType="r" refFor="ch" refForName="DropPinPlaceHolder1"/>
                        <dgm:constr type="b" for="ch" forName="L1TextContainer1" refType="b" refFor="ch" refForName="DropPinPlaceHolder1"/>
                        <dgm:constr type="t" for="ch" forName="L1TextContainer1" refType="t" refFor="ch" refForName="DropPinPlaceHolder1"/>
                        <dgm:constr type="w" for="ch" forName="ConnectLine1"/>
                        <dgm:constr type="ctrX" for="ch" forName="ConnectLine1" refType="ctrX" refFor="ch" refForName="DropPinPlaceHolder1"/>
                        <dgm:constr type="t" for="ch" forName="ConnectLine1" refType="h" fact="0.5"/>
                        <dgm:constr type="b" for="ch" forName="ConnectLine1" refType="t" refFor="ch" refForName="DropPinPlaceHolder1"/>
                        <dgm:constr type="w" for="ch" forName="EmptyPlaceHolder1" refType="w"/>
                        <dgm:constr type="h" for="ch" forName="EmptyPlaceHolder1" refType="h" fact="0.5"/>
                        <dgm:constr type="t" for="ch" forName="EmptyPlaceHolder1" refType="h" fact="0"/>
                      </dgm:constrLst>
                    </dgm:else>
                  </dgm:choose>
                </dgm:if>
                <dgm:else name="CaseForLayoutDirectionRTL1">
                  <dgm:choose name="CaseForPlacingNodesAboveAndBelowDividerRTL1">
                    <dgm:if name="CaseForPlacingNodeAboveDividerRTL1" axis="self" ptType="node" func="posOdd" op="equ" val="1">
                      <dgm:constrLst>
                        <dgm:constr type="w" for="ch" forName="ConnectorPoint1" refType="h" refFor="ch" refForName="DropPinPlaceHolder1" fact="0.18"/>
                        <dgm:constr type="h" for="ch" forName="ConnectorPoint1" refType="h" refFor="ch" refForName="DropPinPlaceHolder1" fact="0.18"/>
                        <dgm:constr type="ctrX" for="ch" forName="ConnectorPoint1" refType="ctrX" refFor="ch" refForName="ConnectLine1"/>
                        <dgm:constr type="ctrY" for="ch" forName="ConnectorPoint1" refType="h" fact="0.5"/>
                        <dgm:constr type="w" for="ch" forName="DropPinPlaceHolder1" refType="h" fact="0.13"/>
                        <dgm:constr type="h" for="ch" forName="DropPinPlaceHolder1" refType="h" fact="0.13"/>
                        <dgm:constr type="t" for="ch" forName="DropPinPlaceHolder1" refType="h" fact="0"/>
                        <dgm:constr type="l" for="ch" forName="DropPinPlaceHolder1" refType="w" fact="0"/>
                        <dgm:constr type="w" for="ch" forName="L2TextContainer1" refType="w" fact="0.83"/>
                        <dgm:constr type="l" for="ch" forName="L2TextContainer1" refType="r" refFor="ch" refForName="DropPinPlaceHolder1"/>
                        <dgm:constr type="t" for="ch" forName="L2TextContainer1" refType="b" refFor="ch" refForName="DropPinPlaceHolder1"/>
                        <dgm:constr type="b" for="ch" forName="L2TextContainer1" refType="h" fact="0.5"/>
                        <dgm:constr type="w" for="ch" forName="L1TextContainer1" refType="w" fact="0.83"/>
                        <dgm:constr type="l" for="ch" forName="L1TextContainer1" refType="r" refFor="ch" refForName="DropPinPlaceHolder1"/>
                        <dgm:constr type="b" for="ch" forName="L1TextContainer1" refType="b" refFor="ch" refForName="DropPinPlaceHolder1"/>
                        <dgm:constr type="t" for="ch" forName="L1TextContainer1" refType="t" refFor="ch" refForName="DropPinPlaceHolder1"/>
                        <dgm:constr type="w" for="ch" forName="ConnectLine1"/>
                        <dgm:constr type="ctrX" for="ch" forName="ConnectLine1" refType="ctrX" refFor="ch" refForName="DropPinPlaceHolder1"/>
                        <dgm:constr type="b" for="ch" forName="ConnectLine1" refType="h" fact="0.5"/>
                        <dgm:constr type="t" for="ch" forName="ConnectLine1" refType="b" refFor="ch" refForName="DropPinPlaceHolder1"/>
                        <dgm:constr type="w" for="ch" forName="EmptyPlaceHolder1" refType="w"/>
                        <dgm:constr type="h" for="ch" forName="EmptyPlaceHolder1" refType="h" fact="0.5"/>
                        <dgm:constr type="t" for="ch" forName="EmptyPlaceHolder1" refType="h" fact="0.5"/>
                      </dgm:constrLst>
                    </dgm:if>
                    <dgm:else name="CaseForPlacingNodeBelowDividerRTL1">
                      <dgm:constrLst>
                        <dgm:constr type="w" for="ch" forName="ConnectorPoint1" refType="h" refFor="ch" refForName="DropPinPlaceHolder1" fact="0.18"/>
                        <dgm:constr type="h" for="ch" forName="ConnectorPoint1" refType="h" refFor="ch" refForName="DropPinPlaceHolder1" fact="0.18"/>
                        <dgm:constr type="ctrX" for="ch" forName="ConnectorPoint1" refType="ctrX" refFor="ch" refForName="ConnectLine1"/>
                        <dgm:constr type="ctrY" for="ch" forName="ConnectorPoint1" refType="h" fact="0.5"/>
                        <dgm:constr type="w" for="ch" forName="DropPinPlaceHolder1" refType="h" fact="0.13"/>
                        <dgm:constr type="h" for="ch" forName="DropPinPlaceHolder1" refType="h" fact="0.13"/>
                        <dgm:constr type="b" for="ch" forName="DropPinPlaceHolder1" refType="h"/>
                        <dgm:constr type="l" for="ch" forName="DropPinPlaceHolder1" refType="w" fact="0"/>
                        <dgm:constr type="w" for="ch" forName="L2TextContainer1" refType="w" fact="0.83"/>
                        <dgm:constr type="l" for="ch" forName="L2TextContainer1" refType="r" refFor="ch" refForName="DropPinPlaceHolder1"/>
                        <dgm:constr type="b" for="ch" forName="L2TextContainer1" refType="t" refFor="ch" refForName="DropPinPlaceHolder1"/>
                        <dgm:constr type="t" for="ch" forName="L2TextContainer1" refType="h" fact="0.5"/>
                        <dgm:constr type="w" for="ch" forName="L1TextContainer1" refType="w" fact="0.83"/>
                        <dgm:constr type="l" for="ch" forName="L1TextContainer1" refType="r" refFor="ch" refForName="DropPinPlaceHolder1"/>
                        <dgm:constr type="b" for="ch" forName="L1TextContainer1" refType="b" refFor="ch" refForName="DropPinPlaceHolder1"/>
                        <dgm:constr type="t" for="ch" forName="L1TextContainer1" refType="t" refFor="ch" refForName="DropPinPlaceHolder1"/>
                        <dgm:constr type="w" for="ch" forName="ConnectLine1"/>
                        <dgm:constr type="ctrX" for="ch" forName="ConnectLine1" refType="ctrX" refFor="ch" refForName="DropPinPlaceHolder1"/>
                        <dgm:constr type="t" for="ch" forName="ConnectLine1" refType="h" fact="0.5"/>
                        <dgm:constr type="b" for="ch" forName="ConnectLine1" refType="t" refFor="ch" refForName="DropPinPlaceHolder1"/>
                        <dgm:constr type="w" for="ch" forName="EmptyPlaceHolder1" refType="w"/>
                        <dgm:constr type="h" for="ch" forName="EmptyPlaceHolder1" refType="h" fact="0.5"/>
                        <dgm:constr type="t" for="ch" forName="EmptyPlaceHolder1" refType="h" fact="0"/>
                      </dgm:constrLst>
                    </dgm:else>
                  </dgm:choose>
                </dgm:else>
              </dgm:choose>
              <dgm:layoutNode name="ConnectorPoint1" styleLbl="lnNode1" moveWith="ConnectLine1">
                <dgm:alg type="sp"/>
                <dgm:shape xmlns:r="http://schemas.openxmlformats.org/officeDocument/2006/relationships" type="ellipse" r:blip="" zOrderOff="10">
                  <dgm:adjLst/>
                </dgm:shape>
                <dgm:presOf/>
                <dgm:constrLst>
                  <dgm:constr type="w" refType="h" op="equ"/>
                </dgm:constrLst>
              </dgm:layoutNode>
              <dgm:layoutNode name="DropPinPlaceHolder1">
                <dgm:alg type="composite"/>
                <dgm:shape xmlns:r="http://schemas.openxmlformats.org/officeDocument/2006/relationships" r:blip="">
                  <dgm:adjLst/>
                </dgm:shape>
                <dgm:constrLst>
                  <dgm:constr type="w" for="ch" forName="DropPin1" refType="w"/>
                  <dgm:constr type="h" for="ch" forName="DropPin1" refType="h"/>
                  <dgm:constr type="ctrX" for="ch" forName="DropPin1" refType="w" fact="0.5"/>
                  <dgm:constr type="ctrY" for="ch" forName="DropPin1" refType="h" fact="0.5"/>
                  <dgm:constr type="w" for="ch" forName="Ellipse1" refType="w" refFor="ch" refForName="DropPin1" fact="0.55"/>
                  <dgm:constr type="h" for="ch" forName="Ellipse1" refType="w" refFor="ch" refForName="DropPin1" fact="0.55"/>
                  <dgm:constr type="ctrX" for="ch" forName="Ellipse1" refType="ctrX" refFor="ch" refForName="DropPin1"/>
                  <dgm:constr type="ctrY" for="ch" forName="Ellipse1" refType="ctrY" refFor="ch" refForName="DropPin1"/>
                </dgm:constrLst>
                <dgm:layoutNode name="DropPin1" styleLbl="alignNode1">
                  <dgm:alg type="sp"/>
                  <dgm:choose name="CaseForPlacingTearDropAboveAndBelowDivider1">
                    <dgm:if name="CaseForPlacingTearDropAboveDivider1" axis="self" ptType="node" func="posOdd" op="equ" val="1">
                      <dgm:shape xmlns:r="http://schemas.openxmlformats.org/officeDocument/2006/relationships" rot="135" type="teardrop" r:blip="">
                        <dgm:adjLst>
                          <dgm:adj idx="1" val="1.15"/>
                        </dgm:adjLst>
                      </dgm:shape>
                    </dgm:if>
                    <dgm:else name="CaseForPlacingTearDropBelowDivider1">
                      <dgm:shape xmlns:r="http://schemas.openxmlformats.org/officeDocument/2006/relationships" rot="-45" type="teardrop" r:blip="">
                        <dgm:adjLst>
                          <dgm:adj idx="1" val="1.15"/>
                        </dgm:adjLst>
                      </dgm:shape>
                    </dgm:else>
                  </dgm:choose>
                  <dgm:presOf/>
                  <dgm:constrLst/>
                </dgm:layoutNode>
                <dgm:layoutNode name="Ellipse1" styleLbl="fgAcc1" moveWith="DropPin1">
                  <dgm:alg type="sp"/>
                  <dgm:shape xmlns:r="http://schemas.openxmlformats.org/officeDocument/2006/relationships" type="ellipse" r:blip="">
                    <dgm:adjLst/>
                    <dgm:extLst>
                      <a:ext uri="{B698B0E9-8C71-41B9-8309-B3DCBF30829C}">
                        <dgm1612:spPr xmlns:dgm1612="http://schemas.microsoft.com/office/drawing/2016/12/diagram">
                          <a:ln>
                            <a:noFill/>
                          </a:ln>
                        </dgm1612:spPr>
                      </a:ext>
                    </dgm:extLst>
                  </dgm:shape>
                  <dgm:presOf/>
                  <dgm:constrLst/>
                </dgm:layoutNode>
              </dgm:layoutNode>
              <dgm:layoutNode name="L2TextContainer1" styleLbl="revTx" moveWith="L1TextContainer">
                <dgm:varLst>
                  <dgm:bulletEnabled val="1"/>
                </dgm:varLst>
                <dgm:choose name="casesForTxtDirLogic1">
                  <dgm:if name="Name771" axis="self" ptType="node" func="posOdd" op="equ" val="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refType="primFontSz" fact="0.5"/>
                      <dgm:constr type="bMarg" refType="primFontSz" fact="0.75"/>
                    </dgm:constrLst>
                  </dgm:if>
                  <dgm:else name="Name881">
                    <dgm:alg type="tx">
                      <dgm:param type="txAnchorVert" val="b"/>
                      <dgm:param type="parTxLTRAlign" val="l"/>
                      <dgm:param type="parTxRTLAlign" val="l"/>
                      <dgm:param type="txAnchorVertCh" val="b"/>
                      <dgm:param type="shpTxRTLAlignCh" val="l"/>
                      <dgm:param type="shpTxLTRAlignCh" val="l"/>
                    </dgm:alg>
                    <dgm:constrLst>
                      <dgm:constr type="lMarg"/>
                      <dgm:constr type="rMarg" refType="primFontSz" fact="0.5"/>
                      <dgm:constr type="tMarg" refType="primFontSz" fact="0.75"/>
                      <dgm:constr type="bMarg" refType="primFontSz" fact="0.5"/>
                    </dgm:constrLst>
                  </dgm:else>
                </dgm:choose>
                <dgm:shape xmlns:r="http://schemas.openxmlformats.org/officeDocument/2006/relationships" type="rect" r:blip="">
                  <dgm:adjLst/>
                </dgm:shape>
                <dgm:presOf axis="des" ptType="node"/>
                <dgm:ruleLst>
                  <dgm:rule type="primFontSz" val="11" fact="NaN" max="NaN"/>
                </dgm:ruleLst>
              </dgm:layoutNode>
              <dgm:layoutNode name="L1TextContainer1" styleLbl="revTx">
                <dgm:varLst>
                  <dgm:chMax val="1"/>
                  <dgm:chPref val="1"/>
                  <dgm:bulletEnabled val="1"/>
                </dgm:varLst>
                <dgm:alg type="tx">
                  <dgm:param type="txAnchorVert" val="mid"/>
                  <dgm:param type="parTxLTRAlign" val="l"/>
                  <dgm:param type="parTxRTLAlign" val="l"/>
                </dgm:alg>
                <dgm:shape xmlns:r="http://schemas.openxmlformats.org/officeDocument/2006/relationships" type="rect" r:blip="">
                  <dgm:adjLst/>
                </dgm:shape>
                <dgm:presOf axis="self"/>
                <dgm:constrLst>
                  <dgm:constr type="lMarg"/>
                  <dgm:constr type="rMarg" refType="primFontSz" fact="0.5"/>
                  <dgm:constr type="tMarg"/>
                  <dgm:constr type="bMarg"/>
                </dgm:constrLst>
                <dgm:ruleLst>
                  <dgm:rule type="primFontSz" val="13" fact="NaN" max="NaN"/>
                </dgm:ruleLst>
              </dgm:layoutNode>
              <dgm:layoutNode name="ConnectLine1" styleLbl="sibTrans1D1">
                <dgm:alg type="sp"/>
                <dgm:shape xmlns:r="http://schemas.openxmlformats.org/officeDocument/2006/relationships" type="line" r:blip="">
                  <dgm:adjLst/>
                  <dgm:extLst>
                    <a:ext uri="{B698B0E9-8C71-41B9-8309-B3DCBF30829C}">
                      <dgm1612:spPr xmlns:dgm1612="http://schemas.microsoft.com/office/drawing/2016/12/diagram">
                        <a:ln w="12700">
                          <a:prstDash val="dash"/>
                        </a:ln>
                      </dgm1612:spPr>
                    </a:ext>
                  </dgm:extLst>
                </dgm:shape>
                <dgm:presOf/>
                <dgm:constrLst/>
              </dgm:layoutNode>
              <dgm:layoutNode name="EmptyPlaceHolder1">
                <dgm:alg type="sp"/>
                <dgm:shape xmlns:r="http://schemas.openxmlformats.org/officeDocument/2006/relationships" r:blip="">
                  <dgm:adjLst/>
                </dgm:shape>
                <dgm:presOf/>
                <dgm:constrLst/>
              </dgm:layoutNode>
            </dgm:layoutNode>
            <dgm:forEach name="Name281" axis="followSib" ptType="sibTrans" cnt="1">
              <dgm:layoutNode name="spaceBetweenRectangles1">
                <dgm:alg type="sp"/>
                <dgm:shape xmlns:r="http://schemas.openxmlformats.org/officeDocument/2006/relationships" r:blip="">
                  <dgm:adjLst/>
                </dgm:shape>
                <dgm:presOf/>
                <dgm:constrLst/>
                <dgm:ruleLst/>
              </dgm:layoutNode>
            </dgm:forEach>
          </dgm:forEach>
        </dgm:if>
        <dgm:else name="MoreThanTwoNodes">
          <dgm:forEach name="nodesForEach" axis="ch" ptType="node">
            <dgm:layoutNode name="composite">
              <dgm:alg type="composite"/>
              <dgm:shape xmlns:r="http://schemas.openxmlformats.org/officeDocument/2006/relationships" r:blip="">
                <dgm:adjLst/>
              </dgm:shape>
              <dgm:choose name="CaseForLayoutDirection">
                <dgm:if name="CaseForLayoutDirectionLTR" func="var" arg="dir" op="equ" val="norm">
                  <dgm:choose name="CaseForPlacingNodesAboveAndBelowDividerLTR">
                    <dgm:if name="CaseForPlacingNodeAboveDividerLTR" axis="self" ptType="node" func="posOdd" op="equ" val="1">
                      <dgm:constrLst>
                        <dgm:constr type="w" for="ch" forName="ConnectorPoint" refType="h" refFor="ch" refForName="DropPinPlaceHolder" fact="0.18"/>
                        <dgm:constr type="h" for="ch" forName="ConnectorPoint" refType="h" refFor="ch" refForName="DropPinPlaceHolder" fact="0.18"/>
                        <dgm:constr type="ctrX" for="ch" forName="ConnectorPoint" refType="ctrX" refFor="ch" refForName="ConnectLine"/>
                        <dgm:constr type="ctrY" for="ch" forName="ConnectorPoint" refType="h" fact="0.5"/>
                        <dgm:constr type="w" for="ch" forName="DropPinPlaceHolder" refType="h" fact="0.13"/>
                        <dgm:constr type="h" for="ch" forName="DropPinPlaceHolder" refType="h" fact="0.13"/>
                        <dgm:constr type="t" for="ch" forName="DropPinPlaceHolder" refType="h" fact="0"/>
                        <dgm:constr type="l" for="ch" forName="DropPinPlaceHolder" refType="w" fact="0"/>
                        <dgm:constr type="w" for="ch" forName="L2TextContainer" refType="w" fact="0.83"/>
                        <dgm:constr type="l" for="ch" forName="L2TextContainer" refType="r" refFor="ch" refForName="DropPinPlaceHolder"/>
                        <dgm:constr type="t" for="ch" forName="L2TextContainer" refType="b" refFor="ch" refForName="DropPinPlaceHolder"/>
                        <dgm:constr type="b" for="ch" forName="L2TextContainer" refType="h" fact="0.5"/>
                        <dgm:constr type="w" for="ch" forName="L1TextContainer" refType="w" fact="0.83"/>
                        <dgm:constr type="l" for="ch" forName="L1TextContainer" refType="r" refFor="ch" refForName="DropPinPlaceHolder"/>
                        <dgm:constr type="b" for="ch" forName="L1TextContainer" refType="b" refFor="ch" refForName="DropPinPlaceHolder"/>
                        <dgm:constr type="t" for="ch" forName="L1TextContainer" refType="t" refFor="ch" refForName="DropPinPlaceHolder"/>
                        <dgm:constr type="w" for="ch" forName="ConnectLine"/>
                        <dgm:constr type="ctrX" for="ch" forName="ConnectLine" refType="ctrX" refFor="ch" refForName="DropPinPlaceHolder"/>
                        <dgm:constr type="b" for="ch" forName="ConnectLine" refType="h" fact="0.5"/>
                        <dgm:constr type="t" for="ch" forName="ConnectLine" refType="b" refFor="ch" refForName="DropPinPlaceHolder"/>
                        <dgm:constr type="w" for="ch" forName="EmptyPlaceHolder" refType="w"/>
                        <dgm:constr type="h" for="ch" forName="EmptyPlaceHolder" refType="h" fact="0.5"/>
                        <dgm:constr type="t" for="ch" forName="EmptyPlaceHolder" refType="h" fact="0.5"/>
                      </dgm:constrLst>
                    </dgm:if>
                    <dgm:else name="CaseForPlacingNodeBelowDividerLTR">
                      <dgm:constrLst>
                        <dgm:constr type="w" for="ch" forName="ConnectorPoint" refType="h" refFor="ch" refForName="DropPinPlaceHolder" fact="0.18"/>
                        <dgm:constr type="h" for="ch" forName="ConnectorPoint" refType="h" refFor="ch" refForName="DropPinPlaceHolder" fact="0.18"/>
                        <dgm:constr type="ctrX" for="ch" forName="ConnectorPoint" refType="ctrX" refFor="ch" refForName="ConnectLine"/>
                        <dgm:constr type="ctrY" for="ch" forName="ConnectorPoint" refType="h" fact="0.5"/>
                        <dgm:constr type="w" for="ch" forName="DropPinPlaceHolder" refType="h" fact="0.13"/>
                        <dgm:constr type="h" for="ch" forName="DropPinPlaceHolder" refType="h" fact="0.13"/>
                        <dgm:constr type="b" for="ch" forName="DropPinPlaceHolder" refType="h"/>
                        <dgm:constr type="l" for="ch" forName="DropPinPlaceHolder" refType="w" fact="0"/>
                        <dgm:constr type="w" for="ch" forName="L2TextContainer" refType="w" fact="0.83"/>
                        <dgm:constr type="l" for="ch" forName="L2TextContainer" refType="r" refFor="ch" refForName="DropPinPlaceHolder"/>
                        <dgm:constr type="b" for="ch" forName="L2TextContainer" refType="t" refFor="ch" refForName="DropPinPlaceHolder"/>
                        <dgm:constr type="t" for="ch" forName="L2TextContainer" refType="h" fact="0.5"/>
                        <dgm:constr type="w" for="ch" forName="L1TextContainer" refType="w" fact="0.83"/>
                        <dgm:constr type="l" for="ch" forName="L1TextContainer" refType="r" refFor="ch" refForName="DropPinPlaceHolder"/>
                        <dgm:constr type="b" for="ch" forName="L1TextContainer" refType="b" refFor="ch" refForName="DropPinPlaceHolder"/>
                        <dgm:constr type="t" for="ch" forName="L1TextContainer" refType="t" refFor="ch" refForName="DropPinPlaceHolder"/>
                        <dgm:constr type="w" for="ch" forName="ConnectLine"/>
                        <dgm:constr type="ctrX" for="ch" forName="ConnectLine" refType="ctrX" refFor="ch" refForName="DropPinPlaceHolder"/>
                        <dgm:constr type="t" for="ch" forName="ConnectLine" refType="h" fact="0.5"/>
                        <dgm:constr type="b" for="ch" forName="ConnectLine" refType="t" refFor="ch" refForName="DropPinPlaceHolder"/>
                        <dgm:constr type="w" for="ch" forName="EmptyPlaceHolder" refType="w"/>
                        <dgm:constr type="h" for="ch" forName="EmptyPlaceHolder" refType="h" fact="0.5"/>
                        <dgm:constr type="t" for="ch" forName="EmptyPlaceHolder" refType="h" fact="0"/>
                      </dgm:constrLst>
                    </dgm:else>
                  </dgm:choose>
                </dgm:if>
                <dgm:else name="CaseForLayoutDirectionRTL">
                  <dgm:choose name="CaseForPlacingNodesAboveAndBelowDividerRTL">
                    <dgm:if name="CaseForPlacingNodeAboveDividerRTL" axis="self" ptType="node" func="posOdd" op="equ" val="1">
                      <dgm:constrLst>
                        <dgm:constr type="w" for="ch" forName="ConnectorPoint" refType="h" refFor="ch" refForName="DropPinPlaceHolder" fact="0.18"/>
                        <dgm:constr type="h" for="ch" forName="ConnectorPoint" refType="h" refFor="ch" refForName="DropPinPlaceHolder" fact="0.18"/>
                        <dgm:constr type="ctrX" for="ch" forName="ConnectorPoint" refType="ctrX" refFor="ch" refForName="DropPinPlaceHolder"/>
                        <dgm:constr type="ctrY" for="ch" forName="ConnectorPoint" refType="h" fact="0.5"/>
                        <dgm:constr type="w" for="ch" forName="DropPinPlaceHolder" refType="h" fact="0.13"/>
                        <dgm:constr type="h" for="ch" forName="DropPinPlaceHolder" refType="h" fact="0.13"/>
                        <dgm:constr type="t" for="ch" forName="DropPinPlaceHolder" refType="h" fact="0"/>
                        <dgm:constr type="l" for="ch" forName="DropPinPlaceHolder" refType="w" fact="0"/>
                        <dgm:constr type="w" for="ch" forName="L2TextContainer" refType="w" fact="0.83"/>
                        <dgm:constr type="l" for="ch" forName="L2TextContainer" refType="r" refFor="ch" refForName="DropPinPlaceHolder"/>
                        <dgm:constr type="t" for="ch" forName="L2TextContainer" refType="b" refFor="ch" refForName="DropPinPlaceHolder"/>
                        <dgm:constr type="b" for="ch" forName="L2TextContainer" refType="h" fact="0.5"/>
                        <dgm:constr type="w" for="ch" forName="L1TextContainer" refType="w" fact="0.83"/>
                        <dgm:constr type="l" for="ch" forName="L1TextContainer" refType="r" refFor="ch" refForName="DropPinPlaceHolder"/>
                        <dgm:constr type="b" for="ch" forName="L1TextContainer" refType="b" refFor="ch" refForName="DropPinPlaceHolder"/>
                        <dgm:constr type="t" for="ch" forName="L1TextContainer" refType="t" refFor="ch" refForName="DropPinPlaceHolder"/>
                        <dgm:constr type="w" for="ch" forName="ConnectLine"/>
                        <dgm:constr type="ctrX" for="ch" forName="ConnectLine" refType="ctrX" refFor="ch" refForName="DropPinPlaceHolder"/>
                        <dgm:constr type="b" for="ch" forName="ConnectLine" refType="h" fact="0.5"/>
                        <dgm:constr type="t" for="ch" forName="ConnectLine" refType="b" refFor="ch" refForName="DropPinPlaceHolder"/>
                        <dgm:constr type="w" for="ch" forName="EmptyPlaceHolder" refType="w"/>
                        <dgm:constr type="h" for="ch" forName="EmptyPlaceHolder" refType="h" fact="0.5"/>
                        <dgm:constr type="t" for="ch" forName="EmptyPlaceHolder" refType="h" fact="0.5"/>
                      </dgm:constrLst>
                    </dgm:if>
                    <dgm:else name="CaseForPlacingNodeBelowDividerRTL">
                      <dgm:constrLst>
                        <dgm:constr type="w" for="ch" forName="ConnectorPoint" refType="h" refFor="ch" refForName="DropPinPlaceHolder" fact="0.18"/>
                        <dgm:constr type="h" for="ch" forName="ConnectorPoint" refType="h" refFor="ch" refForName="DropPinPlaceHolder" fact="0.18"/>
                        <dgm:constr type="ctrX" for="ch" forName="ConnectorPoint" refType="ctrX" refFor="ch" refForName="DropPinPlaceHolder"/>
                        <dgm:constr type="ctrY" for="ch" forName="ConnectorPoint" refType="h" fact="0.5"/>
                        <dgm:constr type="w" for="ch" forName="DropPinPlaceHolder" refType="h" fact="0.13"/>
                        <dgm:constr type="h" for="ch" forName="DropPinPlaceHolder" refType="h" fact="0.13"/>
                        <dgm:constr type="b" for="ch" forName="DropPinPlaceHolder" refType="h"/>
                        <dgm:constr type="l" for="ch" forName="DropPinPlaceHolder" refType="w" fact="0"/>
                        <dgm:constr type="w" for="ch" forName="L2TextContainer" refType="w" fact="0.83"/>
                        <dgm:constr type="l" for="ch" forName="L2TextContainer" refType="r" refFor="ch" refForName="DropPinPlaceHolder"/>
                        <dgm:constr type="b" for="ch" forName="L2TextContainer" refType="t" refFor="ch" refForName="DropPinPlaceHolder"/>
                        <dgm:constr type="t" for="ch" forName="L2TextContainer" refType="h" fact="0.5"/>
                        <dgm:constr type="w" for="ch" forName="L1TextContainer" refType="w" fact="0.83"/>
                        <dgm:constr type="l" for="ch" forName="L1TextContainer" refType="r" refFor="ch" refForName="DropPinPlaceHolder"/>
                        <dgm:constr type="b" for="ch" forName="L1TextContainer" refType="b" refFor="ch" refForName="DropPinPlaceHolder"/>
                        <dgm:constr type="t" for="ch" forName="L1TextContainer" refType="t" refFor="ch" refForName="DropPinPlaceHolder"/>
                        <dgm:constr type="w" for="ch" forName="ConnectLine"/>
                        <dgm:constr type="ctrX" for="ch" forName="ConnectLine" refType="ctrX" refFor="ch" refForName="DropPinPlaceHolder"/>
                        <dgm:constr type="t" for="ch" forName="ConnectLine" refType="h" fact="0.5"/>
                        <dgm:constr type="b" for="ch" forName="ConnectLine" refType="t" refFor="ch" refForName="DropPinPlaceHolder"/>
                        <dgm:constr type="w" for="ch" forName="EmptyPlaceHolder" refType="w"/>
                        <dgm:constr type="h" for="ch" forName="EmptyPlaceHolder" refType="h" fact="0.5"/>
                        <dgm:constr type="t" for="ch" forName="EmptyPlaceHolder" refType="h" fact="0"/>
                      </dgm:constrLst>
                    </dgm:else>
                  </dgm:choose>
                </dgm:else>
              </dgm:choose>
              <dgm:layoutNode name="ConnectorPoint" styleLbl="lnNode1" moveWith="ConnectLine">
                <dgm:alg type="sp"/>
                <dgm:shape xmlns:r="http://schemas.openxmlformats.org/officeDocument/2006/relationships" type="ellipse" r:blip="" zOrderOff="10">
                  <dgm:adjLst/>
                  <dgm:extLst>
                    <a:ext uri="{B698B0E9-8C71-41B9-8309-B3DCBF30829C}">
                      <dgm1612:spPr xmlns:dgm1612="http://schemas.microsoft.com/office/drawing/2016/12/diagram">
                        <a:ln w="6350"/>
                      </dgm1612:spPr>
                    </a:ext>
                  </dgm:extLst>
                </dgm:shape>
                <dgm:presOf/>
                <dgm:constrLst>
                  <dgm:constr type="w" refType="h" op="equ"/>
                </dgm:constrLst>
              </dgm:layoutNode>
              <dgm:layoutNode name="DropPinPlaceHolder">
                <dgm:alg type="composite"/>
                <dgm:shape xmlns:r="http://schemas.openxmlformats.org/officeDocument/2006/relationships" r:blip="">
                  <dgm:adjLst/>
                </dgm:shape>
                <dgm:constrLst>
                  <dgm:constr type="w" for="ch" forName="DropPin" refType="w"/>
                  <dgm:constr type="h" for="ch" forName="DropPin" refType="h"/>
                  <dgm:constr type="ctrX" for="ch" forName="DropPin" refType="w" fact="0.5"/>
                  <dgm:constr type="ctrY" for="ch" forName="DropPin" refType="h" fact="0.5"/>
                  <dgm:constr type="w" for="ch" forName="Ellipse" refType="w" refFor="ch" refForName="DropPin" fact="0.55"/>
                  <dgm:constr type="h" for="ch" forName="Ellipse" refType="w" refFor="ch" refForName="DropPin" fact="0.55"/>
                  <dgm:constr type="ctrX" for="ch" forName="Ellipse" refType="ctrX" refFor="ch" refForName="DropPin"/>
                  <dgm:constr type="ctrY" for="ch" forName="Ellipse" refType="ctrY" refFor="ch" refForName="DropPin"/>
                </dgm:constrLst>
                <dgm:layoutNode name="DropPin" styleLbl="alignNode1">
                  <dgm:alg type="sp"/>
                  <dgm:choose name="CaseForPlacingTearDropAboveAndBelowDivider">
                    <dgm:if name="CaseForPlacingTearDropAboveDivider" axis="self" ptType="node" func="posOdd" op="equ" val="1">
                      <dgm:shape xmlns:r="http://schemas.openxmlformats.org/officeDocument/2006/relationships" rot="135" type="teardrop" r:blip="">
                        <dgm:adjLst>
                          <dgm:adj idx="1" val="1.15"/>
                        </dgm:adjLst>
                      </dgm:shape>
                    </dgm:if>
                    <dgm:else name="CaseForPlacingTearDropBelowDivider">
                      <dgm:shape xmlns:r="http://schemas.openxmlformats.org/officeDocument/2006/relationships" rot="-45" type="teardrop" r:blip="">
                        <dgm:adjLst>
                          <dgm:adj idx="1" val="1.15"/>
                        </dgm:adjLst>
                      </dgm:shape>
                    </dgm:else>
                  </dgm:choose>
                  <dgm:presOf/>
                  <dgm:constrLst/>
                </dgm:layoutNode>
                <dgm:layoutNode name="Ellipse" styleLbl="fgAcc1" moveWith="DropPin">
                  <dgm:alg type="sp"/>
                  <dgm:shape xmlns:r="http://schemas.openxmlformats.org/officeDocument/2006/relationships" type="ellipse" r:blip="">
                    <dgm:adjLst/>
                    <dgm:extLst>
                      <a:ext uri="{B698B0E9-8C71-41B9-8309-B3DCBF30829C}">
                        <dgm1612:spPr xmlns:dgm1612="http://schemas.microsoft.com/office/drawing/2016/12/diagram">
                          <a:ln>
                            <a:noFill/>
                          </a:ln>
                        </dgm1612:spPr>
                      </a:ext>
                    </dgm:extLst>
                  </dgm:shape>
                  <dgm:presOf/>
                  <dgm:constrLst/>
                </dgm:layoutNode>
              </dgm:layoutNode>
              <dgm:layoutNode name="L2TextContainer" styleLbl="revTx" moveWith="L1TextContainer">
                <dgm:varLst>
                  <dgm:bulletEnabled val="1"/>
                </dgm:varLst>
                <dgm:choose name="casesForTxtDirLogic">
                  <dgm:if name="Name77" axis="self" ptType="node" func="posOdd" op="equ" val="1">
                    <dgm:alg type="tx">
                      <dgm:param type="txAnchorVert" val="t"/>
                      <dgm:param type="parTxLTRAlign" val="l"/>
                      <dgm:param type="parTxRTLAlign" val="l"/>
                      <dgm:param type="txAnchorVertCh" val="t"/>
                      <dgm:param type="shpTxRTLAlignCh" val="l"/>
                      <dgm:param type="shpTxLTRAlignCh" val="l"/>
                    </dgm:alg>
                    <dgm:constrLst>
                      <dgm:constr type="lMarg"/>
                      <dgm:constr type="rMarg" refType="primFontSz" fact="0.5"/>
                      <dgm:constr type="tMarg" refType="primFontSz" fact="0.5"/>
                      <dgm:constr type="bMarg" refType="primFontSz" fact="0.75"/>
                    </dgm:constrLst>
                  </dgm:if>
                  <dgm:else name="Name88">
                    <dgm:alg type="tx">
                      <dgm:param type="txAnchorVert" val="b"/>
                      <dgm:param type="parTxLTRAlign" val="l"/>
                      <dgm:param type="parTxRTLAlign" val="l"/>
                      <dgm:param type="txAnchorVertCh" val="b"/>
                      <dgm:param type="shpTxRTLAlignCh" val="l"/>
                      <dgm:param type="shpTxLTRAlignCh" val="l"/>
                    </dgm:alg>
                    <dgm:constrLst>
                      <dgm:constr type="lMarg"/>
                      <dgm:constr type="rMarg"/>
                      <dgm:constr type="tMarg" refType="primFontSz" fact="0.75"/>
                      <dgm:constr type="bMarg" refType="primFontSz" fact="0.5"/>
                    </dgm:constrLst>
                  </dgm:else>
                </dgm:choose>
                <dgm:shape xmlns:r="http://schemas.openxmlformats.org/officeDocument/2006/relationships" type="rect" r:blip="">
                  <dgm:adjLst/>
                </dgm:shape>
                <dgm:presOf axis="des" ptType="node"/>
                <dgm:ruleLst>
                  <dgm:rule type="primFontSz" val="11" fact="NaN" max="NaN"/>
                </dgm:ruleLst>
              </dgm:layoutNode>
              <dgm:layoutNode name="L1TextContainer" styleLbl="revTx">
                <dgm:varLst>
                  <dgm:chMax val="1"/>
                  <dgm:chPref val="1"/>
                  <dgm:bulletEnabled val="1"/>
                </dgm:varLst>
                <dgm:alg type="tx">
                  <dgm:param type="txAnchorVert" val="mid"/>
                  <dgm:param type="parTxLTRAlign" val="l"/>
                  <dgm:param type="parTxRTLAlign" val="l"/>
                </dgm:alg>
                <dgm:shape xmlns:r="http://schemas.openxmlformats.org/officeDocument/2006/relationships" type="rect" r:blip="">
                  <dgm:adjLst/>
                </dgm:shape>
                <dgm:presOf axis="self"/>
                <dgm:constrLst>
                  <dgm:constr type="lMarg"/>
                  <dgm:constr type="rMarg" refType="primFontSz" fact="0.5"/>
                  <dgm:constr type="tMarg"/>
                  <dgm:constr type="bMarg"/>
                </dgm:constrLst>
                <dgm:ruleLst>
                  <dgm:rule type="primFontSz" val="13" fact="NaN" max="NaN"/>
                </dgm:ruleLst>
              </dgm:layoutNode>
              <dgm:layoutNode name="ConnectLine" styleLbl="sibTrans1D1">
                <dgm:alg type="sp"/>
                <dgm:shape xmlns:r="http://schemas.openxmlformats.org/officeDocument/2006/relationships" type="line" r:blip="">
                  <dgm:adjLst/>
                  <dgm:extLst>
                    <a:ext uri="{B698B0E9-8C71-41B9-8309-B3DCBF30829C}">
                      <dgm1612:spPr xmlns:dgm1612="http://schemas.microsoft.com/office/drawing/2016/12/diagram">
                        <a:ln w="12700">
                          <a:prstDash val="dash"/>
                        </a:ln>
                      </dgm1612:spPr>
                    </a:ext>
                  </dgm:ext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else>
      </dgm:choose>
    </dgm:layoutNode>
  </dgm:layoutNode>
  <dgm:extLst>
    <a:ext uri="{68A01E43-0DF5-4B5B-8FA6-DAF915123BFB}">
      <dgm1612:lstStyle xmlns:dgm1612="http://schemas.microsoft.com/office/drawing/2016/12/diagram">
        <a:lvl1pPr>
          <a:defRPr b="1"/>
        </a:lvl1pPr>
      </dgm1612:lstStyle>
    </a:ext>
  </dgm:extLst>
</dgm:layoutDef>
</file>

<file path=ppt/diagrams/layout15.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17.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18.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19.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20.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FF0E797-B28A-44C6-9801-79B80804BBDC}" type="datetimeFigureOut">
              <a:rPr lang="en-GB" smtClean="0"/>
              <a:t>29/06/2026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21883F-71E0-4FD9-BEAE-5E080585075F}" type="slidenum">
              <a:rPr lang="en-GB" smtClean="0"/>
              <a:t>‹#›</a:t>
            </a:fld>
            <a:endParaRPr lang="en-GB"/>
          </a:p>
        </p:txBody>
      </p:sp>
    </p:spTree>
    <p:extLst>
      <p:ext uri="{BB962C8B-B14F-4D97-AF65-F5344CB8AC3E}">
        <p14:creationId xmlns:p14="http://schemas.microsoft.com/office/powerpoint/2010/main" val="20855682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Currently, Ordnance Survey manages subscriptions and resource groups in Azure through their own bespoke deployment system: ACES. This system operates by referencing a collection of JSON files internally known as deployment profiles. Each system code (essentially a way of tracking cost per team or service) has its own deployment profile and resource groups are deployed into the subscriptions a deployment profile specifies (see Figure 1 below). This means that subscriptions have resource groups from multiple different teams and services across Ordnance Survey, as multiple different deployment profiles can declare that their resource groups should be in the same subscriptions as other deployment profiles. This is not the intended purpose of subscriptions, as subscriptions are intended to be used as financial containers for resources, as “Billing for Azure resources is done on a per-subscription basis. An Azure subscription defines a set of Azure resources that are invoiced together” (Microsoft Learn, 2026a). Having multiple teams and services running in the same subscriptions is in clear violation of this intention from Microsoft.</a:t>
            </a:r>
          </a:p>
          <a:p>
            <a:r>
              <a:rPr lang="en-GB" sz="1200" kern="1200" dirty="0">
                <a:solidFill>
                  <a:schemeClr val="tx1"/>
                </a:solidFill>
                <a:effectLst/>
                <a:latin typeface="+mn-lt"/>
                <a:ea typeface="+mn-ea"/>
                <a:cs typeface="+mn-cs"/>
              </a:rPr>
              <a:t>An example of this violation causing problems for Ordnance Survey is that their current use of subscriptions and resource groups often leads to the limit of 980 resource groups in a subscription being hit (Microsoft Learn, 2026b). This leads to stalled operations across the business as new subscriptions need to be created to accommodate more resource groups.</a:t>
            </a:r>
          </a:p>
          <a:p>
            <a:r>
              <a:rPr lang="en-GB" sz="1200" kern="1200" dirty="0">
                <a:solidFill>
                  <a:schemeClr val="tx1"/>
                </a:solidFill>
                <a:effectLst/>
                <a:latin typeface="+mn-lt"/>
                <a:ea typeface="+mn-ea"/>
                <a:cs typeface="+mn-cs"/>
              </a:rPr>
              <a:t>The biggest problem with ACES, though, is that it does not allow for the easy deployment and teardown of environments that developers need to work effectively. This is because it checks every deployment profile and then deploys or removes resource groups based on these deployment profiles. Some deployment profiles for certain system codes have gotten too large and can run for up to 4 hours before deploying a new resource group. As one of the benefits to cloud computing is the ability to “quickly spin up and tear down test environments, making more efficient use of resources” (Andersson, 2023), this slowness to deploy resource groups is unacceptable as the benefits of quicker development are lost. The other side to this is that unneeded resource groups would be slow to teardown, leading to unnecessary resource groups being left up (affecting the cap on resource groups in a subscription spoken of previously). Leaving these resources running in the cloud also increases Ordnance Survey’s cloud costs, as idle systems can generate significant charges over time; identifying and removing them can therefore reduce overall expenditure (Piper, 2025).</a:t>
            </a:r>
          </a:p>
          <a:p>
            <a:r>
              <a:rPr lang="en-GB" sz="1200" kern="1200" dirty="0">
                <a:solidFill>
                  <a:schemeClr val="tx1"/>
                </a:solidFill>
                <a:effectLst/>
                <a:latin typeface="+mn-lt"/>
                <a:ea typeface="+mn-ea"/>
                <a:cs typeface="+mn-cs"/>
              </a:rPr>
              <a:t>ACES does not by itself create resources in the resource groups, merely the resource groups themselves along with some networking components. Thus, even after ACES has run, other deployment pipelines would still need to run to provision concrete resources, thus extending the deployment of an environment further.</a:t>
            </a:r>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3</a:t>
            </a:fld>
            <a:endParaRPr lang="en-GB"/>
          </a:p>
        </p:txBody>
      </p:sp>
    </p:spTree>
    <p:extLst>
      <p:ext uri="{BB962C8B-B14F-4D97-AF65-F5344CB8AC3E}">
        <p14:creationId xmlns:p14="http://schemas.microsoft.com/office/powerpoint/2010/main" val="40250508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To combat this, new subscriptions outside the ACES system have been set up for some new services. Each subscription is named after the service it contains (acting as a billing bucket) and the type of environments it has in it. For example, one subscription may be for the production environment of Service A, whereas another subscription would be for the development and testing environments of Service A. </a:t>
            </a:r>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4</a:t>
            </a:fld>
            <a:endParaRPr lang="en-GB"/>
          </a:p>
        </p:txBody>
      </p:sp>
    </p:spTree>
    <p:extLst>
      <p:ext uri="{BB962C8B-B14F-4D97-AF65-F5344CB8AC3E}">
        <p14:creationId xmlns:p14="http://schemas.microsoft.com/office/powerpoint/2010/main" val="1331627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Currently, new deployment pipelines have been created in Azure DevOps that can create development and testing resource groups in one of Ordnance Survey’s development and testing subscriptions for a service called Errors and Omissions, which is the service around which this project will be based. This service is being created anew and consists of two parts: a customer-facing frontend from which they inform Ordnance Survey of errors or omissions in mapping data, and an internal-facing frontend where reported errors can be investigated. These two services share backend systems, such as databases and storage accounts in Azure. So far, most of the infrastructure of the new service has been created, with key vaults, databases, backend APIs, event grids and network rules being deployed into their own resource groups. Currently, these pipelines run for about 15-16 minutes on average for a full deployment (see Figure 3 below) making deployment significantly faster than ACES. </a:t>
            </a:r>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5</a:t>
            </a:fld>
            <a:endParaRPr lang="en-GB"/>
          </a:p>
        </p:txBody>
      </p:sp>
    </p:spTree>
    <p:extLst>
      <p:ext uri="{BB962C8B-B14F-4D97-AF65-F5344CB8AC3E}">
        <p14:creationId xmlns:p14="http://schemas.microsoft.com/office/powerpoint/2010/main" val="5000484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Because of the fact the system is currently not useful for development and testing, the business requirements for Ordnance Survey are that for the Errors and Omissions service, test data is created and placed into the relevant data stores during the deployment of development or testing environments. This would allow for easy visual identification of whether the Errors and Omissions service is working correctly upon deployment by viewing the internal-facing frontend locally to see if the data is displayed there. It would also allow for automated testing on the data in the future, allowing for further assurance that a system is working correctly and would allow for breaking changes to be identified in development and testing environments before reaching production environments, thus safeguarding production environments. </a:t>
            </a:r>
          </a:p>
          <a:p>
            <a:r>
              <a:rPr lang="en-GB" sz="1200" dirty="0"/>
              <a:t>Adding test data to the relevant data stores would also allow for an easier developer experience and ties back into the idea of creating easily disposable, ephemeral environments. This, in turn, ties back into the overall maturity of Ordnance Survey’s cloud maturity in Azure, helping to prevent disaster, improve disaster recovery and help to retain ISO27001 certification.</a:t>
            </a:r>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6</a:t>
            </a:fld>
            <a:endParaRPr lang="en-GB"/>
          </a:p>
        </p:txBody>
      </p:sp>
    </p:spTree>
    <p:extLst>
      <p:ext uri="{BB962C8B-B14F-4D97-AF65-F5344CB8AC3E}">
        <p14:creationId xmlns:p14="http://schemas.microsoft.com/office/powerpoint/2010/main" val="9276280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 A script, running in the pipeline which deploys development and testing environments for the internal-facing Errors and Omissions service deploys records into the SQL database.</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 A script, running in the pipeline which deploys development and testing environments for the Errors and Omissions service deploys blobs into the Azure blob storage. These blobs are related to a specific record in the SQL database, so that they can be retrieved by a frontend service through an API.</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 The records in the SQL database and Azure blob storage should be possible to retrieve through an instance of a local frontend environment by going through an API in the development or testing environment.</a:t>
            </a:r>
            <a:endParaRPr lang="en-US" dirty="0"/>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7</a:t>
            </a:fld>
            <a:endParaRPr lang="en-GB"/>
          </a:p>
        </p:txBody>
      </p:sp>
    </p:spTree>
    <p:extLst>
      <p:ext uri="{BB962C8B-B14F-4D97-AF65-F5344CB8AC3E}">
        <p14:creationId xmlns:p14="http://schemas.microsoft.com/office/powerpoint/2010/main" val="10565961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 The data seeding script does not run for a significantly long time in relation to the deployment pipeline. </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 During this work, a single development or testing environment is deployed above what is currently being worked on by other developers and testers. This is to ensure that Azure costs are kept to a minimum during this. If possible, this environment should be torn down when it is unnecessary to leave it up, but this may not be practical for most of the duration of this work.</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 The data seeding script is flexible and adaptable enough to potentially be reused in the future to allow development and testing environments to be hosted in containers. This ability to host environments in containers would extend to both local development and the cloud. </a:t>
            </a:r>
            <a:endParaRPr lang="en-US" dirty="0"/>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8</a:t>
            </a:fld>
            <a:endParaRPr lang="en-GB"/>
          </a:p>
        </p:txBody>
      </p:sp>
    </p:spTree>
    <p:extLst>
      <p:ext uri="{BB962C8B-B14F-4D97-AF65-F5344CB8AC3E}">
        <p14:creationId xmlns:p14="http://schemas.microsoft.com/office/powerpoint/2010/main" val="42871960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 The data seeding script should use connection strings which are stored in Azure Key Vaults instead of hardcoded values in the script. This will prevent breaches of Azure DevOps revealing secret connection strings and improves security by allowing for rotation of connection strings, preventing previous ones from working even if acquired by malicious actors.</a:t>
            </a:r>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data seeding script should use an identity with least-privilege Role Based Access Control to access the Azure blob storage (or the most reasonably low-privilege based on current configurations). This will prevent the event where a modification of the script, either intentional or accidental, could affect things other than the specific blob store for the Errors and Omissions service.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Access must be restricted to authorised personnel for the Azure DevOps repository and pipelines in which the code for the data seeding script is stored or run. This is to prevent malicious actors modifying the script and running it in the pipelines. It also prevents malicious actors from inferring the database schema from code.</a:t>
            </a:r>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All valid recommendations made by reviewers for Pull Requests in our Azure DevOps organisation will be dealt with satisfactorily before the code for the data seeding script is merged.</a:t>
            </a:r>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9</a:t>
            </a:fld>
            <a:endParaRPr lang="en-GB"/>
          </a:p>
        </p:txBody>
      </p:sp>
    </p:spTree>
    <p:extLst>
      <p:ext uri="{BB962C8B-B14F-4D97-AF65-F5344CB8AC3E}">
        <p14:creationId xmlns:p14="http://schemas.microsoft.com/office/powerpoint/2010/main" val="5243951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In terms of human resources, the distribution of work will be being carried out by the team that oversees the Errors and Omissions service. The team consists of three software engineers (one of whom is the senior engineer) and a single test engineer. All the members of the team work from 9 to 5 Monday to Friday. It has already been decided by the product owner that oversees the team that the work to deploy the data with the development or testing environments will be mainly done by a single software engineer. However, this software engineer can call upon the other team members when expertise is required during the working hours of the team if necessary and provided the other members of the team are not engaged in time-critical work.</a:t>
            </a:r>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11</a:t>
            </a:fld>
            <a:endParaRPr lang="en-GB"/>
          </a:p>
        </p:txBody>
      </p:sp>
    </p:spTree>
    <p:extLst>
      <p:ext uri="{BB962C8B-B14F-4D97-AF65-F5344CB8AC3E}">
        <p14:creationId xmlns:p14="http://schemas.microsoft.com/office/powerpoint/2010/main" val="33722064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Given that the deployment pipelines are already running and using the new subscription models (as shown previously in Figure 2 and mentioned in Section 1.1.3), any method of placing data must conform to the implementation of these pipelines.</a:t>
            </a:r>
          </a:p>
          <a:p>
            <a:r>
              <a:rPr lang="en-GB" sz="1200" dirty="0"/>
              <a:t>As such, here are the technological and infrastructure constraints of the project:</a:t>
            </a:r>
          </a:p>
          <a:p>
            <a:r>
              <a:rPr lang="en-GB" sz="1200" dirty="0"/>
              <a:t>Azure – Ordnance Survey uses Azure as its cloud provider. It has invested significant resources and time into setting up the governance and security in Azure and as such any solution must integrate with Azure as the cloud platform.</a:t>
            </a:r>
          </a:p>
          <a:p>
            <a:r>
              <a:rPr lang="en-GB" sz="1200" dirty="0"/>
              <a:t>Azure DevOps – The code that runs the deployment pipelines is stored in a repository in Azure DevOps. Again, this is Ordnance Survey’s choice for handling the Software Development Lifecycle (SDLC) for software projects, and significant resources have been used to make it secure and to link secure service connections to Azure. As such, any solution will likely use Azure DevOps and Azure DevOps Pipelines.</a:t>
            </a:r>
          </a:p>
          <a:p>
            <a:r>
              <a:rPr lang="en-GB" sz="1200" dirty="0"/>
              <a:t>New Azure Subscription Models and Resource Groups – The new model for subscriptions at Ordnance Survey has been chosen by the product owner as the way forward for future projects. As such, any solution should not use ACES, but the new subscription model as shown in Figure 2 and Section 1.1.2.</a:t>
            </a:r>
          </a:p>
          <a:p>
            <a:r>
              <a:rPr lang="en-GB" sz="1200" dirty="0"/>
              <a:t>Spring Boot API – The current API for Errors and Omissions is written in Java using Spring Boot. This is significant as although the data does not have to be created through this API for the purposes of the solution, it is a potential path forward for how to add the data into the data stores.</a:t>
            </a:r>
          </a:p>
          <a:p>
            <a:r>
              <a:rPr lang="en-GB" sz="1200" dirty="0"/>
              <a:t>Azure SQL Database – Any relational records for the Errors and Omissions service are stored in an Azure SQL Database. As such, any data created during the deployment pipeline will have to be able to be placed in tables preconfigured in the deployment pipeline.</a:t>
            </a:r>
          </a:p>
          <a:p>
            <a:r>
              <a:rPr lang="en-GB" sz="1200" dirty="0"/>
              <a:t>Azure Blob Storage – Blob storage is used for image data, occasionally used in some Errors and Omissions records. This is non-relational Binary Large Object data. As such, if image data is created during the deployment of development or testing environments, it will have to be stored here.</a:t>
            </a:r>
          </a:p>
          <a:p>
            <a:r>
              <a:rPr lang="en-GB" sz="1200" dirty="0"/>
              <a:t>React Frontend – A local React Frontend, which is not currently part of the deployment, will be used to test the solution manually, to ensure data is being correctly displayed for the internal-facing front end.</a:t>
            </a:r>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12</a:t>
            </a:fld>
            <a:endParaRPr lang="en-GB"/>
          </a:p>
        </p:txBody>
      </p:sp>
    </p:spTree>
    <p:extLst>
      <p:ext uri="{BB962C8B-B14F-4D97-AF65-F5344CB8AC3E}">
        <p14:creationId xmlns:p14="http://schemas.microsoft.com/office/powerpoint/2010/main" val="38534932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Currently, before implementation of any data seeding, the cost of a single development or testing environment for the Errors and Omissions service is expected to cost around £1459.07 per month. Figure 20 in Appendix B shows this and is taken from a former ACES resource group. Although the development environment created from the new deployment environment is different (being spread across multiple resource groups under the new subscription model) it should not exceed this amount for a month of work. Depending on the length of the work, the cost of provisioning such an environment may vary significantly. For example, if the work takes 3 weeks, the environment may cost roughly £1100 based on Figure 20 in Appendix B, whereas a six-week project would double that amount before the development environment is torn down again. Although tearing down the environments out-of-hours could reduce spend, it may impact developer productivity whilst working on this solution, so it arguably may end up costing more. </a:t>
            </a:r>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13</a:t>
            </a:fld>
            <a:endParaRPr lang="en-GB"/>
          </a:p>
        </p:txBody>
      </p:sp>
    </p:spTree>
    <p:extLst>
      <p:ext uri="{BB962C8B-B14F-4D97-AF65-F5344CB8AC3E}">
        <p14:creationId xmlns:p14="http://schemas.microsoft.com/office/powerpoint/2010/main" val="32488534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Currently, before implementation of any data seeding, the cost of a single development or testing environment for the Errors and Omissions service is expected to cost around £1459.07 per month. Figure 20 in Appendix B shows this and is taken from a former ACES resource group. Although the development environment created from the new deployment environment is different (being spread across multiple resource groups under the new subscription model) it should not exceed this amount for a month of work. Depending on the length of the work, the cost of provisioning such an environment may vary significantly. For example, if the work takes 3 weeks, the environment may cost roughly £1100 based on Figure 20 in Appendix B, whereas a six-week project would double that amount before the development environment is torn down again. Although tearing down the environments out-of-hours could reduce spend, it may impact developer productivity whilst working on this solution, so it arguably may end up costing more. </a:t>
            </a:r>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14</a:t>
            </a:fld>
            <a:endParaRPr lang="en-GB"/>
          </a:p>
        </p:txBody>
      </p:sp>
    </p:spTree>
    <p:extLst>
      <p:ext uri="{BB962C8B-B14F-4D97-AF65-F5344CB8AC3E}">
        <p14:creationId xmlns:p14="http://schemas.microsoft.com/office/powerpoint/2010/main" val="27227897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Figure 3 indicates that the current deployment pipeline executes in approximately 15–16 minutes. The integration of data‑seeding tasks must therefore be designed to minimise any additional runtime. Although the precise tolerance for delay is difficult to quantify, an increase of roughly 50% would constitute a significant degradation in performance.</a:t>
            </a:r>
          </a:p>
          <a:p>
            <a:r>
              <a:rPr lang="en-GB" sz="1200" dirty="0"/>
              <a:t>Records within the Errors and Omissions service can take a wide variety of forms. Over time, additional nullable fields and supplementary tables have been introduced into the database, to allow for a greater variety of records. As a result, a single record displayed on the frontend may draw from multiple related tables, and two Errors and Omissions records may differ significantly in structure and content.</a:t>
            </a:r>
          </a:p>
          <a:p>
            <a:r>
              <a:rPr lang="en-GB" sz="1200" dirty="0"/>
              <a:t>Because of this, the initial focus will be on generating several minimal‑viable records—those containing only the mandatory, non‑nullable fields. This is intended to reduce scope creep, as it can prolong projects and leave team members uncertain about their next assignment (Kerzner, 2022). It is also because the most basic records being seeded give the greatest return on value, as they prove that the data seeding works and that multiple components of the system work together. In addition to these basic records, it is important to produce at least one record that includes an attachment, as this scenario requires integration with Azure Blob Storage, and would demonstrate that another component of the system integrates correctly. Attachment handling represents the most complex element of the data seeding process and could otherwise hinder future progress if not addressed early.</a:t>
            </a:r>
          </a:p>
          <a:p>
            <a:r>
              <a:rPr lang="en-GB" sz="1200" dirty="0"/>
              <a:t>Although creating every possible permutation of an Errors and Omissions record would be ideal, the time available for this project necessitates keeping the number of record variations deliberately small. This approach ensures that the MVP remains achievable within the project constraints while still providing meaningful, representative test data. This MVP will in effect act as an integration test for the Errors and Omissions service. This will be useful as often “individual system elements that seem to work fine in isolation fail to work together properly due to functional, timing or other interface problems or just naturally interfere in the smooth operation of one another” (Engel, 2010).</a:t>
            </a:r>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15</a:t>
            </a:fld>
            <a:endParaRPr lang="en-GB"/>
          </a:p>
        </p:txBody>
      </p:sp>
    </p:spTree>
    <p:extLst>
      <p:ext uri="{BB962C8B-B14F-4D97-AF65-F5344CB8AC3E}">
        <p14:creationId xmlns:p14="http://schemas.microsoft.com/office/powerpoint/2010/main" val="41323680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To meet the requirements and conform to the constraints mentioned in Sections 1.2 and 1.3, the following solution has been proposed: </a:t>
            </a:r>
          </a:p>
          <a:p>
            <a:r>
              <a:rPr lang="en-GB" sz="1200" dirty="0"/>
              <a:t>A stage will be added to the existing deployment pipeline for development and testing environments. This stage will seed data into the SQL database and blob storage for Errors and Omissions. This will allow for development and testing work in these environments upon their creation.</a:t>
            </a:r>
          </a:p>
          <a:p>
            <a:r>
              <a:rPr lang="en-GB" sz="1200" dirty="0"/>
              <a:t>To do this, PowerShell and Azure CLI scripts will be created which will interact with the database, seeding valid records into the database initially, and then placing attachments in the blob storage. The reason for using PowerShell and Azure CLI scripts is because of their native integration with Azure, and using prebuilt service connections with these scripts will allow for development to proceed smoothly. The blob storage is where images (known as attachments) that are referenced by a record in the SQL database are stored. As such, they need to be seeded </a:t>
            </a:r>
            <a:r>
              <a:rPr lang="en-GB" sz="1200" i="1" dirty="0"/>
              <a:t>after </a:t>
            </a:r>
            <a:r>
              <a:rPr lang="en-GB" sz="1200" dirty="0"/>
              <a:t>the initial database records are seeded.</a:t>
            </a:r>
          </a:p>
          <a:p>
            <a:r>
              <a:rPr lang="en-GB" sz="1200" dirty="0"/>
              <a:t>These seeded records need to be valid and reflect real-world production records, as they may be used for future unit and manual testing in the pipeline and “High-quality, realistic data lays the essential groundwork for understanding how the system will truly behave once deployed in a live production environment. This is crucial for enabling developers to make informed design decisions and foresee potential pitfalls or issues early in the development life cycle” (Cowell &amp; Malmqvist, 2024). As mentioned in Section 1.3 regarding constraints, the minimum-viable records will be created, along with one record which links with an attachment in blob storage. Multiple minimum-viable records will be created, because this will demonstrate the ability to create multiple records at one time in any script created.</a:t>
            </a:r>
          </a:p>
          <a:p>
            <a:r>
              <a:rPr lang="en-GB" sz="1200" dirty="0"/>
              <a:t>Whilst it would be possible to seed the data by replicating what exists in a production database, this is problematic. A direct replication of production data would introduce a significant risk of GDPR non‑compliance, as any personal data stored in a development or testing database could be exposed in the event of a breach. Such incidents can “result in a heavy fine of up to £8.7 million or 2 per cent of your global turnover” (Information Commissioner's Office (ICO), 2026). One way to mitigate this risk would be to maintain a separate database containing only anonymised or synthetic test data; however, this approach would incur ongoing costs associated with provisioning and maintaining an additional database.</a:t>
            </a:r>
          </a:p>
          <a:p>
            <a:r>
              <a:rPr lang="en-GB" sz="1200" dirty="0"/>
              <a:t>Because of the time constraint mentioned in Section 1.3.4, the goal for seeding this data is to not allow for the seeding script to overly extend the time taken to deploy the development or testing environment. So, the time taken for the script to run should not make the overall run of the pipeline take much longer than the roughly 15-16 minutes that it currently takes. Another reason for this is because one of the goals of the move away from ACES towards the new subscription model was to decrease the amount of time it takes to provision development and testing environments. Adding a long-running script would nullify this.</a:t>
            </a:r>
          </a:p>
          <a:p>
            <a:r>
              <a:rPr lang="en-GB" sz="1200" dirty="0"/>
              <a:t>This project will not involve the deployment to production, as there are significant safeguards that need to be implemented there, and currently there is no production environment for the Errors and Omissions service in its current form. However, the data seeding pipeline stage must still add checks on whether or not an environment is production, in order to safeguard against accidentally running data seeding in production in the future.</a:t>
            </a:r>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16</a:t>
            </a:fld>
            <a:endParaRPr lang="en-GB"/>
          </a:p>
        </p:txBody>
      </p:sp>
    </p:spTree>
    <p:extLst>
      <p:ext uri="{BB962C8B-B14F-4D97-AF65-F5344CB8AC3E}">
        <p14:creationId xmlns:p14="http://schemas.microsoft.com/office/powerpoint/2010/main" val="19156598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050" dirty="0"/>
              <a:t>- </a:t>
            </a:r>
            <a:r>
              <a:rPr lang="en-GB" dirty="0"/>
              <a:t>4 records have been added to the SQL database in the development environment through the data seeding script. This is confirmed either by using a local frontend connected to the database through an API or through viewing the records themselves in the database.</a:t>
            </a:r>
          </a:p>
          <a:p>
            <a:r>
              <a:rPr lang="en-GB" dirty="0"/>
              <a:t>1 record has been added to the SQL database that has a corresponding attachment blob stored in the Azure blob storage, both being created through the data seeding script. This is confirmed either by using a local frontend connected to the database through an API or through viewing the records themselves in the database and the Azure blob storage.</a:t>
            </a:r>
          </a:p>
          <a:p>
            <a:r>
              <a:rPr lang="en-GB" dirty="0"/>
              <a:t>The data seeding script is added to the pipeline for deploying the development or testing environment. Confirmation of this being achieved is when the pipeline runs through entirely without fault in Azure DevOps pipelines.</a:t>
            </a:r>
          </a:p>
          <a:p>
            <a:r>
              <a:rPr lang="en-GB" dirty="0"/>
              <a:t>The pipeline run will not be significantly extended by the addition of the data seeding script. This is confirmed once the pipeline run is complete without error but will require nuance in judging whether it has ‘significantly’ impacted the run of the pipeline. A good metric would be that it does not extend the pipeline run by more than 10% of the average time before the addition.</a:t>
            </a:r>
          </a:p>
          <a:p>
            <a:r>
              <a:rPr lang="en-GB" dirty="0"/>
              <a:t>The code has been merged into the main or development branch of the code repository in Azure DevOps via Pull Request after having been reviewed by other Engineers. This will be confirmed by the PR being completed.</a:t>
            </a:r>
          </a:p>
          <a:p>
            <a:r>
              <a:rPr lang="en-GB" dirty="0"/>
              <a:t>After the pipeline run has been fully completed, a local frontend should be able to connect to the deployed development environment and should be able to view the records as intended. This success criteria will be confirmed when this is achieved.</a:t>
            </a:r>
          </a:p>
          <a:p>
            <a:r>
              <a:rPr lang="en-GB" dirty="0"/>
              <a:t>Documentation about the data seeding script has been produced and is included in a Wiki or README.md</a:t>
            </a:r>
          </a:p>
          <a:p>
            <a:r>
              <a:rPr lang="en-GB" dirty="0"/>
              <a:t>Documentation has been produced that can inform people how to get the local frontend running to prove data has been correctly placed in the environment</a:t>
            </a:r>
            <a:r>
              <a:rPr lang="en-GB" sz="1050" dirty="0"/>
              <a:t> </a:t>
            </a:r>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17</a:t>
            </a:fld>
            <a:endParaRPr lang="en-GB"/>
          </a:p>
        </p:txBody>
      </p:sp>
    </p:spTree>
    <p:extLst>
      <p:ext uri="{BB962C8B-B14F-4D97-AF65-F5344CB8AC3E}">
        <p14:creationId xmlns:p14="http://schemas.microsoft.com/office/powerpoint/2010/main" val="6741408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project is to be carried out using an agile methodology, coinciding with a single sprint for the team responsible for the Errors and Omissions service. In this, an overarching User Story will be created on the team’s Azure DevOps Sprint Board and individual Tasks will be created after reviewing the initial Work Breakdown Structure and Gantt Chart. Some of the individual tasks in the Work Breakdown Structure will be amalgamated into a single Task on the Sprint Board (such as those that involve the creation and testing of a single feature). Research activities will not be assigned as discrete tasks on the board, as they do not produce a specific deliverable; instead, time will be allocated to them in order to support a more informed solution design.</a:t>
            </a:r>
          </a:p>
          <a:p>
            <a:r>
              <a:rPr lang="en-GB" dirty="0"/>
              <a:t>Git is the source control technology that will be used to handle any code-related Tasks, and each of these Tasks will have to be reviewed by other engineers or the senior engineer on the team during a Pull Request process to ensure that the code is to a high standard. </a:t>
            </a:r>
          </a:p>
          <a:p>
            <a:r>
              <a:rPr lang="en-GB" dirty="0"/>
              <a:t>Adopting an agile methodology alongside this Pull Request process will enable changes and opportunities for improved practice to be identified throughout development and acted upon promptly through continuous feedback, thereby increasing predictability, reducing risk and minimising unnecessary cost (Rajesh, 2021).</a:t>
            </a:r>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18</a:t>
            </a:fld>
            <a:endParaRPr lang="en-GB"/>
          </a:p>
        </p:txBody>
      </p:sp>
    </p:spTree>
    <p:extLst>
      <p:ext uri="{BB962C8B-B14F-4D97-AF65-F5344CB8AC3E}">
        <p14:creationId xmlns:p14="http://schemas.microsoft.com/office/powerpoint/2010/main" val="29884891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41C03-5F2B-9E71-85E1-73C49161CD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5D3EAF-AFFE-6C2A-DC81-77A911E276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E47386-0DBC-E297-9E90-DBB4D7CEBF77}"/>
              </a:ext>
            </a:extLst>
          </p:cNvPr>
          <p:cNvSpPr>
            <a:spLocks noGrp="1"/>
          </p:cNvSpPr>
          <p:nvPr>
            <p:ph type="body" idx="1"/>
          </p:nvPr>
        </p:nvSpPr>
        <p:spPr/>
        <p:txBody>
          <a:bodyPr/>
          <a:lstStyle/>
          <a:p>
            <a:r>
              <a:rPr lang="en-GB" dirty="0"/>
              <a:t>The project is to be carried out using an agile methodology, coinciding with a single sprint for the team responsible for the Errors and Omissions service. In this, an overarching User Story will be created on the team’s Azure DevOps Sprint Board and individual Tasks will be created after reviewing the initial Work Breakdown Structure and Gantt Chart. Some of the individual tasks in the Work Breakdown Structure will be amalgamated into a single Task on the Sprint Board (such as those that involve the creation and testing of a single feature). Research activities will not be assigned as discrete tasks on the board, as they do not produce a specific deliverable; instead, time will be allocated to them in order to support a more informed solution design.</a:t>
            </a:r>
          </a:p>
          <a:p>
            <a:r>
              <a:rPr lang="en-GB" dirty="0"/>
              <a:t>Git is the source control technology that will be used to handle any code-related Tasks, and each of these Tasks will have to be reviewed by other engineers or the senior engineer on the team during a Pull Request process to ensure that the code is to a high standard. </a:t>
            </a:r>
          </a:p>
          <a:p>
            <a:r>
              <a:rPr lang="en-GB" dirty="0"/>
              <a:t>Adopting an agile methodology alongside this Pull Request process will enable changes and opportunities for improved practice to be identified throughout development and acted upon promptly through continuous feedback, thereby increasing predictability, reducing risk and minimising unnecessary cost (Rajesh, 2021).</a:t>
            </a:r>
          </a:p>
          <a:p>
            <a:endParaRPr lang="en-GB" dirty="0"/>
          </a:p>
        </p:txBody>
      </p:sp>
      <p:sp>
        <p:nvSpPr>
          <p:cNvPr id="4" name="Slide Number Placeholder 3">
            <a:extLst>
              <a:ext uri="{FF2B5EF4-FFF2-40B4-BE49-F238E27FC236}">
                <a16:creationId xmlns:a16="http://schemas.microsoft.com/office/drawing/2014/main" id="{FA859ADE-B5E6-2D72-B286-4375A44C0A2E}"/>
              </a:ext>
            </a:extLst>
          </p:cNvPr>
          <p:cNvSpPr>
            <a:spLocks noGrp="1"/>
          </p:cNvSpPr>
          <p:nvPr>
            <p:ph type="sldNum" sz="quarter" idx="5"/>
          </p:nvPr>
        </p:nvSpPr>
        <p:spPr/>
        <p:txBody>
          <a:bodyPr/>
          <a:lstStyle/>
          <a:p>
            <a:fld id="{0221883F-71E0-4FD9-BEAE-5E080585075F}" type="slidenum">
              <a:rPr lang="en-GB" smtClean="0"/>
              <a:t>19</a:t>
            </a:fld>
            <a:endParaRPr lang="en-GB"/>
          </a:p>
        </p:txBody>
      </p:sp>
    </p:spTree>
    <p:extLst>
      <p:ext uri="{BB962C8B-B14F-4D97-AF65-F5344CB8AC3E}">
        <p14:creationId xmlns:p14="http://schemas.microsoft.com/office/powerpoint/2010/main" val="30379747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643C5-F987-ACD8-8583-5F54820C59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8B4393-CE82-00BC-20E8-735563C031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AA355C-1917-EBBE-DDF9-BA837A5BE589}"/>
              </a:ext>
            </a:extLst>
          </p:cNvPr>
          <p:cNvSpPr>
            <a:spLocks noGrp="1"/>
          </p:cNvSpPr>
          <p:nvPr>
            <p:ph type="body" idx="1"/>
          </p:nvPr>
        </p:nvSpPr>
        <p:spPr/>
        <p:txBody>
          <a:bodyPr/>
          <a:lstStyle/>
          <a:p>
            <a:r>
              <a:rPr lang="en-GB" sz="1200" kern="1200" dirty="0">
                <a:solidFill>
                  <a:schemeClr val="tx1"/>
                </a:solidFill>
                <a:effectLst/>
                <a:latin typeface="+mn-lt"/>
                <a:ea typeface="+mn-ea"/>
                <a:cs typeface="+mn-cs"/>
              </a:rPr>
              <a:t>Where there is a need for testing following implementation of a feature, the two tasks on the WBS are linked by a dotted line.</a:t>
            </a:r>
          </a:p>
          <a:p>
            <a:r>
              <a:rPr lang="en-GB" sz="1200" kern="1200" dirty="0">
                <a:solidFill>
                  <a:schemeClr val="tx1"/>
                </a:solidFill>
                <a:effectLst/>
                <a:latin typeface="+mn-lt"/>
                <a:ea typeface="+mn-ea"/>
                <a:cs typeface="+mn-cs"/>
              </a:rPr>
              <a:t>A Gantt Chart has been subsequently created from the WBS (see Appendix A Figure 12) to provide estimated timelines to each of the tasks.</a:t>
            </a:r>
          </a:p>
          <a:p>
            <a:r>
              <a:rPr lang="en-GB" sz="1200" kern="1200" dirty="0">
                <a:solidFill>
                  <a:schemeClr val="tx1"/>
                </a:solidFill>
                <a:effectLst/>
                <a:latin typeface="+mn-lt"/>
                <a:ea typeface="+mn-ea"/>
                <a:cs typeface="+mn-cs"/>
              </a:rPr>
              <a:t>The project is scheduled to be carried out over four ‘weeks’ worth of work (the first and second week are only three days long, to fit into the team’s sprint). These weeks are broken up thusly:</a:t>
            </a:r>
          </a:p>
          <a:p>
            <a:endParaRPr lang="en-GB" dirty="0"/>
          </a:p>
        </p:txBody>
      </p:sp>
      <p:sp>
        <p:nvSpPr>
          <p:cNvPr id="4" name="Slide Number Placeholder 3">
            <a:extLst>
              <a:ext uri="{FF2B5EF4-FFF2-40B4-BE49-F238E27FC236}">
                <a16:creationId xmlns:a16="http://schemas.microsoft.com/office/drawing/2014/main" id="{7C6C7619-3D54-281F-4A1D-B147DBE416C7}"/>
              </a:ext>
            </a:extLst>
          </p:cNvPr>
          <p:cNvSpPr>
            <a:spLocks noGrp="1"/>
          </p:cNvSpPr>
          <p:nvPr>
            <p:ph type="sldNum" sz="quarter" idx="5"/>
          </p:nvPr>
        </p:nvSpPr>
        <p:spPr/>
        <p:txBody>
          <a:bodyPr/>
          <a:lstStyle/>
          <a:p>
            <a:fld id="{0221883F-71E0-4FD9-BEAE-5E080585075F}" type="slidenum">
              <a:rPr lang="en-GB" smtClean="0"/>
              <a:t>20</a:t>
            </a:fld>
            <a:endParaRPr lang="en-GB"/>
          </a:p>
        </p:txBody>
      </p:sp>
    </p:spTree>
    <p:extLst>
      <p:ext uri="{BB962C8B-B14F-4D97-AF65-F5344CB8AC3E}">
        <p14:creationId xmlns:p14="http://schemas.microsoft.com/office/powerpoint/2010/main" val="41031331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The connection strings connecting to the database should not be hardcoded anywhere in the code repository, as access to this by unauthorised or incorrectly authorised parties could lead to malicious actors using them. Instead, secrets should be stored in Azure Key Vaults and retrieved using managed identities or service connection identities with appropriate access permissions. Connection strings should never be logged to the console in pipeline runs, to prevent the same problem of exposure.</a:t>
            </a:r>
          </a:p>
          <a:p>
            <a:r>
              <a:rPr lang="en-GB" sz="1200" dirty="0"/>
              <a:t>Any additional permissions given to a pipeline agent’s identity should be removed before the end of a deployment pipeline run, any failure to remove this should be clearly identified, as this could lead to serious security problems if left unchecked.</a:t>
            </a:r>
          </a:p>
          <a:p>
            <a:r>
              <a:rPr lang="en-GB" sz="1200" dirty="0"/>
              <a:t>None, the current mitigations should be sufficient without causing disruption for developers.</a:t>
            </a:r>
          </a:p>
          <a:p>
            <a:r>
              <a:rPr lang="en-GB" sz="1200" dirty="0"/>
              <a:t>None, the current Pull Request approval should be sufficient. For this project, any problems found should be corrected unless found to be unreasonable.</a:t>
            </a:r>
          </a:p>
          <a:p>
            <a:r>
              <a:rPr lang="en-GB" sz="1200" dirty="0"/>
              <a:t>Any accidental environments created should be shut down as soon as possible, and the environment for development and testing should be shut down when no longer necessary.</a:t>
            </a:r>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24</a:t>
            </a:fld>
            <a:endParaRPr lang="en-GB"/>
          </a:p>
        </p:txBody>
      </p:sp>
    </p:spTree>
    <p:extLst>
      <p:ext uri="{BB962C8B-B14F-4D97-AF65-F5344CB8AC3E}">
        <p14:creationId xmlns:p14="http://schemas.microsoft.com/office/powerpoint/2010/main" val="14448621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During the first week of the project running from 4-6</a:t>
            </a:r>
            <a:r>
              <a:rPr lang="en-GB" sz="1200" kern="1200" baseline="30000" dirty="0">
                <a:solidFill>
                  <a:schemeClr val="tx1"/>
                </a:solidFill>
                <a:effectLst/>
                <a:latin typeface="+mn-lt"/>
                <a:ea typeface="+mn-ea"/>
                <a:cs typeface="+mn-cs"/>
              </a:rPr>
              <a:t>th</a:t>
            </a:r>
            <a:r>
              <a:rPr lang="en-GB" sz="1200" kern="1200" dirty="0">
                <a:solidFill>
                  <a:schemeClr val="tx1"/>
                </a:solidFill>
                <a:effectLst/>
                <a:latin typeface="+mn-lt"/>
                <a:ea typeface="+mn-ea"/>
                <a:cs typeface="+mn-cs"/>
              </a:rPr>
              <a:t> March, the Research and Analysis and Design phases of the project were completed, as can be seen in Appendix A Figure 13. The use of Azure CLI and PowerShell functions inside any potential scripts were investigated to find out how secure credentials gathering and database access between an Azure DevOps pipeline agent and databases and storage accounts could be done. The current pipeline implementation was reviewed, and it was decided that an Azure DevOps pipeline stage would be created to handle access and the seeding of records into the Errors and Omissions service, and that this would be added to the end of the pipeline when other resources had been provisioned.</a:t>
            </a:r>
          </a:p>
          <a:p>
            <a:r>
              <a:rPr lang="en-GB" sz="1200" kern="1200" dirty="0">
                <a:solidFill>
                  <a:schemeClr val="tx1"/>
                </a:solidFill>
                <a:effectLst/>
                <a:latin typeface="+mn-lt"/>
                <a:ea typeface="+mn-ea"/>
                <a:cs typeface="+mn-cs"/>
              </a:rPr>
              <a:t>In terms of coding, abstract code for the data seeding stage was created, and parameters were placed around this stage, to ensure that the stage did not run if a production environment was used. To prove this, a “Hello World!” script was run when the abstract stage was triggered in the pipeline.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 teardown pipeline for the seeding of the data records was initially created during this week, but during the Pull Request another engineer suggested that instead of having a teardown pipeline for the data, the data seeding script should be made idempotent, so that no additional records would be created on reruns of the pipeline. This was also to make sure that any teardown pipeline could not accidentally run on a production environment, which would be disastrous. As can be seen from the Gantt Chart (Appendix A Figure 13) and the revised WBS (Appendix A Figure 11), new tasks were added to make sure that during the implementation work, idempotency would be achieved for the seeding of data.</a:t>
            </a:r>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27</a:t>
            </a:fld>
            <a:endParaRPr lang="en-GB"/>
          </a:p>
        </p:txBody>
      </p:sp>
    </p:spTree>
    <p:extLst>
      <p:ext uri="{BB962C8B-B14F-4D97-AF65-F5344CB8AC3E}">
        <p14:creationId xmlns:p14="http://schemas.microsoft.com/office/powerpoint/2010/main" val="7679516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During the second week of the project running from 9-13</a:t>
            </a:r>
            <a:r>
              <a:rPr lang="en-GB" sz="1200" kern="1200" baseline="30000" dirty="0">
                <a:solidFill>
                  <a:schemeClr val="tx1"/>
                </a:solidFill>
                <a:effectLst/>
                <a:latin typeface="+mn-lt"/>
                <a:ea typeface="+mn-ea"/>
                <a:cs typeface="+mn-cs"/>
              </a:rPr>
              <a:t>th</a:t>
            </a:r>
            <a:r>
              <a:rPr lang="en-GB" sz="1200" kern="1200" dirty="0">
                <a:solidFill>
                  <a:schemeClr val="tx1"/>
                </a:solidFill>
                <a:effectLst/>
                <a:latin typeface="+mn-lt"/>
                <a:ea typeface="+mn-ea"/>
                <a:cs typeface="+mn-cs"/>
              </a:rPr>
              <a:t> March, some of the tasks in the Implementation and Testing phases were completed, as can be seen in Appendix A Figure 14. The ability to add a single Errors and Omissions record to the database through a script was achieved (see Figure 5 for visual evidence on the frontend), as well as testing this by viewing it on the frontend which was run on a local machine. This capability was made to be idempotent, so this single record would be uploaded if it didn’t exist in the database and wouldn’t be if it did. Subsequently, the script was amended to create multiple records in the database, and this was also tested on the local frontend and made idempotent.</a:t>
            </a:r>
          </a:p>
          <a:p>
            <a:r>
              <a:rPr lang="en-GB" sz="1200" kern="1200" dirty="0">
                <a:solidFill>
                  <a:schemeClr val="tx1"/>
                </a:solidFill>
                <a:effectLst/>
                <a:latin typeface="+mn-lt"/>
                <a:ea typeface="+mn-ea"/>
                <a:cs typeface="+mn-cs"/>
              </a:rPr>
              <a:t>The adding and removing of firewall rules on the database by referencing the current Azure DevOps pipeline agent’s IP proved to be difficult at first, as it became clear there was no internal identifier for the agent’s IP, and Microsoft only release ranges for their hosted agents on a weekly basis (Microsoft, 2026a), and do not give exact IPs. Opening an entire range of IPs in the databases firewall rules would not be secure, as it would potentially allow malicious actors to access the database. To address this issue, a workaround was implemented using the secure external API </a:t>
            </a:r>
            <a:r>
              <a:rPr lang="en-GB" sz="1200" kern="1200" dirty="0" err="1">
                <a:solidFill>
                  <a:schemeClr val="tx1"/>
                </a:solidFill>
                <a:effectLst/>
                <a:latin typeface="+mn-lt"/>
                <a:ea typeface="+mn-ea"/>
                <a:cs typeface="+mn-cs"/>
              </a:rPr>
              <a:t>ipify</a:t>
            </a:r>
            <a:r>
              <a:rPr lang="en-GB" sz="1200" kern="1200" dirty="0">
                <a:solidFill>
                  <a:schemeClr val="tx1"/>
                </a:solidFill>
                <a:effectLst/>
                <a:latin typeface="+mn-lt"/>
                <a:ea typeface="+mn-ea"/>
                <a:cs typeface="+mn-cs"/>
              </a:rPr>
              <a:t> to determine the pipeline agent’s IP address, which was then used to temporarily relax the database restrictions.</a:t>
            </a:r>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30</a:t>
            </a:fld>
            <a:endParaRPr lang="en-GB"/>
          </a:p>
        </p:txBody>
      </p:sp>
    </p:spTree>
    <p:extLst>
      <p:ext uri="{BB962C8B-B14F-4D97-AF65-F5344CB8AC3E}">
        <p14:creationId xmlns:p14="http://schemas.microsoft.com/office/powerpoint/2010/main" val="1546720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During the third week of the project running from 16</a:t>
            </a:r>
            <a:r>
              <a:rPr lang="en-GB" sz="1200" kern="1200" baseline="30000" dirty="0">
                <a:solidFill>
                  <a:schemeClr val="tx1"/>
                </a:solidFill>
                <a:effectLst/>
                <a:latin typeface="+mn-lt"/>
                <a:ea typeface="+mn-ea"/>
                <a:cs typeface="+mn-cs"/>
              </a:rPr>
              <a:t>th</a:t>
            </a:r>
            <a:r>
              <a:rPr lang="en-GB" sz="1200" kern="1200" dirty="0">
                <a:solidFill>
                  <a:schemeClr val="tx1"/>
                </a:solidFill>
                <a:effectLst/>
                <a:latin typeface="+mn-lt"/>
                <a:ea typeface="+mn-ea"/>
                <a:cs typeface="+mn-cs"/>
              </a:rPr>
              <a:t>-20</a:t>
            </a:r>
            <a:r>
              <a:rPr lang="en-GB" sz="1200" kern="1200" baseline="30000" dirty="0">
                <a:solidFill>
                  <a:schemeClr val="tx1"/>
                </a:solidFill>
                <a:effectLst/>
                <a:latin typeface="+mn-lt"/>
                <a:ea typeface="+mn-ea"/>
                <a:cs typeface="+mn-cs"/>
              </a:rPr>
              <a:t>th</a:t>
            </a:r>
            <a:r>
              <a:rPr lang="en-GB" sz="1200" kern="1200" dirty="0">
                <a:solidFill>
                  <a:schemeClr val="tx1"/>
                </a:solidFill>
                <a:effectLst/>
                <a:latin typeface="+mn-lt"/>
                <a:ea typeface="+mn-ea"/>
                <a:cs typeface="+mn-cs"/>
              </a:rPr>
              <a:t> March, all the remaining tasks on the Implementation and Testing phases were completed, as can be seen in Appendix A Figure 15. This included adding a test image to the code repository and then subsequently adding a new record to the database linked to an uploaded image in Azure Blob storage. The PowerShell script for this was made idempotent, only uploading either the image or the record in the event they do not currently exist. This was then tested on the front end and was found to work correctly (see Figures 6 and 7 for evidence of this).</a:t>
            </a:r>
          </a:p>
          <a:p>
            <a:r>
              <a:rPr lang="en-GB" sz="1200" kern="1200" dirty="0">
                <a:solidFill>
                  <a:schemeClr val="tx1"/>
                </a:solidFill>
                <a:effectLst/>
                <a:latin typeface="+mn-lt"/>
                <a:ea typeface="+mn-ea"/>
                <a:cs typeface="+mn-cs"/>
              </a:rPr>
              <a:t>This was perhaps the most difficult week of the project, as many unforeseen and difficult to solve issues arose. Firstly, whilst adding and removing database access rules in the deployment pipeline was a solved problem in previous weeks, the inclusion of images and adding them to Azure Blob Storage proved to be a similar but far more complex problem. To allow the pipeline agent to upload an image to the Azure Blob Storage, the Azure role of Storage Blob Data Contributor role had to be added and removed from it in the pipeline. The access rules for the Azure Blob Storage also had to be added and removed in the pipeline run, adding another layer of complexity. </a:t>
            </a:r>
          </a:p>
          <a:p>
            <a:r>
              <a:rPr lang="en-GB" sz="1200" kern="1200" dirty="0">
                <a:solidFill>
                  <a:schemeClr val="tx1"/>
                </a:solidFill>
                <a:effectLst/>
                <a:latin typeface="+mn-lt"/>
                <a:ea typeface="+mn-ea"/>
                <a:cs typeface="+mn-cs"/>
              </a:rPr>
              <a:t>Perhaps the most difficult to solve problem was that the roles and access rules took variable amounts of time to propagate through Azure’s backend. This caused many failures when uploading images, despite the roles and access rules saying they were in the correct configuration. Due to this, a step was added in the pipeline to wait for one minute for the rules to propagate, and retry logic was added throughout the pipeline elsewhere. This was not an ideal solution, as it affected Success Criteria 4 (see Table 5), but one that was unavoidable, as Azure’s backend is a walled-off environment for security reasons.</a:t>
            </a:r>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33</a:t>
            </a:fld>
            <a:endParaRPr lang="en-GB"/>
          </a:p>
        </p:txBody>
      </p:sp>
    </p:spTree>
    <p:extLst>
      <p:ext uri="{BB962C8B-B14F-4D97-AF65-F5344CB8AC3E}">
        <p14:creationId xmlns:p14="http://schemas.microsoft.com/office/powerpoint/2010/main" val="8024766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Evidence of propagation causing issues in the code</a:t>
            </a:r>
          </a:p>
        </p:txBody>
      </p:sp>
      <p:sp>
        <p:nvSpPr>
          <p:cNvPr id="4" name="Slide Number Placeholder 3"/>
          <p:cNvSpPr>
            <a:spLocks noGrp="1"/>
          </p:cNvSpPr>
          <p:nvPr>
            <p:ph type="sldNum" sz="quarter" idx="5"/>
          </p:nvPr>
        </p:nvSpPr>
        <p:spPr/>
        <p:txBody>
          <a:bodyPr/>
          <a:lstStyle/>
          <a:p>
            <a:fld id="{0221883F-71E0-4FD9-BEAE-5E080585075F}" type="slidenum">
              <a:rPr lang="en-GB" smtClean="0"/>
              <a:t>34</a:t>
            </a:fld>
            <a:endParaRPr lang="en-GB"/>
          </a:p>
        </p:txBody>
      </p:sp>
    </p:spTree>
    <p:extLst>
      <p:ext uri="{BB962C8B-B14F-4D97-AF65-F5344CB8AC3E}">
        <p14:creationId xmlns:p14="http://schemas.microsoft.com/office/powerpoint/2010/main" val="20314651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During the final week of the project, running from 23</a:t>
            </a:r>
            <a:r>
              <a:rPr lang="en-GB" sz="1200" kern="1200" baseline="30000" dirty="0">
                <a:solidFill>
                  <a:schemeClr val="tx1"/>
                </a:solidFill>
                <a:effectLst/>
                <a:latin typeface="+mn-lt"/>
                <a:ea typeface="+mn-ea"/>
                <a:cs typeface="+mn-cs"/>
              </a:rPr>
              <a:t>rd</a:t>
            </a:r>
            <a:r>
              <a:rPr lang="en-GB" sz="1200" kern="1200" dirty="0">
                <a:solidFill>
                  <a:schemeClr val="tx1"/>
                </a:solidFill>
                <a:effectLst/>
                <a:latin typeface="+mn-lt"/>
                <a:ea typeface="+mn-ea"/>
                <a:cs typeface="+mn-cs"/>
              </a:rPr>
              <a:t>-25</a:t>
            </a:r>
            <a:r>
              <a:rPr lang="en-GB" sz="1200" kern="1200" baseline="30000" dirty="0">
                <a:solidFill>
                  <a:schemeClr val="tx1"/>
                </a:solidFill>
                <a:effectLst/>
                <a:latin typeface="+mn-lt"/>
                <a:ea typeface="+mn-ea"/>
                <a:cs typeface="+mn-cs"/>
              </a:rPr>
              <a:t>th</a:t>
            </a:r>
            <a:r>
              <a:rPr lang="en-GB" sz="1200" kern="1200" dirty="0">
                <a:solidFill>
                  <a:schemeClr val="tx1"/>
                </a:solidFill>
                <a:effectLst/>
                <a:latin typeface="+mn-lt"/>
                <a:ea typeface="+mn-ea"/>
                <a:cs typeface="+mn-cs"/>
              </a:rPr>
              <a:t> March, all the Documentation tasks were completed, as can be seen in Appendix A Figure 16. This was included as a README in the project code repository and was subject to Pull Request review by other members of the team, to make sure it made sense. This README included information on how the data seeding script worked and how to test it on the frontend.</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The only issues and adjustments raised here were the comments on the Pull Request, as can be seen in Figure 8 below. The main issues were other engineers on the team wanting file names and locations for where data creation happens. This led to a discussion about the possibility of using JSON files to hold the data separately from PowerShell scripts but was considered outside the immediate scope of this project.</a:t>
            </a:r>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38</a:t>
            </a:fld>
            <a:endParaRPr lang="en-GB"/>
          </a:p>
        </p:txBody>
      </p:sp>
    </p:spTree>
    <p:extLst>
      <p:ext uri="{BB962C8B-B14F-4D97-AF65-F5344CB8AC3E}">
        <p14:creationId xmlns:p14="http://schemas.microsoft.com/office/powerpoint/2010/main" val="5202669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Overall, the project for creating the database seeding script for the development environment deployments went well. The progression of the project was in line with the timeframe specified in the initial Gantt Chart in Appendix A Figure 12. This did not change when the Gantt Chart was amended (as can be seen in Appendix A Figure 13) as the overall timeframe for the project was not altered. The Research and Design phases of the project were completed quickly without issue, and the Implementation and Testing phases ran concurrently, as expected. The Documentation phase also was completed quickly, with only minor adjustments required that were discussed in the corresponding Pull Request for the documentation (see Figure 8).</a:t>
            </a:r>
          </a:p>
          <a:p>
            <a:r>
              <a:rPr lang="en-GB" sz="1200" kern="1200" dirty="0">
                <a:solidFill>
                  <a:schemeClr val="tx1"/>
                </a:solidFill>
                <a:effectLst/>
                <a:latin typeface="+mn-lt"/>
                <a:ea typeface="+mn-ea"/>
                <a:cs typeface="+mn-cs"/>
              </a:rPr>
              <a:t>In terms of the Success Criteria for the project (see Table 5), Success Criteria 1, 2 and 6 were all achieved, as 4 basic records were added to the database through the data seeding script, and 1 additional record that has a corresponding attachment blob in Azure blob storage was added. Evidence for this is seen in the testing done on the Errors and Omissions local frontend (see Figure 6 and Figure 7).</a:t>
            </a:r>
          </a:p>
          <a:p>
            <a:r>
              <a:rPr lang="en-GB" sz="1200" kern="1200" dirty="0">
                <a:solidFill>
                  <a:schemeClr val="tx1"/>
                </a:solidFill>
                <a:effectLst/>
                <a:latin typeface="+mn-lt"/>
                <a:ea typeface="+mn-ea"/>
                <a:cs typeface="+mn-cs"/>
              </a:rPr>
              <a:t>Success Criteria 3 was also achieved, as the deployment pipeline was able to successfully run through with the addition of the data seeding script. Success Criteria 5 was achieved, as can be seen from the completed Tasks in Figure 9, as each of these Tasks completed the full Pull Review process. Success Criteria 7 and 8 were similarly successful, with a Pull Request for documentation having been completed (see Figure 8 for evidence of amendments recommended during that Pull Request).</a:t>
            </a:r>
          </a:p>
          <a:p>
            <a:r>
              <a:rPr lang="en-GB" sz="1200" kern="1200" dirty="0">
                <a:solidFill>
                  <a:schemeClr val="tx1"/>
                </a:solidFill>
                <a:effectLst/>
                <a:latin typeface="+mn-lt"/>
                <a:ea typeface="+mn-ea"/>
                <a:cs typeface="+mn-cs"/>
              </a:rPr>
              <a:t>Unfortunately, Success Criteria 4 was not achieved. This is because of the additional time added to the pipeline as it waited for the Azure backend to propagate Role-Based Access Controls and access rules, as well as the additional time needed for the retrying of steps when this had not happened. This was specifically a problem during the implementation of the task of adding an attachment record to the database (see Section 4.3 for more details). Because of the variable lengths of time that this would extend the pipeline run by, it often exceeded an additional 10% on top of the original average time of roughly 15-16 minutes. Ultimately, because it was not possible to make any changes to this, due to not having access to Azure’s backend processes and having made every effort to otherwise reduce the time the data seeding script took, this Success Criteria was considered not possible to complete.</a:t>
            </a:r>
          </a:p>
          <a:p>
            <a:endParaRPr lang="en-GB" dirty="0"/>
          </a:p>
        </p:txBody>
      </p:sp>
      <p:sp>
        <p:nvSpPr>
          <p:cNvPr id="4" name="Slide Number Placeholder 3"/>
          <p:cNvSpPr>
            <a:spLocks noGrp="1"/>
          </p:cNvSpPr>
          <p:nvPr>
            <p:ph type="sldNum" sz="quarter" idx="5"/>
          </p:nvPr>
        </p:nvSpPr>
        <p:spPr/>
        <p:txBody>
          <a:bodyPr/>
          <a:lstStyle/>
          <a:p>
            <a:fld id="{0221883F-71E0-4FD9-BEAE-5E080585075F}" type="slidenum">
              <a:rPr lang="en-GB" smtClean="0"/>
              <a:t>41</a:t>
            </a:fld>
            <a:endParaRPr lang="en-GB"/>
          </a:p>
        </p:txBody>
      </p:sp>
    </p:spTree>
    <p:extLst>
      <p:ext uri="{BB962C8B-B14F-4D97-AF65-F5344CB8AC3E}">
        <p14:creationId xmlns:p14="http://schemas.microsoft.com/office/powerpoint/2010/main" val="5694274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9393C-91B0-4447-501A-96376562900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E3C758EB-DDEE-5C2D-54CE-E294F687CB6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E62A14B9-AF49-816F-D118-E7BC4A3B740F}"/>
              </a:ext>
            </a:extLst>
          </p:cNvPr>
          <p:cNvSpPr>
            <a:spLocks noGrp="1"/>
          </p:cNvSpPr>
          <p:nvPr>
            <p:ph type="dt" sz="half" idx="10"/>
          </p:nvPr>
        </p:nvSpPr>
        <p:spPr/>
        <p:txBody>
          <a:bodyPr/>
          <a:lstStyle/>
          <a:p>
            <a:fld id="{564CCE08-77B7-4BEC-ADAC-F4918ADE70D2}" type="datetimeFigureOut">
              <a:rPr lang="en-GB" smtClean="0"/>
              <a:t>29/06/2026</a:t>
            </a:fld>
            <a:endParaRPr lang="en-GB"/>
          </a:p>
        </p:txBody>
      </p:sp>
      <p:sp>
        <p:nvSpPr>
          <p:cNvPr id="5" name="Footer Placeholder 4">
            <a:extLst>
              <a:ext uri="{FF2B5EF4-FFF2-40B4-BE49-F238E27FC236}">
                <a16:creationId xmlns:a16="http://schemas.microsoft.com/office/drawing/2014/main" id="{E874086D-7345-4C0E-9B9C-47D417611D0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BA047FB-D927-8749-A1AA-B9575072DC0C}"/>
              </a:ext>
            </a:extLst>
          </p:cNvPr>
          <p:cNvSpPr>
            <a:spLocks noGrp="1"/>
          </p:cNvSpPr>
          <p:nvPr>
            <p:ph type="sldNum" sz="quarter" idx="12"/>
          </p:nvPr>
        </p:nvSpPr>
        <p:spPr/>
        <p:txBody>
          <a:bodyPr/>
          <a:lstStyle/>
          <a:p>
            <a:fld id="{36A327C8-4667-4335-8F50-141AAFA08976}" type="slidenum">
              <a:rPr lang="en-GB" smtClean="0"/>
              <a:t>‹#›</a:t>
            </a:fld>
            <a:endParaRPr lang="en-GB"/>
          </a:p>
        </p:txBody>
      </p:sp>
    </p:spTree>
    <p:extLst>
      <p:ext uri="{BB962C8B-B14F-4D97-AF65-F5344CB8AC3E}">
        <p14:creationId xmlns:p14="http://schemas.microsoft.com/office/powerpoint/2010/main" val="34000868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7800E-2AD8-1B42-0571-5965DE6B74C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1B212624-2141-7B94-3D27-DC58E58EC9C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0978A49-D464-49DE-0154-D93AA22C5893}"/>
              </a:ext>
            </a:extLst>
          </p:cNvPr>
          <p:cNvSpPr>
            <a:spLocks noGrp="1"/>
          </p:cNvSpPr>
          <p:nvPr>
            <p:ph type="dt" sz="half" idx="10"/>
          </p:nvPr>
        </p:nvSpPr>
        <p:spPr/>
        <p:txBody>
          <a:bodyPr/>
          <a:lstStyle/>
          <a:p>
            <a:fld id="{564CCE08-77B7-4BEC-ADAC-F4918ADE70D2}" type="datetimeFigureOut">
              <a:rPr lang="en-GB" smtClean="0"/>
              <a:t>29/06/2026</a:t>
            </a:fld>
            <a:endParaRPr lang="en-GB"/>
          </a:p>
        </p:txBody>
      </p:sp>
      <p:sp>
        <p:nvSpPr>
          <p:cNvPr id="5" name="Footer Placeholder 4">
            <a:extLst>
              <a:ext uri="{FF2B5EF4-FFF2-40B4-BE49-F238E27FC236}">
                <a16:creationId xmlns:a16="http://schemas.microsoft.com/office/drawing/2014/main" id="{8C57F594-DF4C-8590-C9FA-CC46BDF99F0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CBB2F40-84E0-17E5-5F54-9DCE09D2DDFF}"/>
              </a:ext>
            </a:extLst>
          </p:cNvPr>
          <p:cNvSpPr>
            <a:spLocks noGrp="1"/>
          </p:cNvSpPr>
          <p:nvPr>
            <p:ph type="sldNum" sz="quarter" idx="12"/>
          </p:nvPr>
        </p:nvSpPr>
        <p:spPr/>
        <p:txBody>
          <a:bodyPr/>
          <a:lstStyle/>
          <a:p>
            <a:fld id="{36A327C8-4667-4335-8F50-141AAFA08976}" type="slidenum">
              <a:rPr lang="en-GB" smtClean="0"/>
              <a:t>‹#›</a:t>
            </a:fld>
            <a:endParaRPr lang="en-GB"/>
          </a:p>
        </p:txBody>
      </p:sp>
    </p:spTree>
    <p:extLst>
      <p:ext uri="{BB962C8B-B14F-4D97-AF65-F5344CB8AC3E}">
        <p14:creationId xmlns:p14="http://schemas.microsoft.com/office/powerpoint/2010/main" val="22818156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BF48A-D0BF-CDBD-AC11-A1F8DB741F0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5830C29-2EEE-7E7A-81C5-CCB292FAD03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8B63C4C-FE60-9394-3461-D69AEA51A0B1}"/>
              </a:ext>
            </a:extLst>
          </p:cNvPr>
          <p:cNvSpPr>
            <a:spLocks noGrp="1"/>
          </p:cNvSpPr>
          <p:nvPr>
            <p:ph type="dt" sz="half" idx="10"/>
          </p:nvPr>
        </p:nvSpPr>
        <p:spPr/>
        <p:txBody>
          <a:bodyPr/>
          <a:lstStyle/>
          <a:p>
            <a:fld id="{564CCE08-77B7-4BEC-ADAC-F4918ADE70D2}" type="datetimeFigureOut">
              <a:rPr lang="en-GB" smtClean="0"/>
              <a:t>29/06/2026</a:t>
            </a:fld>
            <a:endParaRPr lang="en-GB"/>
          </a:p>
        </p:txBody>
      </p:sp>
      <p:sp>
        <p:nvSpPr>
          <p:cNvPr id="5" name="Footer Placeholder 4">
            <a:extLst>
              <a:ext uri="{FF2B5EF4-FFF2-40B4-BE49-F238E27FC236}">
                <a16:creationId xmlns:a16="http://schemas.microsoft.com/office/drawing/2014/main" id="{01454934-841D-CEAF-60A6-E5E34FC637A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5853796-A011-B881-679F-6C25B0D1D368}"/>
              </a:ext>
            </a:extLst>
          </p:cNvPr>
          <p:cNvSpPr>
            <a:spLocks noGrp="1"/>
          </p:cNvSpPr>
          <p:nvPr>
            <p:ph type="sldNum" sz="quarter" idx="12"/>
          </p:nvPr>
        </p:nvSpPr>
        <p:spPr/>
        <p:txBody>
          <a:bodyPr/>
          <a:lstStyle/>
          <a:p>
            <a:fld id="{36A327C8-4667-4335-8F50-141AAFA08976}" type="slidenum">
              <a:rPr lang="en-GB" smtClean="0"/>
              <a:t>‹#›</a:t>
            </a:fld>
            <a:endParaRPr lang="en-GB"/>
          </a:p>
        </p:txBody>
      </p:sp>
    </p:spTree>
    <p:extLst>
      <p:ext uri="{BB962C8B-B14F-4D97-AF65-F5344CB8AC3E}">
        <p14:creationId xmlns:p14="http://schemas.microsoft.com/office/powerpoint/2010/main" val="27586184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2A517D-F4D9-EF97-04D2-2BD7B5074DC3}"/>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16D2C7D7-8EC3-CE0D-F486-6364D355754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D61C1389-644B-D805-FCBB-63D2FBE1437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97FEAA53-7835-CE82-8682-D5DCAC28CA81}"/>
              </a:ext>
            </a:extLst>
          </p:cNvPr>
          <p:cNvSpPr>
            <a:spLocks noGrp="1"/>
          </p:cNvSpPr>
          <p:nvPr>
            <p:ph type="dt" sz="half" idx="10"/>
          </p:nvPr>
        </p:nvSpPr>
        <p:spPr/>
        <p:txBody>
          <a:bodyPr/>
          <a:lstStyle/>
          <a:p>
            <a:fld id="{564CCE08-77B7-4BEC-ADAC-F4918ADE70D2}" type="datetimeFigureOut">
              <a:rPr lang="en-GB" smtClean="0"/>
              <a:t>29/06/2026</a:t>
            </a:fld>
            <a:endParaRPr lang="en-GB"/>
          </a:p>
        </p:txBody>
      </p:sp>
      <p:sp>
        <p:nvSpPr>
          <p:cNvPr id="6" name="Footer Placeholder 5">
            <a:extLst>
              <a:ext uri="{FF2B5EF4-FFF2-40B4-BE49-F238E27FC236}">
                <a16:creationId xmlns:a16="http://schemas.microsoft.com/office/drawing/2014/main" id="{B43E0826-18E1-2A06-1F57-D9B8B031A71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FC623B9-5485-CEB3-6855-65BA0347641E}"/>
              </a:ext>
            </a:extLst>
          </p:cNvPr>
          <p:cNvSpPr>
            <a:spLocks noGrp="1"/>
          </p:cNvSpPr>
          <p:nvPr>
            <p:ph type="sldNum" sz="quarter" idx="12"/>
          </p:nvPr>
        </p:nvSpPr>
        <p:spPr/>
        <p:txBody>
          <a:bodyPr/>
          <a:lstStyle/>
          <a:p>
            <a:fld id="{36A327C8-4667-4335-8F50-141AAFA08976}" type="slidenum">
              <a:rPr lang="en-GB" smtClean="0"/>
              <a:t>‹#›</a:t>
            </a:fld>
            <a:endParaRPr lang="en-GB"/>
          </a:p>
        </p:txBody>
      </p:sp>
    </p:spTree>
    <p:extLst>
      <p:ext uri="{BB962C8B-B14F-4D97-AF65-F5344CB8AC3E}">
        <p14:creationId xmlns:p14="http://schemas.microsoft.com/office/powerpoint/2010/main" val="2622360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087C4-1DBC-0A6B-9DCF-B266E807547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EE85671-D9B7-5234-0B08-16CC2BF86F9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34DE3A7-7C07-63AD-7BAD-F8698D4512E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C4B763AF-B3B3-C461-2E08-83D73616E41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2B433E9-B950-C6C3-237A-24453EAD8B5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83080C6-1094-46E3-0D0B-B780E876E927}"/>
              </a:ext>
            </a:extLst>
          </p:cNvPr>
          <p:cNvSpPr>
            <a:spLocks noGrp="1"/>
          </p:cNvSpPr>
          <p:nvPr>
            <p:ph type="dt" sz="half" idx="10"/>
          </p:nvPr>
        </p:nvSpPr>
        <p:spPr/>
        <p:txBody>
          <a:bodyPr/>
          <a:lstStyle/>
          <a:p>
            <a:fld id="{564CCE08-77B7-4BEC-ADAC-F4918ADE70D2}" type="datetimeFigureOut">
              <a:rPr lang="en-GB" smtClean="0"/>
              <a:t>29/06/2026</a:t>
            </a:fld>
            <a:endParaRPr lang="en-GB"/>
          </a:p>
        </p:txBody>
      </p:sp>
      <p:sp>
        <p:nvSpPr>
          <p:cNvPr id="8" name="Footer Placeholder 7">
            <a:extLst>
              <a:ext uri="{FF2B5EF4-FFF2-40B4-BE49-F238E27FC236}">
                <a16:creationId xmlns:a16="http://schemas.microsoft.com/office/drawing/2014/main" id="{87A72B85-64C0-4F75-7336-B1433E16DF7A}"/>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C655FED7-D701-3B24-94F8-CCD9BE9D462A}"/>
              </a:ext>
            </a:extLst>
          </p:cNvPr>
          <p:cNvSpPr>
            <a:spLocks noGrp="1"/>
          </p:cNvSpPr>
          <p:nvPr>
            <p:ph type="sldNum" sz="quarter" idx="12"/>
          </p:nvPr>
        </p:nvSpPr>
        <p:spPr/>
        <p:txBody>
          <a:bodyPr/>
          <a:lstStyle/>
          <a:p>
            <a:fld id="{36A327C8-4667-4335-8F50-141AAFA08976}" type="slidenum">
              <a:rPr lang="en-GB" smtClean="0"/>
              <a:t>‹#›</a:t>
            </a:fld>
            <a:endParaRPr lang="en-GB"/>
          </a:p>
        </p:txBody>
      </p:sp>
    </p:spTree>
    <p:extLst>
      <p:ext uri="{BB962C8B-B14F-4D97-AF65-F5344CB8AC3E}">
        <p14:creationId xmlns:p14="http://schemas.microsoft.com/office/powerpoint/2010/main" val="3177149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E6F9C-A1C5-5F6C-6365-CD2FAC234761}"/>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164072FD-84C5-180B-DD0D-3B40F23760C8}"/>
              </a:ext>
            </a:extLst>
          </p:cNvPr>
          <p:cNvSpPr>
            <a:spLocks noGrp="1"/>
          </p:cNvSpPr>
          <p:nvPr>
            <p:ph type="dt" sz="half" idx="10"/>
          </p:nvPr>
        </p:nvSpPr>
        <p:spPr/>
        <p:txBody>
          <a:bodyPr/>
          <a:lstStyle/>
          <a:p>
            <a:fld id="{564CCE08-77B7-4BEC-ADAC-F4918ADE70D2}" type="datetimeFigureOut">
              <a:rPr lang="en-GB" smtClean="0"/>
              <a:t>29/06/2026</a:t>
            </a:fld>
            <a:endParaRPr lang="en-GB"/>
          </a:p>
        </p:txBody>
      </p:sp>
      <p:sp>
        <p:nvSpPr>
          <p:cNvPr id="4" name="Footer Placeholder 3">
            <a:extLst>
              <a:ext uri="{FF2B5EF4-FFF2-40B4-BE49-F238E27FC236}">
                <a16:creationId xmlns:a16="http://schemas.microsoft.com/office/drawing/2014/main" id="{F7B4A429-9C95-213F-8277-853457FCF603}"/>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93ABF2D4-6FEE-DBB6-DA8D-A0BB420089AD}"/>
              </a:ext>
            </a:extLst>
          </p:cNvPr>
          <p:cNvSpPr>
            <a:spLocks noGrp="1"/>
          </p:cNvSpPr>
          <p:nvPr>
            <p:ph type="sldNum" sz="quarter" idx="12"/>
          </p:nvPr>
        </p:nvSpPr>
        <p:spPr/>
        <p:txBody>
          <a:bodyPr/>
          <a:lstStyle/>
          <a:p>
            <a:fld id="{36A327C8-4667-4335-8F50-141AAFA08976}" type="slidenum">
              <a:rPr lang="en-GB" smtClean="0"/>
              <a:t>‹#›</a:t>
            </a:fld>
            <a:endParaRPr lang="en-GB"/>
          </a:p>
        </p:txBody>
      </p:sp>
    </p:spTree>
    <p:extLst>
      <p:ext uri="{BB962C8B-B14F-4D97-AF65-F5344CB8AC3E}">
        <p14:creationId xmlns:p14="http://schemas.microsoft.com/office/powerpoint/2010/main" val="2716831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AC247D-3500-BF8C-B207-E12B97B65376}"/>
              </a:ext>
            </a:extLst>
          </p:cNvPr>
          <p:cNvSpPr>
            <a:spLocks noGrp="1"/>
          </p:cNvSpPr>
          <p:nvPr>
            <p:ph type="dt" sz="half" idx="10"/>
          </p:nvPr>
        </p:nvSpPr>
        <p:spPr/>
        <p:txBody>
          <a:bodyPr/>
          <a:lstStyle/>
          <a:p>
            <a:fld id="{564CCE08-77B7-4BEC-ADAC-F4918ADE70D2}" type="datetimeFigureOut">
              <a:rPr lang="en-GB" smtClean="0"/>
              <a:t>29/06/2026</a:t>
            </a:fld>
            <a:endParaRPr lang="en-GB"/>
          </a:p>
        </p:txBody>
      </p:sp>
      <p:sp>
        <p:nvSpPr>
          <p:cNvPr id="3" name="Footer Placeholder 2">
            <a:extLst>
              <a:ext uri="{FF2B5EF4-FFF2-40B4-BE49-F238E27FC236}">
                <a16:creationId xmlns:a16="http://schemas.microsoft.com/office/drawing/2014/main" id="{C2CCB766-56FA-70BA-0004-753D9C050497}"/>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8BE125AE-6828-82E6-335B-50AB94239B5C}"/>
              </a:ext>
            </a:extLst>
          </p:cNvPr>
          <p:cNvSpPr>
            <a:spLocks noGrp="1"/>
          </p:cNvSpPr>
          <p:nvPr>
            <p:ph type="sldNum" sz="quarter" idx="12"/>
          </p:nvPr>
        </p:nvSpPr>
        <p:spPr/>
        <p:txBody>
          <a:bodyPr/>
          <a:lstStyle/>
          <a:p>
            <a:fld id="{36A327C8-4667-4335-8F50-141AAFA08976}" type="slidenum">
              <a:rPr lang="en-GB" smtClean="0"/>
              <a:t>‹#›</a:t>
            </a:fld>
            <a:endParaRPr lang="en-GB"/>
          </a:p>
        </p:txBody>
      </p:sp>
    </p:spTree>
    <p:extLst>
      <p:ext uri="{BB962C8B-B14F-4D97-AF65-F5344CB8AC3E}">
        <p14:creationId xmlns:p14="http://schemas.microsoft.com/office/powerpoint/2010/main" val="712344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17DF6-6B24-9DB5-078D-4BD85AD78C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3C1B0DCE-2E4C-6D1D-DBDC-C2988A5AC32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7A320EA0-E9C1-11F9-52AA-7372292ED0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AC8CF7-C159-9519-E224-B7F978A0C29D}"/>
              </a:ext>
            </a:extLst>
          </p:cNvPr>
          <p:cNvSpPr>
            <a:spLocks noGrp="1"/>
          </p:cNvSpPr>
          <p:nvPr>
            <p:ph type="dt" sz="half" idx="10"/>
          </p:nvPr>
        </p:nvSpPr>
        <p:spPr/>
        <p:txBody>
          <a:bodyPr/>
          <a:lstStyle/>
          <a:p>
            <a:fld id="{564CCE08-77B7-4BEC-ADAC-F4918ADE70D2}" type="datetimeFigureOut">
              <a:rPr lang="en-GB" smtClean="0"/>
              <a:t>29/06/2026</a:t>
            </a:fld>
            <a:endParaRPr lang="en-GB"/>
          </a:p>
        </p:txBody>
      </p:sp>
      <p:sp>
        <p:nvSpPr>
          <p:cNvPr id="6" name="Footer Placeholder 5">
            <a:extLst>
              <a:ext uri="{FF2B5EF4-FFF2-40B4-BE49-F238E27FC236}">
                <a16:creationId xmlns:a16="http://schemas.microsoft.com/office/drawing/2014/main" id="{A9ABE5D2-79BD-E0DF-C246-461EB9C428E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FE4F28A7-72D5-7198-8D9B-CFCF23B831A5}"/>
              </a:ext>
            </a:extLst>
          </p:cNvPr>
          <p:cNvSpPr>
            <a:spLocks noGrp="1"/>
          </p:cNvSpPr>
          <p:nvPr>
            <p:ph type="sldNum" sz="quarter" idx="12"/>
          </p:nvPr>
        </p:nvSpPr>
        <p:spPr/>
        <p:txBody>
          <a:bodyPr/>
          <a:lstStyle/>
          <a:p>
            <a:fld id="{36A327C8-4667-4335-8F50-141AAFA08976}" type="slidenum">
              <a:rPr lang="en-GB" smtClean="0"/>
              <a:t>‹#›</a:t>
            </a:fld>
            <a:endParaRPr lang="en-GB"/>
          </a:p>
        </p:txBody>
      </p:sp>
    </p:spTree>
    <p:extLst>
      <p:ext uri="{BB962C8B-B14F-4D97-AF65-F5344CB8AC3E}">
        <p14:creationId xmlns:p14="http://schemas.microsoft.com/office/powerpoint/2010/main" val="17437243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02441D-7222-0340-8E2B-A22285E9AFC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1CB2BC97-7757-80F2-8146-CBDF985532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DD129B5-2A03-3EEB-A0F8-BAFD68055C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075F87D-FCEE-AC27-0CE0-C2F45BD51DBC}"/>
              </a:ext>
            </a:extLst>
          </p:cNvPr>
          <p:cNvSpPr>
            <a:spLocks noGrp="1"/>
          </p:cNvSpPr>
          <p:nvPr>
            <p:ph type="dt" sz="half" idx="10"/>
          </p:nvPr>
        </p:nvSpPr>
        <p:spPr/>
        <p:txBody>
          <a:bodyPr/>
          <a:lstStyle/>
          <a:p>
            <a:fld id="{564CCE08-77B7-4BEC-ADAC-F4918ADE70D2}" type="datetimeFigureOut">
              <a:rPr lang="en-GB" smtClean="0"/>
              <a:t>29/06/2026</a:t>
            </a:fld>
            <a:endParaRPr lang="en-GB"/>
          </a:p>
        </p:txBody>
      </p:sp>
      <p:sp>
        <p:nvSpPr>
          <p:cNvPr id="6" name="Footer Placeholder 5">
            <a:extLst>
              <a:ext uri="{FF2B5EF4-FFF2-40B4-BE49-F238E27FC236}">
                <a16:creationId xmlns:a16="http://schemas.microsoft.com/office/drawing/2014/main" id="{0B38E1EA-887F-26A3-526B-C8485A55F6D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9419F3B-0828-C61A-BC45-C9F986D4B4D7}"/>
              </a:ext>
            </a:extLst>
          </p:cNvPr>
          <p:cNvSpPr>
            <a:spLocks noGrp="1"/>
          </p:cNvSpPr>
          <p:nvPr>
            <p:ph type="sldNum" sz="quarter" idx="12"/>
          </p:nvPr>
        </p:nvSpPr>
        <p:spPr/>
        <p:txBody>
          <a:bodyPr/>
          <a:lstStyle/>
          <a:p>
            <a:fld id="{36A327C8-4667-4335-8F50-141AAFA08976}" type="slidenum">
              <a:rPr lang="en-GB" smtClean="0"/>
              <a:t>‹#›</a:t>
            </a:fld>
            <a:endParaRPr lang="en-GB"/>
          </a:p>
        </p:txBody>
      </p:sp>
    </p:spTree>
    <p:extLst>
      <p:ext uri="{BB962C8B-B14F-4D97-AF65-F5344CB8AC3E}">
        <p14:creationId xmlns:p14="http://schemas.microsoft.com/office/powerpoint/2010/main" val="28116334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047A7-294A-F8C1-1403-788A5FCC42AA}"/>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906D2FC9-E2F0-88DD-0986-71CD8B0A160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D026513-BE01-6F68-5979-9B2F88640993}"/>
              </a:ext>
            </a:extLst>
          </p:cNvPr>
          <p:cNvSpPr>
            <a:spLocks noGrp="1"/>
          </p:cNvSpPr>
          <p:nvPr>
            <p:ph type="dt" sz="half" idx="10"/>
          </p:nvPr>
        </p:nvSpPr>
        <p:spPr/>
        <p:txBody>
          <a:bodyPr/>
          <a:lstStyle/>
          <a:p>
            <a:fld id="{564CCE08-77B7-4BEC-ADAC-F4918ADE70D2}" type="datetimeFigureOut">
              <a:rPr lang="en-GB" smtClean="0"/>
              <a:t>29/06/2026</a:t>
            </a:fld>
            <a:endParaRPr lang="en-GB"/>
          </a:p>
        </p:txBody>
      </p:sp>
      <p:sp>
        <p:nvSpPr>
          <p:cNvPr id="5" name="Footer Placeholder 4">
            <a:extLst>
              <a:ext uri="{FF2B5EF4-FFF2-40B4-BE49-F238E27FC236}">
                <a16:creationId xmlns:a16="http://schemas.microsoft.com/office/drawing/2014/main" id="{F250AFA2-EE46-F809-A1F8-582672396C7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A6D823D-0E68-FA79-628F-E74C6D535BF4}"/>
              </a:ext>
            </a:extLst>
          </p:cNvPr>
          <p:cNvSpPr>
            <a:spLocks noGrp="1"/>
          </p:cNvSpPr>
          <p:nvPr>
            <p:ph type="sldNum" sz="quarter" idx="12"/>
          </p:nvPr>
        </p:nvSpPr>
        <p:spPr/>
        <p:txBody>
          <a:bodyPr/>
          <a:lstStyle/>
          <a:p>
            <a:fld id="{36A327C8-4667-4335-8F50-141AAFA08976}" type="slidenum">
              <a:rPr lang="en-GB" smtClean="0"/>
              <a:t>‹#›</a:t>
            </a:fld>
            <a:endParaRPr lang="en-GB"/>
          </a:p>
        </p:txBody>
      </p:sp>
    </p:spTree>
    <p:extLst>
      <p:ext uri="{BB962C8B-B14F-4D97-AF65-F5344CB8AC3E}">
        <p14:creationId xmlns:p14="http://schemas.microsoft.com/office/powerpoint/2010/main" val="5937179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568E14D-AD84-C5BA-ACB8-B28A7DBD45B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6F63742-E14D-AF99-FF05-3780D794C7B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A48FD08-2718-CE79-300F-9B9FE31D0594}"/>
              </a:ext>
            </a:extLst>
          </p:cNvPr>
          <p:cNvSpPr>
            <a:spLocks noGrp="1"/>
          </p:cNvSpPr>
          <p:nvPr>
            <p:ph type="dt" sz="half" idx="10"/>
          </p:nvPr>
        </p:nvSpPr>
        <p:spPr/>
        <p:txBody>
          <a:bodyPr/>
          <a:lstStyle/>
          <a:p>
            <a:fld id="{564CCE08-77B7-4BEC-ADAC-F4918ADE70D2}" type="datetimeFigureOut">
              <a:rPr lang="en-GB" smtClean="0"/>
              <a:t>29/06/2026</a:t>
            </a:fld>
            <a:endParaRPr lang="en-GB"/>
          </a:p>
        </p:txBody>
      </p:sp>
      <p:sp>
        <p:nvSpPr>
          <p:cNvPr id="5" name="Footer Placeholder 4">
            <a:extLst>
              <a:ext uri="{FF2B5EF4-FFF2-40B4-BE49-F238E27FC236}">
                <a16:creationId xmlns:a16="http://schemas.microsoft.com/office/drawing/2014/main" id="{20A496A7-7238-F568-914D-1916C630BAB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E4D2A1C-B3D7-1ED6-3007-2178BD496CCB}"/>
              </a:ext>
            </a:extLst>
          </p:cNvPr>
          <p:cNvSpPr>
            <a:spLocks noGrp="1"/>
          </p:cNvSpPr>
          <p:nvPr>
            <p:ph type="sldNum" sz="quarter" idx="12"/>
          </p:nvPr>
        </p:nvSpPr>
        <p:spPr/>
        <p:txBody>
          <a:bodyPr/>
          <a:lstStyle/>
          <a:p>
            <a:fld id="{36A327C8-4667-4335-8F50-141AAFA08976}" type="slidenum">
              <a:rPr lang="en-GB" smtClean="0"/>
              <a:t>‹#›</a:t>
            </a:fld>
            <a:endParaRPr lang="en-GB"/>
          </a:p>
        </p:txBody>
      </p:sp>
    </p:spTree>
    <p:extLst>
      <p:ext uri="{BB962C8B-B14F-4D97-AF65-F5344CB8AC3E}">
        <p14:creationId xmlns:p14="http://schemas.microsoft.com/office/powerpoint/2010/main" val="17217450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3000">
              <a:schemeClr val="accent6"/>
            </a:gs>
            <a:gs pos="0">
              <a:srgbClr val="7030A0"/>
            </a:gs>
            <a:gs pos="0">
              <a:srgbClr val="7030A0"/>
            </a:gs>
            <a:gs pos="4000">
              <a:schemeClr val="accent6"/>
            </a:gs>
            <a:gs pos="62000">
              <a:schemeClr val="bg1"/>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929BFDA-65E6-ED5A-CFA5-FE6FEECD49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CF31763E-11FF-84E9-08CE-142ED45CE4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3C94C5E1-7441-AF58-D4AE-7A44B0361D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Arial" panose="020B0604020202020204" pitchFamily="34" charset="0"/>
                <a:cs typeface="Arial" panose="020B0604020202020204" pitchFamily="34" charset="0"/>
              </a:defRPr>
            </a:lvl1pPr>
          </a:lstStyle>
          <a:p>
            <a:fld id="{564CCE08-77B7-4BEC-ADAC-F4918ADE70D2}" type="datetimeFigureOut">
              <a:rPr lang="en-GB" smtClean="0"/>
              <a:pPr/>
              <a:t>29/06/2026</a:t>
            </a:fld>
            <a:endParaRPr lang="en-GB"/>
          </a:p>
        </p:txBody>
      </p:sp>
      <p:sp>
        <p:nvSpPr>
          <p:cNvPr id="5" name="Footer Placeholder 4">
            <a:extLst>
              <a:ext uri="{FF2B5EF4-FFF2-40B4-BE49-F238E27FC236}">
                <a16:creationId xmlns:a16="http://schemas.microsoft.com/office/drawing/2014/main" id="{C862F4A9-6C13-5F1B-DB63-50FB3076734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Arial" panose="020B0604020202020204" pitchFamily="34" charset="0"/>
                <a:cs typeface="Arial" panose="020B0604020202020204" pitchFamily="34" charset="0"/>
              </a:defRPr>
            </a:lvl1pPr>
          </a:lstStyle>
          <a:p>
            <a:endParaRPr lang="en-GB"/>
          </a:p>
        </p:txBody>
      </p:sp>
      <p:sp>
        <p:nvSpPr>
          <p:cNvPr id="6" name="Slide Number Placeholder 5">
            <a:extLst>
              <a:ext uri="{FF2B5EF4-FFF2-40B4-BE49-F238E27FC236}">
                <a16:creationId xmlns:a16="http://schemas.microsoft.com/office/drawing/2014/main" id="{F6E6321C-1BD6-9527-6A07-374D1221F6F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Arial" panose="020B0604020202020204" pitchFamily="34" charset="0"/>
                <a:cs typeface="Arial" panose="020B0604020202020204" pitchFamily="34" charset="0"/>
              </a:defRPr>
            </a:lvl1pPr>
          </a:lstStyle>
          <a:p>
            <a:fld id="{36A327C8-4667-4335-8F50-141AAFA08976}" type="slidenum">
              <a:rPr lang="en-GB" smtClean="0"/>
              <a:pPr/>
              <a:t>‹#›</a:t>
            </a:fld>
            <a:endParaRPr lang="en-GB"/>
          </a:p>
        </p:txBody>
      </p:sp>
    </p:spTree>
    <p:extLst>
      <p:ext uri="{BB962C8B-B14F-4D97-AF65-F5344CB8AC3E}">
        <p14:creationId xmlns:p14="http://schemas.microsoft.com/office/powerpoint/2010/main" val="16400102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lnSpc>
          <a:spcPct val="90000"/>
        </a:lnSpc>
        <a:spcBef>
          <a:spcPct val="0"/>
        </a:spcBef>
        <a:buNone/>
        <a:defRPr sz="4400" b="1" kern="1200">
          <a:solidFill>
            <a:schemeClr val="tx1"/>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16.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diagramData" Target="../diagrams/data15.xml"/><Relationship Id="rId7" Type="http://schemas.microsoft.com/office/2007/relationships/diagramDrawing" Target="../diagrams/drawing15.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15.xml"/><Relationship Id="rId5" Type="http://schemas.openxmlformats.org/officeDocument/2006/relationships/diagramQuickStyle" Target="../diagrams/quickStyle15.xml"/><Relationship Id="rId4" Type="http://schemas.openxmlformats.org/officeDocument/2006/relationships/diagramLayout" Target="../diagrams/layout15.xml"/></Relationships>
</file>

<file path=ppt/slides/_rels/slide2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Data" Target="../diagrams/data16.xml"/><Relationship Id="rId7" Type="http://schemas.microsoft.com/office/2007/relationships/diagramDrawing" Target="../diagrams/drawing16.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16.xml"/><Relationship Id="rId5" Type="http://schemas.openxmlformats.org/officeDocument/2006/relationships/diagramQuickStyle" Target="../diagrams/quickStyle16.xml"/><Relationship Id="rId4" Type="http://schemas.openxmlformats.org/officeDocument/2006/relationships/diagramLayout" Target="../diagrams/layout16.xml"/></Relationships>
</file>

<file path=ppt/slides/_rels/slide2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17.xml"/><Relationship Id="rId7" Type="http://schemas.microsoft.com/office/2007/relationships/diagramDrawing" Target="../diagrams/drawing17.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17.xml"/><Relationship Id="rId5" Type="http://schemas.openxmlformats.org/officeDocument/2006/relationships/diagramQuickStyle" Target="../diagrams/quickStyle17.xml"/><Relationship Id="rId4" Type="http://schemas.openxmlformats.org/officeDocument/2006/relationships/diagramLayout" Target="../diagrams/layout17.xml"/></Relationships>
</file>

<file path=ppt/slides/_rels/slide3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diagramData" Target="../diagrams/data18.xml"/><Relationship Id="rId7" Type="http://schemas.microsoft.com/office/2007/relationships/diagramDrawing" Target="../diagrams/drawing18.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18.xml"/><Relationship Id="rId5" Type="http://schemas.openxmlformats.org/officeDocument/2006/relationships/diagramQuickStyle" Target="../diagrams/quickStyle18.xml"/><Relationship Id="rId4" Type="http://schemas.openxmlformats.org/officeDocument/2006/relationships/diagramLayout" Target="../diagrams/layout18.xml"/></Relationships>
</file>

<file path=ppt/slides/_rels/slide3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diagramData" Target="../diagrams/data19.xml"/><Relationship Id="rId7" Type="http://schemas.microsoft.com/office/2007/relationships/diagramDrawing" Target="../diagrams/drawing19.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19.xml"/><Relationship Id="rId5" Type="http://schemas.openxmlformats.org/officeDocument/2006/relationships/diagramQuickStyle" Target="../diagrams/quickStyle19.xml"/><Relationship Id="rId4" Type="http://schemas.openxmlformats.org/officeDocument/2006/relationships/diagramLayout" Target="../diagrams/layout19.xml"/></Relationships>
</file>

<file path=ppt/slides/_rels/slide3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diagramData" Target="../diagrams/data20.xml"/><Relationship Id="rId7" Type="http://schemas.microsoft.com/office/2007/relationships/diagramDrawing" Target="../diagrams/drawing20.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20.xml"/><Relationship Id="rId5" Type="http://schemas.openxmlformats.org/officeDocument/2006/relationships/diagramQuickStyle" Target="../diagrams/quickStyle20.xml"/><Relationship Id="rId4" Type="http://schemas.openxmlformats.org/officeDocument/2006/relationships/diagramLayout" Target="../diagrams/layout2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F966078-E78C-F9E5-D171-344E41ADC583}"/>
              </a:ext>
            </a:extLst>
          </p:cNvPr>
          <p:cNvSpPr>
            <a:spLocks noGrp="1"/>
          </p:cNvSpPr>
          <p:nvPr>
            <p:ph type="ctrTitle"/>
          </p:nvPr>
        </p:nvSpPr>
        <p:spPr>
          <a:xfrm>
            <a:off x="1314824" y="735106"/>
            <a:ext cx="10053763" cy="2928470"/>
          </a:xfrm>
        </p:spPr>
        <p:txBody>
          <a:bodyPr anchor="b">
            <a:normAutofit/>
          </a:bodyPr>
          <a:lstStyle/>
          <a:p>
            <a:r>
              <a:rPr lang="en-GB" sz="4800" dirty="0">
                <a:solidFill>
                  <a:srgbClr val="FFFFFF"/>
                </a:solidFill>
              </a:rPr>
              <a:t>Database Seeding Script for Development Environment Deployments</a:t>
            </a:r>
          </a:p>
        </p:txBody>
      </p:sp>
      <p:sp>
        <p:nvSpPr>
          <p:cNvPr id="3" name="Subtitle 2">
            <a:extLst>
              <a:ext uri="{FF2B5EF4-FFF2-40B4-BE49-F238E27FC236}">
                <a16:creationId xmlns:a16="http://schemas.microsoft.com/office/drawing/2014/main" id="{4400B9E3-A569-BA80-E1AD-529082ACAA0D}"/>
              </a:ext>
            </a:extLst>
          </p:cNvPr>
          <p:cNvSpPr>
            <a:spLocks noGrp="1"/>
          </p:cNvSpPr>
          <p:nvPr>
            <p:ph type="subTitle" idx="1"/>
          </p:nvPr>
        </p:nvSpPr>
        <p:spPr>
          <a:xfrm>
            <a:off x="1350682" y="4870824"/>
            <a:ext cx="10005951" cy="1458258"/>
          </a:xfrm>
        </p:spPr>
        <p:txBody>
          <a:bodyPr anchor="ctr">
            <a:normAutofit/>
          </a:bodyPr>
          <a:lstStyle/>
          <a:p>
            <a:pPr algn="l"/>
            <a:r>
              <a:rPr lang="en-GB" dirty="0"/>
              <a:t>By Carl Gardiner</a:t>
            </a:r>
          </a:p>
        </p:txBody>
      </p:sp>
    </p:spTree>
    <p:extLst>
      <p:ext uri="{BB962C8B-B14F-4D97-AF65-F5344CB8AC3E}">
        <p14:creationId xmlns:p14="http://schemas.microsoft.com/office/powerpoint/2010/main" val="3849205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C3553C2-DA85-C146-F3BD-7BD8328B25E1}"/>
              </a:ext>
            </a:extLst>
          </p:cNvPr>
          <p:cNvSpPr>
            <a:spLocks noGrp="1"/>
          </p:cNvSpPr>
          <p:nvPr>
            <p:ph type="title"/>
          </p:nvPr>
        </p:nvSpPr>
        <p:spPr>
          <a:xfrm>
            <a:off x="1371597" y="348865"/>
            <a:ext cx="10044023" cy="877729"/>
          </a:xfrm>
        </p:spPr>
        <p:txBody>
          <a:bodyPr anchor="ctr">
            <a:normAutofit/>
          </a:bodyPr>
          <a:lstStyle/>
          <a:p>
            <a:r>
              <a:rPr lang="en-GB" sz="4000">
                <a:solidFill>
                  <a:srgbClr val="FFFFFF"/>
                </a:solidFill>
              </a:rPr>
              <a:t>Organisation Background</a:t>
            </a:r>
          </a:p>
        </p:txBody>
      </p:sp>
      <p:graphicFrame>
        <p:nvGraphicFramePr>
          <p:cNvPr id="5" name="Content Placeholder 2">
            <a:extLst>
              <a:ext uri="{FF2B5EF4-FFF2-40B4-BE49-F238E27FC236}">
                <a16:creationId xmlns:a16="http://schemas.microsoft.com/office/drawing/2014/main" id="{6CDE527A-032A-A4EB-A461-4E21C766A0F4}"/>
              </a:ext>
            </a:extLst>
          </p:cNvPr>
          <p:cNvGraphicFramePr>
            <a:graphicFrameLocks noGrp="1"/>
          </p:cNvGraphicFramePr>
          <p:nvPr>
            <p:ph idx="1"/>
            <p:extLst>
              <p:ext uri="{D42A27DB-BD31-4B8C-83A1-F6EECF244321}">
                <p14:modId xmlns:p14="http://schemas.microsoft.com/office/powerpoint/2010/main" val="821099546"/>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00481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graphicEl>
                                              <a:dgm id="{38C0A081-463B-47AB-8804-E4DB7FC602D6}"/>
                                            </p:graphicEl>
                                          </p:spTgt>
                                        </p:tgtEl>
                                        <p:attrNameLst>
                                          <p:attrName>style.visibility</p:attrName>
                                        </p:attrNameLst>
                                      </p:cBhvr>
                                      <p:to>
                                        <p:strVal val="visible"/>
                                      </p:to>
                                    </p:set>
                                    <p:animEffect transition="in" filter="fade">
                                      <p:cBhvr>
                                        <p:cTn id="7" dur="500"/>
                                        <p:tgtEl>
                                          <p:spTgt spid="5">
                                            <p:graphicEl>
                                              <a:dgm id="{38C0A081-463B-47AB-8804-E4DB7FC602D6}"/>
                                            </p:graphic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graphicEl>
                                              <a:dgm id="{09770687-9BC7-4BD1-97FE-91B585C4E9CA}"/>
                                            </p:graphicEl>
                                          </p:spTgt>
                                        </p:tgtEl>
                                        <p:attrNameLst>
                                          <p:attrName>style.visibility</p:attrName>
                                        </p:attrNameLst>
                                      </p:cBhvr>
                                      <p:to>
                                        <p:strVal val="visible"/>
                                      </p:to>
                                    </p:set>
                                    <p:animEffect transition="in" filter="fade">
                                      <p:cBhvr>
                                        <p:cTn id="10" dur="500"/>
                                        <p:tgtEl>
                                          <p:spTgt spid="5">
                                            <p:graphicEl>
                                              <a:dgm id="{09770687-9BC7-4BD1-97FE-91B585C4E9CA}"/>
                                            </p:graphic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graphicEl>
                                              <a:dgm id="{23748510-C4FF-476A-8260-E05AEA55A5AC}"/>
                                            </p:graphicEl>
                                          </p:spTgt>
                                        </p:tgtEl>
                                        <p:attrNameLst>
                                          <p:attrName>style.visibility</p:attrName>
                                        </p:attrNameLst>
                                      </p:cBhvr>
                                      <p:to>
                                        <p:strVal val="visible"/>
                                      </p:to>
                                    </p:set>
                                    <p:animEffect transition="in" filter="fade">
                                      <p:cBhvr>
                                        <p:cTn id="13" dur="500"/>
                                        <p:tgtEl>
                                          <p:spTgt spid="5">
                                            <p:graphicEl>
                                              <a:dgm id="{23748510-C4FF-476A-8260-E05AEA55A5AC}"/>
                                            </p:graphic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
                                            <p:graphicEl>
                                              <a:dgm id="{6D77C97B-ACF2-4AAA-8D78-91F78A8425C0}"/>
                                            </p:graphicEl>
                                          </p:spTgt>
                                        </p:tgtEl>
                                        <p:attrNameLst>
                                          <p:attrName>style.visibility</p:attrName>
                                        </p:attrNameLst>
                                      </p:cBhvr>
                                      <p:to>
                                        <p:strVal val="visible"/>
                                      </p:to>
                                    </p:set>
                                    <p:animEffect transition="in" filter="fade">
                                      <p:cBhvr>
                                        <p:cTn id="18" dur="500"/>
                                        <p:tgtEl>
                                          <p:spTgt spid="5">
                                            <p:graphicEl>
                                              <a:dgm id="{6D77C97B-ACF2-4AAA-8D78-91F78A8425C0}"/>
                                            </p:graphic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
                                            <p:graphicEl>
                                              <a:dgm id="{07FF5002-010F-47AF-9AE7-EF0AED76CE22}"/>
                                            </p:graphicEl>
                                          </p:spTgt>
                                        </p:tgtEl>
                                        <p:attrNameLst>
                                          <p:attrName>style.visibility</p:attrName>
                                        </p:attrNameLst>
                                      </p:cBhvr>
                                      <p:to>
                                        <p:strVal val="visible"/>
                                      </p:to>
                                    </p:set>
                                    <p:animEffect transition="in" filter="fade">
                                      <p:cBhvr>
                                        <p:cTn id="21" dur="500"/>
                                        <p:tgtEl>
                                          <p:spTgt spid="5">
                                            <p:graphicEl>
                                              <a:dgm id="{07FF5002-010F-47AF-9AE7-EF0AED76CE22}"/>
                                            </p:graphic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5">
                                            <p:graphicEl>
                                              <a:dgm id="{FDEFA800-8E4A-4B34-974C-81971DF2FAE9}"/>
                                            </p:graphicEl>
                                          </p:spTgt>
                                        </p:tgtEl>
                                        <p:attrNameLst>
                                          <p:attrName>style.visibility</p:attrName>
                                        </p:attrNameLst>
                                      </p:cBhvr>
                                      <p:to>
                                        <p:strVal val="visible"/>
                                      </p:to>
                                    </p:set>
                                    <p:animEffect transition="in" filter="fade">
                                      <p:cBhvr>
                                        <p:cTn id="24" dur="500"/>
                                        <p:tgtEl>
                                          <p:spTgt spid="5">
                                            <p:graphicEl>
                                              <a:dgm id="{FDEFA800-8E4A-4B34-974C-81971DF2FAE9}"/>
                                            </p:graphic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5">
                                            <p:graphicEl>
                                              <a:dgm id="{43667106-9A88-4085-930E-5508EA2FD4FB}"/>
                                            </p:graphicEl>
                                          </p:spTgt>
                                        </p:tgtEl>
                                        <p:attrNameLst>
                                          <p:attrName>style.visibility</p:attrName>
                                        </p:attrNameLst>
                                      </p:cBhvr>
                                      <p:to>
                                        <p:strVal val="visible"/>
                                      </p:to>
                                    </p:set>
                                    <p:animEffect transition="in" filter="fade">
                                      <p:cBhvr>
                                        <p:cTn id="29" dur="500"/>
                                        <p:tgtEl>
                                          <p:spTgt spid="5">
                                            <p:graphicEl>
                                              <a:dgm id="{43667106-9A88-4085-930E-5508EA2FD4FB}"/>
                                            </p:graphic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5">
                                            <p:graphicEl>
                                              <a:dgm id="{38AF7050-85B9-4F7C-B64C-53F79D37A21C}"/>
                                            </p:graphicEl>
                                          </p:spTgt>
                                        </p:tgtEl>
                                        <p:attrNameLst>
                                          <p:attrName>style.visibility</p:attrName>
                                        </p:attrNameLst>
                                      </p:cBhvr>
                                      <p:to>
                                        <p:strVal val="visible"/>
                                      </p:to>
                                    </p:set>
                                    <p:animEffect transition="in" filter="fade">
                                      <p:cBhvr>
                                        <p:cTn id="32" dur="500"/>
                                        <p:tgtEl>
                                          <p:spTgt spid="5">
                                            <p:graphicEl>
                                              <a:dgm id="{38AF7050-85B9-4F7C-B64C-53F79D37A21C}"/>
                                            </p:graphic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5">
                                            <p:graphicEl>
                                              <a:dgm id="{D66F0E34-1EDF-4A97-BEC7-0328D0D3C2F4}"/>
                                            </p:graphicEl>
                                          </p:spTgt>
                                        </p:tgtEl>
                                        <p:attrNameLst>
                                          <p:attrName>style.visibility</p:attrName>
                                        </p:attrNameLst>
                                      </p:cBhvr>
                                      <p:to>
                                        <p:strVal val="visible"/>
                                      </p:to>
                                    </p:set>
                                    <p:animEffect transition="in" filter="fade">
                                      <p:cBhvr>
                                        <p:cTn id="35" dur="500"/>
                                        <p:tgtEl>
                                          <p:spTgt spid="5">
                                            <p:graphicEl>
                                              <a:dgm id="{D66F0E34-1EDF-4A97-BEC7-0328D0D3C2F4}"/>
                                            </p:graphic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5">
                                            <p:graphicEl>
                                              <a:dgm id="{D58B78B2-35B4-440A-96F9-42C9DB7160F3}"/>
                                            </p:graphicEl>
                                          </p:spTgt>
                                        </p:tgtEl>
                                        <p:attrNameLst>
                                          <p:attrName>style.visibility</p:attrName>
                                        </p:attrNameLst>
                                      </p:cBhvr>
                                      <p:to>
                                        <p:strVal val="visible"/>
                                      </p:to>
                                    </p:set>
                                    <p:animEffect transition="in" filter="fade">
                                      <p:cBhvr>
                                        <p:cTn id="40" dur="500"/>
                                        <p:tgtEl>
                                          <p:spTgt spid="5">
                                            <p:graphicEl>
                                              <a:dgm id="{D58B78B2-35B4-440A-96F9-42C9DB7160F3}"/>
                                            </p:graphic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5">
                                            <p:graphicEl>
                                              <a:dgm id="{52A5D5B5-5BF6-48E5-80D0-34ED1CF299CE}"/>
                                            </p:graphicEl>
                                          </p:spTgt>
                                        </p:tgtEl>
                                        <p:attrNameLst>
                                          <p:attrName>style.visibility</p:attrName>
                                        </p:attrNameLst>
                                      </p:cBhvr>
                                      <p:to>
                                        <p:strVal val="visible"/>
                                      </p:to>
                                    </p:set>
                                    <p:animEffect transition="in" filter="fade">
                                      <p:cBhvr>
                                        <p:cTn id="43" dur="500"/>
                                        <p:tgtEl>
                                          <p:spTgt spid="5">
                                            <p:graphicEl>
                                              <a:dgm id="{52A5D5B5-5BF6-48E5-80D0-34ED1CF299CE}"/>
                                            </p:graphic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5">
                                            <p:graphicEl>
                                              <a:dgm id="{48B5F1C7-FFED-4A20-8F74-6D3AF7357A08}"/>
                                            </p:graphicEl>
                                          </p:spTgt>
                                        </p:tgtEl>
                                        <p:attrNameLst>
                                          <p:attrName>style.visibility</p:attrName>
                                        </p:attrNameLst>
                                      </p:cBhvr>
                                      <p:to>
                                        <p:strVal val="visible"/>
                                      </p:to>
                                    </p:set>
                                    <p:animEffect transition="in" filter="fade">
                                      <p:cBhvr>
                                        <p:cTn id="46" dur="500"/>
                                        <p:tgtEl>
                                          <p:spTgt spid="5">
                                            <p:graphicEl>
                                              <a:dgm id="{48B5F1C7-FFED-4A20-8F74-6D3AF7357A08}"/>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Freeform: Shape 24">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6E804BE9-F24C-FC86-2D0C-E7AE259FAA6B}"/>
              </a:ext>
            </a:extLst>
          </p:cNvPr>
          <p:cNvSpPr>
            <a:spLocks noGrp="1"/>
          </p:cNvSpPr>
          <p:nvPr>
            <p:ph type="title"/>
          </p:nvPr>
        </p:nvSpPr>
        <p:spPr>
          <a:xfrm>
            <a:off x="660041" y="2767106"/>
            <a:ext cx="2880828" cy="3071906"/>
          </a:xfrm>
        </p:spPr>
        <p:txBody>
          <a:bodyPr vert="horz" lIns="91440" tIns="45720" rIns="91440" bIns="45720" rtlCol="0" anchor="t">
            <a:normAutofit/>
          </a:bodyPr>
          <a:lstStyle/>
          <a:p>
            <a:pPr algn="l"/>
            <a:r>
              <a:rPr lang="en-US" sz="4000" kern="1200">
                <a:solidFill>
                  <a:srgbClr val="FFFFFF"/>
                </a:solidFill>
                <a:latin typeface="+mj-lt"/>
                <a:ea typeface="+mj-ea"/>
                <a:cs typeface="+mj-cs"/>
              </a:rPr>
              <a:t>ACES and the Problem </a:t>
            </a:r>
          </a:p>
        </p:txBody>
      </p:sp>
      <p:pic>
        <p:nvPicPr>
          <p:cNvPr id="7" name="Content Placeholder 6">
            <a:extLst>
              <a:ext uri="{FF2B5EF4-FFF2-40B4-BE49-F238E27FC236}">
                <a16:creationId xmlns:a16="http://schemas.microsoft.com/office/drawing/2014/main" id="{2CD62044-889F-6520-BA34-818E219FEAC6}"/>
              </a:ext>
            </a:extLst>
          </p:cNvPr>
          <p:cNvPicPr>
            <a:picLocks noGrp="1" noChangeAspect="1"/>
          </p:cNvPicPr>
          <p:nvPr>
            <p:ph idx="1"/>
          </p:nvPr>
        </p:nvPicPr>
        <p:blipFill>
          <a:blip r:embed="rId3"/>
          <a:stretch>
            <a:fillRect/>
          </a:stretch>
        </p:blipFill>
        <p:spPr>
          <a:xfrm>
            <a:off x="4502428" y="990310"/>
            <a:ext cx="7225748" cy="4877379"/>
          </a:xfrm>
          <a:prstGeom prst="rect">
            <a:avLst/>
          </a:prstGeom>
        </p:spPr>
      </p:pic>
    </p:spTree>
    <p:extLst>
      <p:ext uri="{BB962C8B-B14F-4D97-AF65-F5344CB8AC3E}">
        <p14:creationId xmlns:p14="http://schemas.microsoft.com/office/powerpoint/2010/main" val="3595506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Freeform: Shape 21">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2388C84-AB78-64B1-39B1-549A11ABAD09}"/>
              </a:ext>
            </a:extLst>
          </p:cNvPr>
          <p:cNvSpPr>
            <a:spLocks noGrp="1"/>
          </p:cNvSpPr>
          <p:nvPr>
            <p:ph type="title"/>
          </p:nvPr>
        </p:nvSpPr>
        <p:spPr>
          <a:xfrm>
            <a:off x="660041" y="2767106"/>
            <a:ext cx="2880828" cy="3071906"/>
          </a:xfrm>
        </p:spPr>
        <p:txBody>
          <a:bodyPr vert="horz" lIns="91440" tIns="45720" rIns="91440" bIns="45720" rtlCol="0" anchor="t">
            <a:normAutofit/>
          </a:bodyPr>
          <a:lstStyle/>
          <a:p>
            <a:pPr algn="l"/>
            <a:r>
              <a:rPr lang="en-US" sz="4000" kern="1200">
                <a:solidFill>
                  <a:srgbClr val="FFFFFF"/>
                </a:solidFill>
                <a:latin typeface="+mj-lt"/>
                <a:ea typeface="+mj-ea"/>
                <a:cs typeface="+mj-cs"/>
              </a:rPr>
              <a:t>New Approach to Azure</a:t>
            </a:r>
          </a:p>
        </p:txBody>
      </p:sp>
      <p:pic>
        <p:nvPicPr>
          <p:cNvPr id="4" name="Content Placeholder 3">
            <a:extLst>
              <a:ext uri="{FF2B5EF4-FFF2-40B4-BE49-F238E27FC236}">
                <a16:creationId xmlns:a16="http://schemas.microsoft.com/office/drawing/2014/main" id="{29B04097-3829-0FB0-0204-E884979DF645}"/>
              </a:ext>
            </a:extLst>
          </p:cNvPr>
          <p:cNvPicPr>
            <a:picLocks noGrp="1" noChangeAspect="1"/>
          </p:cNvPicPr>
          <p:nvPr>
            <p:ph idx="1"/>
          </p:nvPr>
        </p:nvPicPr>
        <p:blipFill>
          <a:blip r:embed="rId3"/>
          <a:stretch>
            <a:fillRect/>
          </a:stretch>
        </p:blipFill>
        <p:spPr>
          <a:xfrm>
            <a:off x="4502428" y="1730949"/>
            <a:ext cx="7225748" cy="3396101"/>
          </a:xfrm>
          <a:prstGeom prst="rect">
            <a:avLst/>
          </a:prstGeom>
        </p:spPr>
      </p:pic>
    </p:spTree>
    <p:extLst>
      <p:ext uri="{BB962C8B-B14F-4D97-AF65-F5344CB8AC3E}">
        <p14:creationId xmlns:p14="http://schemas.microsoft.com/office/powerpoint/2010/main" val="24814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D2343D-EA88-1E08-BC31-F81F76B10D57}"/>
              </a:ext>
            </a:extLst>
          </p:cNvPr>
          <p:cNvSpPr>
            <a:spLocks noGrp="1"/>
          </p:cNvSpPr>
          <p:nvPr>
            <p:ph type="title"/>
          </p:nvPr>
        </p:nvSpPr>
        <p:spPr>
          <a:xfrm>
            <a:off x="699713" y="248038"/>
            <a:ext cx="7063721" cy="1159200"/>
          </a:xfrm>
        </p:spPr>
        <p:txBody>
          <a:bodyPr vert="horz" lIns="91440" tIns="45720" rIns="91440" bIns="45720" rtlCol="0" anchor="ctr">
            <a:normAutofit/>
          </a:bodyPr>
          <a:lstStyle/>
          <a:p>
            <a:pPr algn="l"/>
            <a:r>
              <a:rPr lang="en-US" sz="4000" kern="1200">
                <a:solidFill>
                  <a:srgbClr val="FFFFFF"/>
                </a:solidFill>
                <a:latin typeface="+mj-lt"/>
                <a:ea typeface="+mj-ea"/>
                <a:cs typeface="+mj-cs"/>
              </a:rPr>
              <a:t>Work Already Completed</a:t>
            </a:r>
          </a:p>
        </p:txBody>
      </p:sp>
      <p:pic>
        <p:nvPicPr>
          <p:cNvPr id="4" name="Content Placeholder 3">
            <a:extLst>
              <a:ext uri="{FF2B5EF4-FFF2-40B4-BE49-F238E27FC236}">
                <a16:creationId xmlns:a16="http://schemas.microsoft.com/office/drawing/2014/main" id="{7F75CE5E-9094-4031-9FA1-301BE0407181}"/>
              </a:ext>
            </a:extLst>
          </p:cNvPr>
          <p:cNvPicPr>
            <a:picLocks noGrp="1" noChangeAspect="1"/>
          </p:cNvPicPr>
          <p:nvPr>
            <p:ph idx="1"/>
          </p:nvPr>
        </p:nvPicPr>
        <p:blipFill>
          <a:blip r:embed="rId3"/>
          <a:stretch>
            <a:fillRect/>
          </a:stretch>
        </p:blipFill>
        <p:spPr>
          <a:xfrm>
            <a:off x="565365" y="1966293"/>
            <a:ext cx="11061268" cy="4452160"/>
          </a:xfrm>
          <a:prstGeom prst="rect">
            <a:avLst/>
          </a:prstGeom>
        </p:spPr>
      </p:pic>
    </p:spTree>
    <p:extLst>
      <p:ext uri="{BB962C8B-B14F-4D97-AF65-F5344CB8AC3E}">
        <p14:creationId xmlns:p14="http://schemas.microsoft.com/office/powerpoint/2010/main" val="952206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C0395AF-6165-707C-8BD4-79EDB4C8E78C}"/>
              </a:ext>
            </a:extLst>
          </p:cNvPr>
          <p:cNvSpPr>
            <a:spLocks noGrp="1"/>
          </p:cNvSpPr>
          <p:nvPr>
            <p:ph type="title"/>
          </p:nvPr>
        </p:nvSpPr>
        <p:spPr>
          <a:xfrm>
            <a:off x="1371597" y="348865"/>
            <a:ext cx="10044023" cy="877729"/>
          </a:xfrm>
        </p:spPr>
        <p:txBody>
          <a:bodyPr anchor="ctr">
            <a:normAutofit/>
          </a:bodyPr>
          <a:lstStyle/>
          <a:p>
            <a:r>
              <a:rPr lang="en-GB" sz="4000">
                <a:solidFill>
                  <a:srgbClr val="FFFFFF"/>
                </a:solidFill>
              </a:rPr>
              <a:t>Project Outline and Justification</a:t>
            </a:r>
          </a:p>
        </p:txBody>
      </p:sp>
      <p:graphicFrame>
        <p:nvGraphicFramePr>
          <p:cNvPr id="18" name="Content Placeholder 2">
            <a:extLst>
              <a:ext uri="{FF2B5EF4-FFF2-40B4-BE49-F238E27FC236}">
                <a16:creationId xmlns:a16="http://schemas.microsoft.com/office/drawing/2014/main" id="{0338E4F1-488C-0C6E-3CC1-AFF9EAB58452}"/>
              </a:ext>
            </a:extLst>
          </p:cNvPr>
          <p:cNvGraphicFramePr>
            <a:graphicFrameLocks noGrp="1"/>
          </p:cNvGraphicFramePr>
          <p:nvPr>
            <p:ph idx="1"/>
            <p:extLst>
              <p:ext uri="{D42A27DB-BD31-4B8C-83A1-F6EECF244321}">
                <p14:modId xmlns:p14="http://schemas.microsoft.com/office/powerpoint/2010/main" val="633069882"/>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6768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graphicEl>
                                              <a:dgm id="{3D1A5227-FA57-4C34-8F01-D4FA0625A8D3}"/>
                                            </p:graphicEl>
                                          </p:spTgt>
                                        </p:tgtEl>
                                        <p:attrNameLst>
                                          <p:attrName>style.visibility</p:attrName>
                                        </p:attrNameLst>
                                      </p:cBhvr>
                                      <p:to>
                                        <p:strVal val="visible"/>
                                      </p:to>
                                    </p:set>
                                    <p:animEffect transition="in" filter="fade">
                                      <p:cBhvr>
                                        <p:cTn id="7" dur="500"/>
                                        <p:tgtEl>
                                          <p:spTgt spid="18">
                                            <p:graphicEl>
                                              <a:dgm id="{3D1A5227-FA57-4C34-8F01-D4FA0625A8D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8">
                                            <p:graphicEl>
                                              <a:dgm id="{D62E8A3B-E3BF-4501-ABE6-2271AA9D56D2}"/>
                                            </p:graphicEl>
                                          </p:spTgt>
                                        </p:tgtEl>
                                        <p:attrNameLst>
                                          <p:attrName>style.visibility</p:attrName>
                                        </p:attrNameLst>
                                      </p:cBhvr>
                                      <p:to>
                                        <p:strVal val="visible"/>
                                      </p:to>
                                    </p:set>
                                    <p:animEffect transition="in" filter="fade">
                                      <p:cBhvr>
                                        <p:cTn id="12" dur="500"/>
                                        <p:tgtEl>
                                          <p:spTgt spid="18">
                                            <p:graphicEl>
                                              <a:dgm id="{D62E8A3B-E3BF-4501-ABE6-2271AA9D56D2}"/>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8">
                                            <p:graphicEl>
                                              <a:dgm id="{69A9BF35-4ACD-4CC6-9417-BBBC8FCBF003}"/>
                                            </p:graphicEl>
                                          </p:spTgt>
                                        </p:tgtEl>
                                        <p:attrNameLst>
                                          <p:attrName>style.visibility</p:attrName>
                                        </p:attrNameLst>
                                      </p:cBhvr>
                                      <p:to>
                                        <p:strVal val="visible"/>
                                      </p:to>
                                    </p:set>
                                    <p:animEffect transition="in" filter="fade">
                                      <p:cBhvr>
                                        <p:cTn id="17" dur="500"/>
                                        <p:tgtEl>
                                          <p:spTgt spid="18">
                                            <p:graphicEl>
                                              <a:dgm id="{69A9BF35-4ACD-4CC6-9417-BBBC8FCBF003}"/>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8">
                                            <p:graphicEl>
                                              <a:dgm id="{2971F6C9-6630-413C-9174-9C6EA1360398}"/>
                                            </p:graphicEl>
                                          </p:spTgt>
                                        </p:tgtEl>
                                        <p:attrNameLst>
                                          <p:attrName>style.visibility</p:attrName>
                                        </p:attrNameLst>
                                      </p:cBhvr>
                                      <p:to>
                                        <p:strVal val="visible"/>
                                      </p:to>
                                    </p:set>
                                    <p:animEffect transition="in" filter="fade">
                                      <p:cBhvr>
                                        <p:cTn id="22" dur="500"/>
                                        <p:tgtEl>
                                          <p:spTgt spid="18">
                                            <p:graphicEl>
                                              <a:dgm id="{2971F6C9-6630-413C-9174-9C6EA1360398}"/>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8">
                                            <p:graphicEl>
                                              <a:dgm id="{92273A08-273C-4756-87A2-FBFF98162CB8}"/>
                                            </p:graphicEl>
                                          </p:spTgt>
                                        </p:tgtEl>
                                        <p:attrNameLst>
                                          <p:attrName>style.visibility</p:attrName>
                                        </p:attrNameLst>
                                      </p:cBhvr>
                                      <p:to>
                                        <p:strVal val="visible"/>
                                      </p:to>
                                    </p:set>
                                    <p:animEffect transition="in" filter="fade">
                                      <p:cBhvr>
                                        <p:cTn id="27" dur="500"/>
                                        <p:tgtEl>
                                          <p:spTgt spid="18">
                                            <p:graphicEl>
                                              <a:dgm id="{92273A08-273C-4756-87A2-FBFF98162CB8}"/>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8">
                                            <p:graphicEl>
                                              <a:dgm id="{9F517728-0AE6-406E-BDB5-B3FBB0F9E474}"/>
                                            </p:graphicEl>
                                          </p:spTgt>
                                        </p:tgtEl>
                                        <p:attrNameLst>
                                          <p:attrName>style.visibility</p:attrName>
                                        </p:attrNameLst>
                                      </p:cBhvr>
                                      <p:to>
                                        <p:strVal val="visible"/>
                                      </p:to>
                                    </p:set>
                                    <p:animEffect transition="in" filter="fade">
                                      <p:cBhvr>
                                        <p:cTn id="32" dur="500"/>
                                        <p:tgtEl>
                                          <p:spTgt spid="18">
                                            <p:graphicEl>
                                              <a:dgm id="{9F517728-0AE6-406E-BDB5-B3FBB0F9E474}"/>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8" grpId="0">
        <p:bldSub>
          <a:bldDgm bld="one"/>
        </p:bldSub>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3EA6A1B-58F4-6A5F-8676-86B9C973CD53}"/>
              </a:ext>
            </a:extLst>
          </p:cNvPr>
          <p:cNvSpPr>
            <a:spLocks noGrp="1"/>
          </p:cNvSpPr>
          <p:nvPr>
            <p:ph type="title"/>
          </p:nvPr>
        </p:nvSpPr>
        <p:spPr>
          <a:xfrm>
            <a:off x="1371597" y="348865"/>
            <a:ext cx="10044023" cy="877729"/>
          </a:xfrm>
        </p:spPr>
        <p:txBody>
          <a:bodyPr anchor="ctr">
            <a:normAutofit/>
          </a:bodyPr>
          <a:lstStyle/>
          <a:p>
            <a:r>
              <a:rPr lang="en-GB" sz="4000">
                <a:solidFill>
                  <a:srgbClr val="FFFFFF"/>
                </a:solidFill>
              </a:rPr>
              <a:t>Functional Requirements</a:t>
            </a:r>
          </a:p>
        </p:txBody>
      </p:sp>
      <p:graphicFrame>
        <p:nvGraphicFramePr>
          <p:cNvPr id="5" name="Content Placeholder 2">
            <a:extLst>
              <a:ext uri="{FF2B5EF4-FFF2-40B4-BE49-F238E27FC236}">
                <a16:creationId xmlns:a16="http://schemas.microsoft.com/office/drawing/2014/main" id="{1DED5472-D84F-49FA-3EB0-007C91792510}"/>
              </a:ext>
            </a:extLst>
          </p:cNvPr>
          <p:cNvGraphicFramePr>
            <a:graphicFrameLocks noGrp="1"/>
          </p:cNvGraphicFramePr>
          <p:nvPr>
            <p:ph idx="1"/>
            <p:extLst>
              <p:ext uri="{D42A27DB-BD31-4B8C-83A1-F6EECF244321}">
                <p14:modId xmlns:p14="http://schemas.microsoft.com/office/powerpoint/2010/main" val="1564205074"/>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1571890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graphicEl>
                                              <a:dgm id="{5B14262F-F6F3-4C42-BB5B-B379AC4E99AC}"/>
                                            </p:graphicEl>
                                          </p:spTgt>
                                        </p:tgtEl>
                                        <p:attrNameLst>
                                          <p:attrName>style.visibility</p:attrName>
                                        </p:attrNameLst>
                                      </p:cBhvr>
                                      <p:to>
                                        <p:strVal val="visible"/>
                                      </p:to>
                                    </p:set>
                                    <p:animEffect transition="in" filter="fade">
                                      <p:cBhvr>
                                        <p:cTn id="7" dur="500"/>
                                        <p:tgtEl>
                                          <p:spTgt spid="5">
                                            <p:graphicEl>
                                              <a:dgm id="{5B14262F-F6F3-4C42-BB5B-B379AC4E99AC}"/>
                                            </p:graphic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graphicEl>
                                              <a:dgm id="{48A07D33-94B9-41A2-B63B-62A0308ADC82}"/>
                                            </p:graphicEl>
                                          </p:spTgt>
                                        </p:tgtEl>
                                        <p:attrNameLst>
                                          <p:attrName>style.visibility</p:attrName>
                                        </p:attrNameLst>
                                      </p:cBhvr>
                                      <p:to>
                                        <p:strVal val="visible"/>
                                      </p:to>
                                    </p:set>
                                    <p:animEffect transition="in" filter="fade">
                                      <p:cBhvr>
                                        <p:cTn id="10" dur="500"/>
                                        <p:tgtEl>
                                          <p:spTgt spid="5">
                                            <p:graphicEl>
                                              <a:dgm id="{48A07D33-94B9-41A2-B63B-62A0308ADC82}"/>
                                            </p:graphic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graphicEl>
                                              <a:dgm id="{EA3D9DEE-4559-4F05-B3BE-ECAC0C533949}"/>
                                            </p:graphicEl>
                                          </p:spTgt>
                                        </p:tgtEl>
                                        <p:attrNameLst>
                                          <p:attrName>style.visibility</p:attrName>
                                        </p:attrNameLst>
                                      </p:cBhvr>
                                      <p:to>
                                        <p:strVal val="visible"/>
                                      </p:to>
                                    </p:set>
                                    <p:animEffect transition="in" filter="fade">
                                      <p:cBhvr>
                                        <p:cTn id="13" dur="500"/>
                                        <p:tgtEl>
                                          <p:spTgt spid="5">
                                            <p:graphicEl>
                                              <a:dgm id="{EA3D9DEE-4559-4F05-B3BE-ECAC0C533949}"/>
                                            </p:graphic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
                                            <p:graphicEl>
                                              <a:dgm id="{AA9E2796-FB97-4CDC-9540-56CFC24BF626}"/>
                                            </p:graphicEl>
                                          </p:spTgt>
                                        </p:tgtEl>
                                        <p:attrNameLst>
                                          <p:attrName>style.visibility</p:attrName>
                                        </p:attrNameLst>
                                      </p:cBhvr>
                                      <p:to>
                                        <p:strVal val="visible"/>
                                      </p:to>
                                    </p:set>
                                    <p:animEffect transition="in" filter="fade">
                                      <p:cBhvr>
                                        <p:cTn id="18" dur="500"/>
                                        <p:tgtEl>
                                          <p:spTgt spid="5">
                                            <p:graphicEl>
                                              <a:dgm id="{AA9E2796-FB97-4CDC-9540-56CFC24BF626}"/>
                                            </p:graphic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
                                            <p:graphicEl>
                                              <a:dgm id="{EEAC1A35-4E91-4D73-B471-95106288857E}"/>
                                            </p:graphicEl>
                                          </p:spTgt>
                                        </p:tgtEl>
                                        <p:attrNameLst>
                                          <p:attrName>style.visibility</p:attrName>
                                        </p:attrNameLst>
                                      </p:cBhvr>
                                      <p:to>
                                        <p:strVal val="visible"/>
                                      </p:to>
                                    </p:set>
                                    <p:animEffect transition="in" filter="fade">
                                      <p:cBhvr>
                                        <p:cTn id="21" dur="500"/>
                                        <p:tgtEl>
                                          <p:spTgt spid="5">
                                            <p:graphicEl>
                                              <a:dgm id="{EEAC1A35-4E91-4D73-B471-95106288857E}"/>
                                            </p:graphic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5">
                                            <p:graphicEl>
                                              <a:dgm id="{F9D75060-847D-46D9-869B-2BDA1195A1F6}"/>
                                            </p:graphicEl>
                                          </p:spTgt>
                                        </p:tgtEl>
                                        <p:attrNameLst>
                                          <p:attrName>style.visibility</p:attrName>
                                        </p:attrNameLst>
                                      </p:cBhvr>
                                      <p:to>
                                        <p:strVal val="visible"/>
                                      </p:to>
                                    </p:set>
                                    <p:animEffect transition="in" filter="fade">
                                      <p:cBhvr>
                                        <p:cTn id="24" dur="500"/>
                                        <p:tgtEl>
                                          <p:spTgt spid="5">
                                            <p:graphicEl>
                                              <a:dgm id="{F9D75060-847D-46D9-869B-2BDA1195A1F6}"/>
                                            </p:graphic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5">
                                            <p:graphicEl>
                                              <a:dgm id="{749DCFFE-EEEE-4947-94C6-F71DAA4265B8}"/>
                                            </p:graphicEl>
                                          </p:spTgt>
                                        </p:tgtEl>
                                        <p:attrNameLst>
                                          <p:attrName>style.visibility</p:attrName>
                                        </p:attrNameLst>
                                      </p:cBhvr>
                                      <p:to>
                                        <p:strVal val="visible"/>
                                      </p:to>
                                    </p:set>
                                    <p:animEffect transition="in" filter="fade">
                                      <p:cBhvr>
                                        <p:cTn id="29" dur="500"/>
                                        <p:tgtEl>
                                          <p:spTgt spid="5">
                                            <p:graphicEl>
                                              <a:dgm id="{749DCFFE-EEEE-4947-94C6-F71DAA4265B8}"/>
                                            </p:graphic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5">
                                            <p:graphicEl>
                                              <a:dgm id="{9FBABE32-E843-4269-AA3A-A34150F4363E}"/>
                                            </p:graphicEl>
                                          </p:spTgt>
                                        </p:tgtEl>
                                        <p:attrNameLst>
                                          <p:attrName>style.visibility</p:attrName>
                                        </p:attrNameLst>
                                      </p:cBhvr>
                                      <p:to>
                                        <p:strVal val="visible"/>
                                      </p:to>
                                    </p:set>
                                    <p:animEffect transition="in" filter="fade">
                                      <p:cBhvr>
                                        <p:cTn id="32" dur="500"/>
                                        <p:tgtEl>
                                          <p:spTgt spid="5">
                                            <p:graphicEl>
                                              <a:dgm id="{9FBABE32-E843-4269-AA3A-A34150F4363E}"/>
                                            </p:graphic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5">
                                            <p:graphicEl>
                                              <a:dgm id="{A8492937-709C-4FDE-93B9-8F8D667D4912}"/>
                                            </p:graphicEl>
                                          </p:spTgt>
                                        </p:tgtEl>
                                        <p:attrNameLst>
                                          <p:attrName>style.visibility</p:attrName>
                                        </p:attrNameLst>
                                      </p:cBhvr>
                                      <p:to>
                                        <p:strVal val="visible"/>
                                      </p:to>
                                    </p:set>
                                    <p:animEffect transition="in" filter="fade">
                                      <p:cBhvr>
                                        <p:cTn id="35" dur="500"/>
                                        <p:tgtEl>
                                          <p:spTgt spid="5">
                                            <p:graphicEl>
                                              <a:dgm id="{A8492937-709C-4FDE-93B9-8F8D667D4912}"/>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Sub>
          <a:bldDgm bld="one"/>
        </p:bldSub>
      </p:bldGraphic>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3BB3305-F995-FCBC-7EAE-D5DDE72C138A}"/>
              </a:ext>
            </a:extLst>
          </p:cNvPr>
          <p:cNvSpPr>
            <a:spLocks noGrp="1"/>
          </p:cNvSpPr>
          <p:nvPr>
            <p:ph type="title"/>
          </p:nvPr>
        </p:nvSpPr>
        <p:spPr>
          <a:xfrm>
            <a:off x="1371597" y="348865"/>
            <a:ext cx="10044023" cy="877729"/>
          </a:xfrm>
        </p:spPr>
        <p:txBody>
          <a:bodyPr anchor="ctr">
            <a:normAutofit/>
          </a:bodyPr>
          <a:lstStyle/>
          <a:p>
            <a:r>
              <a:rPr lang="en-GB" sz="4000">
                <a:solidFill>
                  <a:srgbClr val="FFFFFF"/>
                </a:solidFill>
              </a:rPr>
              <a:t>Non-Functional Requirements</a:t>
            </a:r>
          </a:p>
        </p:txBody>
      </p:sp>
      <p:graphicFrame>
        <p:nvGraphicFramePr>
          <p:cNvPr id="5" name="Content Placeholder 2">
            <a:extLst>
              <a:ext uri="{FF2B5EF4-FFF2-40B4-BE49-F238E27FC236}">
                <a16:creationId xmlns:a16="http://schemas.microsoft.com/office/drawing/2014/main" id="{4D6180FF-C81A-9088-ADAD-290A5A6291CA}"/>
              </a:ext>
            </a:extLst>
          </p:cNvPr>
          <p:cNvGraphicFramePr>
            <a:graphicFrameLocks noGrp="1"/>
          </p:cNvGraphicFramePr>
          <p:nvPr>
            <p:ph idx="1"/>
            <p:extLst>
              <p:ext uri="{D42A27DB-BD31-4B8C-83A1-F6EECF244321}">
                <p14:modId xmlns:p14="http://schemas.microsoft.com/office/powerpoint/2010/main" val="3426339942"/>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6065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graphicEl>
                                              <a:dgm id="{694EE658-D40D-404E-88AF-3C714B5F659E}"/>
                                            </p:graphicEl>
                                          </p:spTgt>
                                        </p:tgtEl>
                                        <p:attrNameLst>
                                          <p:attrName>style.visibility</p:attrName>
                                        </p:attrNameLst>
                                      </p:cBhvr>
                                      <p:to>
                                        <p:strVal val="visible"/>
                                      </p:to>
                                    </p:set>
                                    <p:animEffect transition="in" filter="fade">
                                      <p:cBhvr>
                                        <p:cTn id="7" dur="500"/>
                                        <p:tgtEl>
                                          <p:spTgt spid="5">
                                            <p:graphicEl>
                                              <a:dgm id="{694EE658-D40D-404E-88AF-3C714B5F659E}"/>
                                            </p:graphic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graphicEl>
                                              <a:dgm id="{FF9EA248-DF1B-4BF1-B69A-222535A7FE43}"/>
                                            </p:graphicEl>
                                          </p:spTgt>
                                        </p:tgtEl>
                                        <p:attrNameLst>
                                          <p:attrName>style.visibility</p:attrName>
                                        </p:attrNameLst>
                                      </p:cBhvr>
                                      <p:to>
                                        <p:strVal val="visible"/>
                                      </p:to>
                                    </p:set>
                                    <p:animEffect transition="in" filter="fade">
                                      <p:cBhvr>
                                        <p:cTn id="10" dur="500"/>
                                        <p:tgtEl>
                                          <p:spTgt spid="5">
                                            <p:graphicEl>
                                              <a:dgm id="{FF9EA248-DF1B-4BF1-B69A-222535A7FE43}"/>
                                            </p:graphic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graphicEl>
                                              <a:dgm id="{CE76C250-AA5E-46FA-ACC6-ADD663D0A857}"/>
                                            </p:graphicEl>
                                          </p:spTgt>
                                        </p:tgtEl>
                                        <p:attrNameLst>
                                          <p:attrName>style.visibility</p:attrName>
                                        </p:attrNameLst>
                                      </p:cBhvr>
                                      <p:to>
                                        <p:strVal val="visible"/>
                                      </p:to>
                                    </p:set>
                                    <p:animEffect transition="in" filter="fade">
                                      <p:cBhvr>
                                        <p:cTn id="13" dur="500"/>
                                        <p:tgtEl>
                                          <p:spTgt spid="5">
                                            <p:graphicEl>
                                              <a:dgm id="{CE76C250-AA5E-46FA-ACC6-ADD663D0A857}"/>
                                            </p:graphic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
                                            <p:graphicEl>
                                              <a:dgm id="{3C03964C-66BA-4CAB-8C24-5F2A4979DDBB}"/>
                                            </p:graphicEl>
                                          </p:spTgt>
                                        </p:tgtEl>
                                        <p:attrNameLst>
                                          <p:attrName>style.visibility</p:attrName>
                                        </p:attrNameLst>
                                      </p:cBhvr>
                                      <p:to>
                                        <p:strVal val="visible"/>
                                      </p:to>
                                    </p:set>
                                    <p:animEffect transition="in" filter="fade">
                                      <p:cBhvr>
                                        <p:cTn id="18" dur="500"/>
                                        <p:tgtEl>
                                          <p:spTgt spid="5">
                                            <p:graphicEl>
                                              <a:dgm id="{3C03964C-66BA-4CAB-8C24-5F2A4979DDBB}"/>
                                            </p:graphic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
                                            <p:graphicEl>
                                              <a:dgm id="{69A7F323-E3ED-4A7E-BE79-8E13D933EAC3}"/>
                                            </p:graphicEl>
                                          </p:spTgt>
                                        </p:tgtEl>
                                        <p:attrNameLst>
                                          <p:attrName>style.visibility</p:attrName>
                                        </p:attrNameLst>
                                      </p:cBhvr>
                                      <p:to>
                                        <p:strVal val="visible"/>
                                      </p:to>
                                    </p:set>
                                    <p:animEffect transition="in" filter="fade">
                                      <p:cBhvr>
                                        <p:cTn id="21" dur="500"/>
                                        <p:tgtEl>
                                          <p:spTgt spid="5">
                                            <p:graphicEl>
                                              <a:dgm id="{69A7F323-E3ED-4A7E-BE79-8E13D933EAC3}"/>
                                            </p:graphic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5">
                                            <p:graphicEl>
                                              <a:dgm id="{1B2B52BF-A510-4269-B780-5E5D90D92556}"/>
                                            </p:graphicEl>
                                          </p:spTgt>
                                        </p:tgtEl>
                                        <p:attrNameLst>
                                          <p:attrName>style.visibility</p:attrName>
                                        </p:attrNameLst>
                                      </p:cBhvr>
                                      <p:to>
                                        <p:strVal val="visible"/>
                                      </p:to>
                                    </p:set>
                                    <p:animEffect transition="in" filter="fade">
                                      <p:cBhvr>
                                        <p:cTn id="24" dur="500"/>
                                        <p:tgtEl>
                                          <p:spTgt spid="5">
                                            <p:graphicEl>
                                              <a:dgm id="{1B2B52BF-A510-4269-B780-5E5D90D92556}"/>
                                            </p:graphic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5">
                                            <p:graphicEl>
                                              <a:dgm id="{D10FDD1A-9082-4114-B374-7224D3437E74}"/>
                                            </p:graphicEl>
                                          </p:spTgt>
                                        </p:tgtEl>
                                        <p:attrNameLst>
                                          <p:attrName>style.visibility</p:attrName>
                                        </p:attrNameLst>
                                      </p:cBhvr>
                                      <p:to>
                                        <p:strVal val="visible"/>
                                      </p:to>
                                    </p:set>
                                    <p:animEffect transition="in" filter="fade">
                                      <p:cBhvr>
                                        <p:cTn id="29" dur="500"/>
                                        <p:tgtEl>
                                          <p:spTgt spid="5">
                                            <p:graphicEl>
                                              <a:dgm id="{D10FDD1A-9082-4114-B374-7224D3437E74}"/>
                                            </p:graphic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5">
                                            <p:graphicEl>
                                              <a:dgm id="{093941C7-4064-4935-A8D4-B01F81CE88A8}"/>
                                            </p:graphicEl>
                                          </p:spTgt>
                                        </p:tgtEl>
                                        <p:attrNameLst>
                                          <p:attrName>style.visibility</p:attrName>
                                        </p:attrNameLst>
                                      </p:cBhvr>
                                      <p:to>
                                        <p:strVal val="visible"/>
                                      </p:to>
                                    </p:set>
                                    <p:animEffect transition="in" filter="fade">
                                      <p:cBhvr>
                                        <p:cTn id="32" dur="500"/>
                                        <p:tgtEl>
                                          <p:spTgt spid="5">
                                            <p:graphicEl>
                                              <a:dgm id="{093941C7-4064-4935-A8D4-B01F81CE88A8}"/>
                                            </p:graphic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5">
                                            <p:graphicEl>
                                              <a:dgm id="{BE1FFB9E-0BA1-4BEF-A2B2-BC4A42DEE932}"/>
                                            </p:graphicEl>
                                          </p:spTgt>
                                        </p:tgtEl>
                                        <p:attrNameLst>
                                          <p:attrName>style.visibility</p:attrName>
                                        </p:attrNameLst>
                                      </p:cBhvr>
                                      <p:to>
                                        <p:strVal val="visible"/>
                                      </p:to>
                                    </p:set>
                                    <p:animEffect transition="in" filter="fade">
                                      <p:cBhvr>
                                        <p:cTn id="35" dur="500"/>
                                        <p:tgtEl>
                                          <p:spTgt spid="5">
                                            <p:graphicEl>
                                              <a:dgm id="{BE1FFB9E-0BA1-4BEF-A2B2-BC4A42DEE932}"/>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Sub>
          <a:bldDgm bld="one"/>
        </p:bldSub>
      </p:bldGraphic>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EF7A98C-966B-A7FB-847B-2C7AA8658255}"/>
              </a:ext>
            </a:extLst>
          </p:cNvPr>
          <p:cNvSpPr>
            <a:spLocks noGrp="1"/>
          </p:cNvSpPr>
          <p:nvPr>
            <p:ph type="title"/>
          </p:nvPr>
        </p:nvSpPr>
        <p:spPr>
          <a:xfrm>
            <a:off x="1371597" y="348865"/>
            <a:ext cx="10044023" cy="877729"/>
          </a:xfrm>
        </p:spPr>
        <p:txBody>
          <a:bodyPr anchor="ctr">
            <a:normAutofit/>
          </a:bodyPr>
          <a:lstStyle/>
          <a:p>
            <a:r>
              <a:rPr lang="en-GB" sz="4000">
                <a:solidFill>
                  <a:srgbClr val="FFFFFF"/>
                </a:solidFill>
              </a:rPr>
              <a:t>Security Requirements</a:t>
            </a:r>
          </a:p>
        </p:txBody>
      </p:sp>
      <p:graphicFrame>
        <p:nvGraphicFramePr>
          <p:cNvPr id="5" name="Content Placeholder 2">
            <a:extLst>
              <a:ext uri="{FF2B5EF4-FFF2-40B4-BE49-F238E27FC236}">
                <a16:creationId xmlns:a16="http://schemas.microsoft.com/office/drawing/2014/main" id="{13218DA8-A326-63D2-099E-8C32BA983CC7}"/>
              </a:ext>
            </a:extLst>
          </p:cNvPr>
          <p:cNvGraphicFramePr>
            <a:graphicFrameLocks noGrp="1"/>
          </p:cNvGraphicFramePr>
          <p:nvPr>
            <p:ph idx="1"/>
            <p:extLst>
              <p:ext uri="{D42A27DB-BD31-4B8C-83A1-F6EECF244321}">
                <p14:modId xmlns:p14="http://schemas.microsoft.com/office/powerpoint/2010/main" val="1762259761"/>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02010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graphicEl>
                                              <a:dgm id="{2888767F-976A-4D44-9E85-F86924470068}"/>
                                            </p:graphicEl>
                                          </p:spTgt>
                                        </p:tgtEl>
                                        <p:attrNameLst>
                                          <p:attrName>style.visibility</p:attrName>
                                        </p:attrNameLst>
                                      </p:cBhvr>
                                      <p:to>
                                        <p:strVal val="visible"/>
                                      </p:to>
                                    </p:set>
                                    <p:animEffect transition="in" filter="fade">
                                      <p:cBhvr>
                                        <p:cTn id="7" dur="500"/>
                                        <p:tgtEl>
                                          <p:spTgt spid="5">
                                            <p:graphicEl>
                                              <a:dgm id="{2888767F-976A-4D44-9E85-F86924470068}"/>
                                            </p:graphic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graphicEl>
                                              <a:dgm id="{83C5883C-9D04-44EF-A8D2-FED70BE3E05E}"/>
                                            </p:graphicEl>
                                          </p:spTgt>
                                        </p:tgtEl>
                                        <p:attrNameLst>
                                          <p:attrName>style.visibility</p:attrName>
                                        </p:attrNameLst>
                                      </p:cBhvr>
                                      <p:to>
                                        <p:strVal val="visible"/>
                                      </p:to>
                                    </p:set>
                                    <p:animEffect transition="in" filter="fade">
                                      <p:cBhvr>
                                        <p:cTn id="10" dur="500"/>
                                        <p:tgtEl>
                                          <p:spTgt spid="5">
                                            <p:graphicEl>
                                              <a:dgm id="{83C5883C-9D04-44EF-A8D2-FED70BE3E05E}"/>
                                            </p:graphic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graphicEl>
                                              <a:dgm id="{63FBECDE-DD2C-4992-A0E3-7324CA3CF25E}"/>
                                            </p:graphicEl>
                                          </p:spTgt>
                                        </p:tgtEl>
                                        <p:attrNameLst>
                                          <p:attrName>style.visibility</p:attrName>
                                        </p:attrNameLst>
                                      </p:cBhvr>
                                      <p:to>
                                        <p:strVal val="visible"/>
                                      </p:to>
                                    </p:set>
                                    <p:animEffect transition="in" filter="fade">
                                      <p:cBhvr>
                                        <p:cTn id="13" dur="500"/>
                                        <p:tgtEl>
                                          <p:spTgt spid="5">
                                            <p:graphicEl>
                                              <a:dgm id="{63FBECDE-DD2C-4992-A0E3-7324CA3CF25E}"/>
                                            </p:graphic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
                                            <p:graphicEl>
                                              <a:dgm id="{463B4BB1-6829-40DD-96EA-B79BC3B549CD}"/>
                                            </p:graphicEl>
                                          </p:spTgt>
                                        </p:tgtEl>
                                        <p:attrNameLst>
                                          <p:attrName>style.visibility</p:attrName>
                                        </p:attrNameLst>
                                      </p:cBhvr>
                                      <p:to>
                                        <p:strVal val="visible"/>
                                      </p:to>
                                    </p:set>
                                    <p:animEffect transition="in" filter="fade">
                                      <p:cBhvr>
                                        <p:cTn id="18" dur="500"/>
                                        <p:tgtEl>
                                          <p:spTgt spid="5">
                                            <p:graphicEl>
                                              <a:dgm id="{463B4BB1-6829-40DD-96EA-B79BC3B549CD}"/>
                                            </p:graphic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
                                            <p:graphicEl>
                                              <a:dgm id="{5AC35E90-17B3-4DE4-BF68-2EAAFF5021A9}"/>
                                            </p:graphicEl>
                                          </p:spTgt>
                                        </p:tgtEl>
                                        <p:attrNameLst>
                                          <p:attrName>style.visibility</p:attrName>
                                        </p:attrNameLst>
                                      </p:cBhvr>
                                      <p:to>
                                        <p:strVal val="visible"/>
                                      </p:to>
                                    </p:set>
                                    <p:animEffect transition="in" filter="fade">
                                      <p:cBhvr>
                                        <p:cTn id="21" dur="500"/>
                                        <p:tgtEl>
                                          <p:spTgt spid="5">
                                            <p:graphicEl>
                                              <a:dgm id="{5AC35E90-17B3-4DE4-BF68-2EAAFF5021A9}"/>
                                            </p:graphic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5">
                                            <p:graphicEl>
                                              <a:dgm id="{EA23AC8F-E5A7-4DF4-B319-E23318BEC352}"/>
                                            </p:graphicEl>
                                          </p:spTgt>
                                        </p:tgtEl>
                                        <p:attrNameLst>
                                          <p:attrName>style.visibility</p:attrName>
                                        </p:attrNameLst>
                                      </p:cBhvr>
                                      <p:to>
                                        <p:strVal val="visible"/>
                                      </p:to>
                                    </p:set>
                                    <p:animEffect transition="in" filter="fade">
                                      <p:cBhvr>
                                        <p:cTn id="24" dur="500"/>
                                        <p:tgtEl>
                                          <p:spTgt spid="5">
                                            <p:graphicEl>
                                              <a:dgm id="{EA23AC8F-E5A7-4DF4-B319-E23318BEC352}"/>
                                            </p:graphic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5">
                                            <p:graphicEl>
                                              <a:dgm id="{5A6CDBD1-5AA2-4247-9B55-3ACE9D711612}"/>
                                            </p:graphicEl>
                                          </p:spTgt>
                                        </p:tgtEl>
                                        <p:attrNameLst>
                                          <p:attrName>style.visibility</p:attrName>
                                        </p:attrNameLst>
                                      </p:cBhvr>
                                      <p:to>
                                        <p:strVal val="visible"/>
                                      </p:to>
                                    </p:set>
                                    <p:animEffect transition="in" filter="fade">
                                      <p:cBhvr>
                                        <p:cTn id="29" dur="500"/>
                                        <p:tgtEl>
                                          <p:spTgt spid="5">
                                            <p:graphicEl>
                                              <a:dgm id="{5A6CDBD1-5AA2-4247-9B55-3ACE9D711612}"/>
                                            </p:graphic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5">
                                            <p:graphicEl>
                                              <a:dgm id="{4DE7550F-CBF7-4822-B660-D0EE84352006}"/>
                                            </p:graphicEl>
                                          </p:spTgt>
                                        </p:tgtEl>
                                        <p:attrNameLst>
                                          <p:attrName>style.visibility</p:attrName>
                                        </p:attrNameLst>
                                      </p:cBhvr>
                                      <p:to>
                                        <p:strVal val="visible"/>
                                      </p:to>
                                    </p:set>
                                    <p:animEffect transition="in" filter="fade">
                                      <p:cBhvr>
                                        <p:cTn id="32" dur="500"/>
                                        <p:tgtEl>
                                          <p:spTgt spid="5">
                                            <p:graphicEl>
                                              <a:dgm id="{4DE7550F-CBF7-4822-B660-D0EE84352006}"/>
                                            </p:graphic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5">
                                            <p:graphicEl>
                                              <a:dgm id="{37E1C419-3700-459D-8897-C944846510E8}"/>
                                            </p:graphicEl>
                                          </p:spTgt>
                                        </p:tgtEl>
                                        <p:attrNameLst>
                                          <p:attrName>style.visibility</p:attrName>
                                        </p:attrNameLst>
                                      </p:cBhvr>
                                      <p:to>
                                        <p:strVal val="visible"/>
                                      </p:to>
                                    </p:set>
                                    <p:animEffect transition="in" filter="fade">
                                      <p:cBhvr>
                                        <p:cTn id="35" dur="500"/>
                                        <p:tgtEl>
                                          <p:spTgt spid="5">
                                            <p:graphicEl>
                                              <a:dgm id="{37E1C419-3700-459D-8897-C944846510E8}"/>
                                            </p:graphic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5">
                                            <p:graphicEl>
                                              <a:dgm id="{4155F27C-8BAE-4950-A75C-0BDF5448B961}"/>
                                            </p:graphicEl>
                                          </p:spTgt>
                                        </p:tgtEl>
                                        <p:attrNameLst>
                                          <p:attrName>style.visibility</p:attrName>
                                        </p:attrNameLst>
                                      </p:cBhvr>
                                      <p:to>
                                        <p:strVal val="visible"/>
                                      </p:to>
                                    </p:set>
                                    <p:animEffect transition="in" filter="fade">
                                      <p:cBhvr>
                                        <p:cTn id="40" dur="500"/>
                                        <p:tgtEl>
                                          <p:spTgt spid="5">
                                            <p:graphicEl>
                                              <a:dgm id="{4155F27C-8BAE-4950-A75C-0BDF5448B961}"/>
                                            </p:graphic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5">
                                            <p:graphicEl>
                                              <a:dgm id="{73968F5A-6BE3-4D78-BD23-38EDE2B9B1AC}"/>
                                            </p:graphicEl>
                                          </p:spTgt>
                                        </p:tgtEl>
                                        <p:attrNameLst>
                                          <p:attrName>style.visibility</p:attrName>
                                        </p:attrNameLst>
                                      </p:cBhvr>
                                      <p:to>
                                        <p:strVal val="visible"/>
                                      </p:to>
                                    </p:set>
                                    <p:animEffect transition="in" filter="fade">
                                      <p:cBhvr>
                                        <p:cTn id="43" dur="500"/>
                                        <p:tgtEl>
                                          <p:spTgt spid="5">
                                            <p:graphicEl>
                                              <a:dgm id="{73968F5A-6BE3-4D78-BD23-38EDE2B9B1AC}"/>
                                            </p:graphic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5">
                                            <p:graphicEl>
                                              <a:dgm id="{CB82A89F-2DD8-46C7-8844-BBB00AF3D06B}"/>
                                            </p:graphicEl>
                                          </p:spTgt>
                                        </p:tgtEl>
                                        <p:attrNameLst>
                                          <p:attrName>style.visibility</p:attrName>
                                        </p:attrNameLst>
                                      </p:cBhvr>
                                      <p:to>
                                        <p:strVal val="visible"/>
                                      </p:to>
                                    </p:set>
                                    <p:animEffect transition="in" filter="fade">
                                      <p:cBhvr>
                                        <p:cTn id="46" dur="500"/>
                                        <p:tgtEl>
                                          <p:spTgt spid="5">
                                            <p:graphicEl>
                                              <a:dgm id="{CB82A89F-2DD8-46C7-8844-BBB00AF3D06B}"/>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Sub>
          <a:bldDgm bld="one"/>
        </p:bldSub>
      </p:bldGraphic>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Rectangle 18">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D630641-8FC8-63C3-D9FE-8A74670BCC1F}"/>
              </a:ext>
            </a:extLst>
          </p:cNvPr>
          <p:cNvSpPr>
            <a:spLocks noGrp="1"/>
          </p:cNvSpPr>
          <p:nvPr>
            <p:ph type="title"/>
          </p:nvPr>
        </p:nvSpPr>
        <p:spPr>
          <a:xfrm>
            <a:off x="586478" y="1683756"/>
            <a:ext cx="3115265" cy="2396359"/>
          </a:xfrm>
        </p:spPr>
        <p:txBody>
          <a:bodyPr anchor="b">
            <a:normAutofit/>
          </a:bodyPr>
          <a:lstStyle/>
          <a:p>
            <a:pPr algn="r"/>
            <a:r>
              <a:rPr lang="en-GB" sz="4000" dirty="0">
                <a:solidFill>
                  <a:srgbClr val="FFFFFF"/>
                </a:solidFill>
              </a:rPr>
              <a:t>Constraints</a:t>
            </a:r>
          </a:p>
        </p:txBody>
      </p:sp>
      <p:graphicFrame>
        <p:nvGraphicFramePr>
          <p:cNvPr id="23" name="Content Placeholder 2">
            <a:extLst>
              <a:ext uri="{FF2B5EF4-FFF2-40B4-BE49-F238E27FC236}">
                <a16:creationId xmlns:a16="http://schemas.microsoft.com/office/drawing/2014/main" id="{E9A30BCD-73E8-95FF-42DE-B169A14EFA4F}"/>
              </a:ext>
            </a:extLst>
          </p:cNvPr>
          <p:cNvGraphicFramePr>
            <a:graphicFrameLocks noGrp="1"/>
          </p:cNvGraphicFramePr>
          <p:nvPr>
            <p:ph idx="1"/>
            <p:extLst>
              <p:ext uri="{D42A27DB-BD31-4B8C-83A1-F6EECF244321}">
                <p14:modId xmlns:p14="http://schemas.microsoft.com/office/powerpoint/2010/main" val="2395621522"/>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393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graphicEl>
                                              <a:dgm id="{2ACC55D0-45F4-4074-BD7A-9FF4592F9B98}"/>
                                            </p:graphicEl>
                                          </p:spTgt>
                                        </p:tgtEl>
                                        <p:attrNameLst>
                                          <p:attrName>style.visibility</p:attrName>
                                        </p:attrNameLst>
                                      </p:cBhvr>
                                      <p:to>
                                        <p:strVal val="visible"/>
                                      </p:to>
                                    </p:set>
                                    <p:animEffect transition="in" filter="fade">
                                      <p:cBhvr>
                                        <p:cTn id="7" dur="500"/>
                                        <p:tgtEl>
                                          <p:spTgt spid="23">
                                            <p:graphicEl>
                                              <a:dgm id="{2ACC55D0-45F4-4074-BD7A-9FF4592F9B98}"/>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3">
                                            <p:graphicEl>
                                              <a:dgm id="{5CB5DAB0-A49F-456E-B8BC-E6669CC87039}"/>
                                            </p:graphicEl>
                                          </p:spTgt>
                                        </p:tgtEl>
                                        <p:attrNameLst>
                                          <p:attrName>style.visibility</p:attrName>
                                        </p:attrNameLst>
                                      </p:cBhvr>
                                      <p:to>
                                        <p:strVal val="visible"/>
                                      </p:to>
                                    </p:set>
                                    <p:animEffect transition="in" filter="fade">
                                      <p:cBhvr>
                                        <p:cTn id="12" dur="500"/>
                                        <p:tgtEl>
                                          <p:spTgt spid="23">
                                            <p:graphicEl>
                                              <a:dgm id="{5CB5DAB0-A49F-456E-B8BC-E6669CC87039}"/>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graphicEl>
                                              <a:dgm id="{E5529F31-055B-4F66-88A7-4D98815E5992}"/>
                                            </p:graphicEl>
                                          </p:spTgt>
                                        </p:tgtEl>
                                        <p:attrNameLst>
                                          <p:attrName>style.visibility</p:attrName>
                                        </p:attrNameLst>
                                      </p:cBhvr>
                                      <p:to>
                                        <p:strVal val="visible"/>
                                      </p:to>
                                    </p:set>
                                    <p:animEffect transition="in" filter="fade">
                                      <p:cBhvr>
                                        <p:cTn id="17" dur="500"/>
                                        <p:tgtEl>
                                          <p:spTgt spid="23">
                                            <p:graphicEl>
                                              <a:dgm id="{E5529F31-055B-4F66-88A7-4D98815E5992}"/>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3">
                                            <p:graphicEl>
                                              <a:dgm id="{8C68D97F-7CA0-438A-9536-E465CEB64AE7}"/>
                                            </p:graphicEl>
                                          </p:spTgt>
                                        </p:tgtEl>
                                        <p:attrNameLst>
                                          <p:attrName>style.visibility</p:attrName>
                                        </p:attrNameLst>
                                      </p:cBhvr>
                                      <p:to>
                                        <p:strVal val="visible"/>
                                      </p:to>
                                    </p:set>
                                    <p:animEffect transition="in" filter="fade">
                                      <p:cBhvr>
                                        <p:cTn id="22" dur="500"/>
                                        <p:tgtEl>
                                          <p:spTgt spid="23">
                                            <p:graphicEl>
                                              <a:dgm id="{8C68D97F-7CA0-438A-9536-E465CEB64AE7}"/>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graphicEl>
                                              <a:dgm id="{3C6032AF-06AE-43F3-A6A2-A3EB89AB60B9}"/>
                                            </p:graphicEl>
                                          </p:spTgt>
                                        </p:tgtEl>
                                        <p:attrNameLst>
                                          <p:attrName>style.visibility</p:attrName>
                                        </p:attrNameLst>
                                      </p:cBhvr>
                                      <p:to>
                                        <p:strVal val="visible"/>
                                      </p:to>
                                    </p:set>
                                    <p:animEffect transition="in" filter="fade">
                                      <p:cBhvr>
                                        <p:cTn id="27" dur="500"/>
                                        <p:tgtEl>
                                          <p:spTgt spid="23">
                                            <p:graphicEl>
                                              <a:dgm id="{3C6032AF-06AE-43F3-A6A2-A3EB89AB60B9}"/>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3">
                                            <p:graphicEl>
                                              <a:dgm id="{1E970960-CC30-40DC-89D4-E6F5225696C7}"/>
                                            </p:graphicEl>
                                          </p:spTgt>
                                        </p:tgtEl>
                                        <p:attrNameLst>
                                          <p:attrName>style.visibility</p:attrName>
                                        </p:attrNameLst>
                                      </p:cBhvr>
                                      <p:to>
                                        <p:strVal val="visible"/>
                                      </p:to>
                                    </p:set>
                                    <p:animEffect transition="in" filter="fade">
                                      <p:cBhvr>
                                        <p:cTn id="32" dur="500"/>
                                        <p:tgtEl>
                                          <p:spTgt spid="23">
                                            <p:graphicEl>
                                              <a:dgm id="{1E970960-CC30-40DC-89D4-E6F5225696C7}"/>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3">
                                            <p:graphicEl>
                                              <a:dgm id="{0E633187-DE98-4DF9-85F4-112CC3247D7C}"/>
                                            </p:graphicEl>
                                          </p:spTgt>
                                        </p:tgtEl>
                                        <p:attrNameLst>
                                          <p:attrName>style.visibility</p:attrName>
                                        </p:attrNameLst>
                                      </p:cBhvr>
                                      <p:to>
                                        <p:strVal val="visible"/>
                                      </p:to>
                                    </p:set>
                                    <p:animEffect transition="in" filter="fade">
                                      <p:cBhvr>
                                        <p:cTn id="37" dur="500"/>
                                        <p:tgtEl>
                                          <p:spTgt spid="23">
                                            <p:graphicEl>
                                              <a:dgm id="{0E633187-DE98-4DF9-85F4-112CC3247D7C}"/>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23">
                                            <p:graphicEl>
                                              <a:dgm id="{742F3694-DD20-4567-A865-020F10AC8BF5}"/>
                                            </p:graphicEl>
                                          </p:spTgt>
                                        </p:tgtEl>
                                        <p:attrNameLst>
                                          <p:attrName>style.visibility</p:attrName>
                                        </p:attrNameLst>
                                      </p:cBhvr>
                                      <p:to>
                                        <p:strVal val="visible"/>
                                      </p:to>
                                    </p:set>
                                    <p:animEffect transition="in" filter="fade">
                                      <p:cBhvr>
                                        <p:cTn id="42" dur="500"/>
                                        <p:tgtEl>
                                          <p:spTgt spid="23">
                                            <p:graphicEl>
                                              <a:dgm id="{742F3694-DD20-4567-A865-020F10AC8BF5}"/>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3" grpId="0">
        <p:bldSub>
          <a:bldDgm bld="one"/>
        </p:bldSub>
      </p:bldGraphic>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1B4169F-44D0-0746-7E82-115980FD85B6}"/>
              </a:ext>
            </a:extLst>
          </p:cNvPr>
          <p:cNvSpPr>
            <a:spLocks noGrp="1"/>
          </p:cNvSpPr>
          <p:nvPr>
            <p:ph type="title"/>
          </p:nvPr>
        </p:nvSpPr>
        <p:spPr>
          <a:xfrm>
            <a:off x="1371597" y="348865"/>
            <a:ext cx="10044023" cy="877729"/>
          </a:xfrm>
        </p:spPr>
        <p:txBody>
          <a:bodyPr anchor="ctr">
            <a:normAutofit/>
          </a:bodyPr>
          <a:lstStyle/>
          <a:p>
            <a:r>
              <a:rPr lang="en-GB" sz="4000">
                <a:solidFill>
                  <a:srgbClr val="FFFFFF"/>
                </a:solidFill>
              </a:rPr>
              <a:t>Human Constraints</a:t>
            </a:r>
          </a:p>
        </p:txBody>
      </p:sp>
      <p:graphicFrame>
        <p:nvGraphicFramePr>
          <p:cNvPr id="18" name="Content Placeholder 2">
            <a:extLst>
              <a:ext uri="{FF2B5EF4-FFF2-40B4-BE49-F238E27FC236}">
                <a16:creationId xmlns:a16="http://schemas.microsoft.com/office/drawing/2014/main" id="{34DB73F8-526B-C570-CF3B-D845033FAD8B}"/>
              </a:ext>
            </a:extLst>
          </p:cNvPr>
          <p:cNvGraphicFramePr>
            <a:graphicFrameLocks noGrp="1"/>
          </p:cNvGraphicFramePr>
          <p:nvPr>
            <p:ph idx="1"/>
            <p:extLst>
              <p:ext uri="{D42A27DB-BD31-4B8C-83A1-F6EECF244321}">
                <p14:modId xmlns:p14="http://schemas.microsoft.com/office/powerpoint/2010/main" val="3182415275"/>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50687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graphicEl>
                                              <a:dgm id="{DA7CF62C-EF58-46A9-9347-117BAF01889A}"/>
                                            </p:graphicEl>
                                          </p:spTgt>
                                        </p:tgtEl>
                                        <p:attrNameLst>
                                          <p:attrName>style.visibility</p:attrName>
                                        </p:attrNameLst>
                                      </p:cBhvr>
                                      <p:to>
                                        <p:strVal val="visible"/>
                                      </p:to>
                                    </p:set>
                                    <p:animEffect transition="in" filter="fade">
                                      <p:cBhvr>
                                        <p:cTn id="7" dur="500"/>
                                        <p:tgtEl>
                                          <p:spTgt spid="18">
                                            <p:graphicEl>
                                              <a:dgm id="{DA7CF62C-EF58-46A9-9347-117BAF01889A}"/>
                                            </p:graphic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graphicEl>
                                              <a:dgm id="{5CD8DEDA-46C9-48E5-AFE3-178CB36F6CE3}"/>
                                            </p:graphicEl>
                                          </p:spTgt>
                                        </p:tgtEl>
                                        <p:attrNameLst>
                                          <p:attrName>style.visibility</p:attrName>
                                        </p:attrNameLst>
                                      </p:cBhvr>
                                      <p:to>
                                        <p:strVal val="visible"/>
                                      </p:to>
                                    </p:set>
                                    <p:animEffect transition="in" filter="fade">
                                      <p:cBhvr>
                                        <p:cTn id="10" dur="500"/>
                                        <p:tgtEl>
                                          <p:spTgt spid="18">
                                            <p:graphicEl>
                                              <a:dgm id="{5CD8DEDA-46C9-48E5-AFE3-178CB36F6CE3}"/>
                                            </p:graphic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
                                            <p:graphicEl>
                                              <a:dgm id="{CDE8B3BF-AC5A-47C5-B797-07702D692510}"/>
                                            </p:graphicEl>
                                          </p:spTgt>
                                        </p:tgtEl>
                                        <p:attrNameLst>
                                          <p:attrName>style.visibility</p:attrName>
                                        </p:attrNameLst>
                                      </p:cBhvr>
                                      <p:to>
                                        <p:strVal val="visible"/>
                                      </p:to>
                                    </p:set>
                                    <p:animEffect transition="in" filter="fade">
                                      <p:cBhvr>
                                        <p:cTn id="13" dur="500"/>
                                        <p:tgtEl>
                                          <p:spTgt spid="18">
                                            <p:graphicEl>
                                              <a:dgm id="{CDE8B3BF-AC5A-47C5-B797-07702D692510}"/>
                                            </p:graphic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8">
                                            <p:graphicEl>
                                              <a:dgm id="{6AE45389-91A4-49C8-8D27-ED9FBBF0061D}"/>
                                            </p:graphicEl>
                                          </p:spTgt>
                                        </p:tgtEl>
                                        <p:attrNameLst>
                                          <p:attrName>style.visibility</p:attrName>
                                        </p:attrNameLst>
                                      </p:cBhvr>
                                      <p:to>
                                        <p:strVal val="visible"/>
                                      </p:to>
                                    </p:set>
                                    <p:animEffect transition="in" filter="fade">
                                      <p:cBhvr>
                                        <p:cTn id="18" dur="500"/>
                                        <p:tgtEl>
                                          <p:spTgt spid="18">
                                            <p:graphicEl>
                                              <a:dgm id="{6AE45389-91A4-49C8-8D27-ED9FBBF0061D}"/>
                                            </p:graphic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graphicEl>
                                              <a:dgm id="{1F17EE6B-12B9-4DA5-AB25-9D95C51B510D}"/>
                                            </p:graphicEl>
                                          </p:spTgt>
                                        </p:tgtEl>
                                        <p:attrNameLst>
                                          <p:attrName>style.visibility</p:attrName>
                                        </p:attrNameLst>
                                      </p:cBhvr>
                                      <p:to>
                                        <p:strVal val="visible"/>
                                      </p:to>
                                    </p:set>
                                    <p:animEffect transition="in" filter="fade">
                                      <p:cBhvr>
                                        <p:cTn id="21" dur="500"/>
                                        <p:tgtEl>
                                          <p:spTgt spid="18">
                                            <p:graphicEl>
                                              <a:dgm id="{1F17EE6B-12B9-4DA5-AB25-9D95C51B510D}"/>
                                            </p:graphic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8">
                                            <p:graphicEl>
                                              <a:dgm id="{31D8AECF-E52B-40FD-B379-0F13985C573F}"/>
                                            </p:graphicEl>
                                          </p:spTgt>
                                        </p:tgtEl>
                                        <p:attrNameLst>
                                          <p:attrName>style.visibility</p:attrName>
                                        </p:attrNameLst>
                                      </p:cBhvr>
                                      <p:to>
                                        <p:strVal val="visible"/>
                                      </p:to>
                                    </p:set>
                                    <p:animEffect transition="in" filter="fade">
                                      <p:cBhvr>
                                        <p:cTn id="24" dur="500"/>
                                        <p:tgtEl>
                                          <p:spTgt spid="18">
                                            <p:graphicEl>
                                              <a:dgm id="{31D8AECF-E52B-40FD-B379-0F13985C573F}"/>
                                            </p:graphic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8">
                                            <p:graphicEl>
                                              <a:dgm id="{ED63F29B-4C66-4B23-9AFB-4D9A4C5F8DE7}"/>
                                            </p:graphicEl>
                                          </p:spTgt>
                                        </p:tgtEl>
                                        <p:attrNameLst>
                                          <p:attrName>style.visibility</p:attrName>
                                        </p:attrNameLst>
                                      </p:cBhvr>
                                      <p:to>
                                        <p:strVal val="visible"/>
                                      </p:to>
                                    </p:set>
                                    <p:animEffect transition="in" filter="fade">
                                      <p:cBhvr>
                                        <p:cTn id="29" dur="500"/>
                                        <p:tgtEl>
                                          <p:spTgt spid="18">
                                            <p:graphicEl>
                                              <a:dgm id="{ED63F29B-4C66-4B23-9AFB-4D9A4C5F8DE7}"/>
                                            </p:graphic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8">
                                            <p:graphicEl>
                                              <a:dgm id="{D8AD2579-2F39-42BC-9C05-6C88E2003A24}"/>
                                            </p:graphicEl>
                                          </p:spTgt>
                                        </p:tgtEl>
                                        <p:attrNameLst>
                                          <p:attrName>style.visibility</p:attrName>
                                        </p:attrNameLst>
                                      </p:cBhvr>
                                      <p:to>
                                        <p:strVal val="visible"/>
                                      </p:to>
                                    </p:set>
                                    <p:animEffect transition="in" filter="fade">
                                      <p:cBhvr>
                                        <p:cTn id="32" dur="500"/>
                                        <p:tgtEl>
                                          <p:spTgt spid="18">
                                            <p:graphicEl>
                                              <a:dgm id="{D8AD2579-2F39-42BC-9C05-6C88E2003A24}"/>
                                            </p:graphic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8">
                                            <p:graphicEl>
                                              <a:dgm id="{DD51954B-611D-40C4-91F4-6C4831BE05A0}"/>
                                            </p:graphicEl>
                                          </p:spTgt>
                                        </p:tgtEl>
                                        <p:attrNameLst>
                                          <p:attrName>style.visibility</p:attrName>
                                        </p:attrNameLst>
                                      </p:cBhvr>
                                      <p:to>
                                        <p:strVal val="visible"/>
                                      </p:to>
                                    </p:set>
                                    <p:animEffect transition="in" filter="fade">
                                      <p:cBhvr>
                                        <p:cTn id="35" dur="500"/>
                                        <p:tgtEl>
                                          <p:spTgt spid="18">
                                            <p:graphicEl>
                                              <a:dgm id="{DD51954B-611D-40C4-91F4-6C4831BE05A0}"/>
                                            </p:graphic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8">
                                            <p:graphicEl>
                                              <a:dgm id="{3E4A9A7E-E431-4DB0-8262-56274095ACFE}"/>
                                            </p:graphicEl>
                                          </p:spTgt>
                                        </p:tgtEl>
                                        <p:attrNameLst>
                                          <p:attrName>style.visibility</p:attrName>
                                        </p:attrNameLst>
                                      </p:cBhvr>
                                      <p:to>
                                        <p:strVal val="visible"/>
                                      </p:to>
                                    </p:set>
                                    <p:animEffect transition="in" filter="fade">
                                      <p:cBhvr>
                                        <p:cTn id="40" dur="500"/>
                                        <p:tgtEl>
                                          <p:spTgt spid="18">
                                            <p:graphicEl>
                                              <a:dgm id="{3E4A9A7E-E431-4DB0-8262-56274095ACFE}"/>
                                            </p:graphic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8">
                                            <p:graphicEl>
                                              <a:dgm id="{AC9D126F-F40F-4DF6-8A4B-022F8143905B}"/>
                                            </p:graphicEl>
                                          </p:spTgt>
                                        </p:tgtEl>
                                        <p:attrNameLst>
                                          <p:attrName>style.visibility</p:attrName>
                                        </p:attrNameLst>
                                      </p:cBhvr>
                                      <p:to>
                                        <p:strVal val="visible"/>
                                      </p:to>
                                    </p:set>
                                    <p:animEffect transition="in" filter="fade">
                                      <p:cBhvr>
                                        <p:cTn id="43" dur="500"/>
                                        <p:tgtEl>
                                          <p:spTgt spid="18">
                                            <p:graphicEl>
                                              <a:dgm id="{AC9D126F-F40F-4DF6-8A4B-022F8143905B}"/>
                                            </p:graphic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8">
                                            <p:graphicEl>
                                              <a:dgm id="{774B0739-0C8A-436D-90A0-735AB4FAB67C}"/>
                                            </p:graphicEl>
                                          </p:spTgt>
                                        </p:tgtEl>
                                        <p:attrNameLst>
                                          <p:attrName>style.visibility</p:attrName>
                                        </p:attrNameLst>
                                      </p:cBhvr>
                                      <p:to>
                                        <p:strVal val="visible"/>
                                      </p:to>
                                    </p:set>
                                    <p:animEffect transition="in" filter="fade">
                                      <p:cBhvr>
                                        <p:cTn id="46" dur="500"/>
                                        <p:tgtEl>
                                          <p:spTgt spid="18">
                                            <p:graphicEl>
                                              <a:dgm id="{774B0739-0C8A-436D-90A0-735AB4FAB67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8" grpId="0">
        <p:bldSub>
          <a:bldDgm bld="one"/>
        </p:bldSub>
      </p:bldGraphic>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8D439D2-5EA0-389D-96F5-2E3A5B49F6AC}"/>
              </a:ext>
            </a:extLst>
          </p:cNvPr>
          <p:cNvSpPr>
            <a:spLocks noGrp="1"/>
          </p:cNvSpPr>
          <p:nvPr>
            <p:ph type="title"/>
          </p:nvPr>
        </p:nvSpPr>
        <p:spPr>
          <a:xfrm>
            <a:off x="1371597" y="348865"/>
            <a:ext cx="10044023" cy="877729"/>
          </a:xfrm>
        </p:spPr>
        <p:txBody>
          <a:bodyPr anchor="ctr">
            <a:normAutofit/>
          </a:bodyPr>
          <a:lstStyle/>
          <a:p>
            <a:r>
              <a:rPr lang="en-GB" sz="4000" dirty="0">
                <a:solidFill>
                  <a:srgbClr val="FFFFFF"/>
                </a:solidFill>
              </a:rPr>
              <a:t>Technological Constraints</a:t>
            </a:r>
          </a:p>
        </p:txBody>
      </p:sp>
      <p:graphicFrame>
        <p:nvGraphicFramePr>
          <p:cNvPr id="18" name="Content Placeholder 2">
            <a:extLst>
              <a:ext uri="{FF2B5EF4-FFF2-40B4-BE49-F238E27FC236}">
                <a16:creationId xmlns:a16="http://schemas.microsoft.com/office/drawing/2014/main" id="{EAB8CFF3-9F4D-04F0-B341-9C59C29E57E6}"/>
              </a:ext>
            </a:extLst>
          </p:cNvPr>
          <p:cNvGraphicFramePr>
            <a:graphicFrameLocks noGrp="1"/>
          </p:cNvGraphicFramePr>
          <p:nvPr>
            <p:ph idx="1"/>
            <p:extLst>
              <p:ext uri="{D42A27DB-BD31-4B8C-83A1-F6EECF244321}">
                <p14:modId xmlns:p14="http://schemas.microsoft.com/office/powerpoint/2010/main" val="2011240703"/>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03754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graphicEl>
                                              <a:dgm id="{253E76BE-D41E-4875-974E-137B045CBDA1}"/>
                                            </p:graphicEl>
                                          </p:spTgt>
                                        </p:tgtEl>
                                        <p:attrNameLst>
                                          <p:attrName>style.visibility</p:attrName>
                                        </p:attrNameLst>
                                      </p:cBhvr>
                                      <p:to>
                                        <p:strVal val="visible"/>
                                      </p:to>
                                    </p:set>
                                    <p:animEffect transition="in" filter="fade">
                                      <p:cBhvr>
                                        <p:cTn id="7" dur="500"/>
                                        <p:tgtEl>
                                          <p:spTgt spid="18">
                                            <p:graphicEl>
                                              <a:dgm id="{253E76BE-D41E-4875-974E-137B045CBDA1}"/>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8">
                                            <p:graphicEl>
                                              <a:dgm id="{75A7428F-52D5-49C4-B0A1-B51B15233C33}"/>
                                            </p:graphicEl>
                                          </p:spTgt>
                                        </p:tgtEl>
                                        <p:attrNameLst>
                                          <p:attrName>style.visibility</p:attrName>
                                        </p:attrNameLst>
                                      </p:cBhvr>
                                      <p:to>
                                        <p:strVal val="visible"/>
                                      </p:to>
                                    </p:set>
                                    <p:animEffect transition="in" filter="fade">
                                      <p:cBhvr>
                                        <p:cTn id="12" dur="500"/>
                                        <p:tgtEl>
                                          <p:spTgt spid="18">
                                            <p:graphicEl>
                                              <a:dgm id="{75A7428F-52D5-49C4-B0A1-B51B15233C33}"/>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8">
                                            <p:graphicEl>
                                              <a:dgm id="{8609CB0A-9184-4EC5-A375-6E5D557EE318}"/>
                                            </p:graphicEl>
                                          </p:spTgt>
                                        </p:tgtEl>
                                        <p:attrNameLst>
                                          <p:attrName>style.visibility</p:attrName>
                                        </p:attrNameLst>
                                      </p:cBhvr>
                                      <p:to>
                                        <p:strVal val="visible"/>
                                      </p:to>
                                    </p:set>
                                    <p:animEffect transition="in" filter="fade">
                                      <p:cBhvr>
                                        <p:cTn id="17" dur="500"/>
                                        <p:tgtEl>
                                          <p:spTgt spid="18">
                                            <p:graphicEl>
                                              <a:dgm id="{8609CB0A-9184-4EC5-A375-6E5D557EE318}"/>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8">
                                            <p:graphicEl>
                                              <a:dgm id="{1878E950-C539-4117-BD07-D66073FDE86F}"/>
                                            </p:graphicEl>
                                          </p:spTgt>
                                        </p:tgtEl>
                                        <p:attrNameLst>
                                          <p:attrName>style.visibility</p:attrName>
                                        </p:attrNameLst>
                                      </p:cBhvr>
                                      <p:to>
                                        <p:strVal val="visible"/>
                                      </p:to>
                                    </p:set>
                                    <p:animEffect transition="in" filter="fade">
                                      <p:cBhvr>
                                        <p:cTn id="22" dur="500"/>
                                        <p:tgtEl>
                                          <p:spTgt spid="18">
                                            <p:graphicEl>
                                              <a:dgm id="{1878E950-C539-4117-BD07-D66073FDE86F}"/>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8">
                                            <p:graphicEl>
                                              <a:dgm id="{2F08D47B-8E8D-4066-AB8F-1D2CCB8398E1}"/>
                                            </p:graphicEl>
                                          </p:spTgt>
                                        </p:tgtEl>
                                        <p:attrNameLst>
                                          <p:attrName>style.visibility</p:attrName>
                                        </p:attrNameLst>
                                      </p:cBhvr>
                                      <p:to>
                                        <p:strVal val="visible"/>
                                      </p:to>
                                    </p:set>
                                    <p:animEffect transition="in" filter="fade">
                                      <p:cBhvr>
                                        <p:cTn id="27" dur="500"/>
                                        <p:tgtEl>
                                          <p:spTgt spid="18">
                                            <p:graphicEl>
                                              <a:dgm id="{2F08D47B-8E8D-4066-AB8F-1D2CCB8398E1}"/>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8">
                                            <p:graphicEl>
                                              <a:dgm id="{C8E0BC41-434A-4B24-B952-A08F46D87DA6}"/>
                                            </p:graphicEl>
                                          </p:spTgt>
                                        </p:tgtEl>
                                        <p:attrNameLst>
                                          <p:attrName>style.visibility</p:attrName>
                                        </p:attrNameLst>
                                      </p:cBhvr>
                                      <p:to>
                                        <p:strVal val="visible"/>
                                      </p:to>
                                    </p:set>
                                    <p:animEffect transition="in" filter="fade">
                                      <p:cBhvr>
                                        <p:cTn id="32" dur="500"/>
                                        <p:tgtEl>
                                          <p:spTgt spid="18">
                                            <p:graphicEl>
                                              <a:dgm id="{C8E0BC41-434A-4B24-B952-A08F46D87DA6}"/>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8">
                                            <p:graphicEl>
                                              <a:dgm id="{8FD611DB-1426-4734-A5FA-338F9206F458}"/>
                                            </p:graphicEl>
                                          </p:spTgt>
                                        </p:tgtEl>
                                        <p:attrNameLst>
                                          <p:attrName>style.visibility</p:attrName>
                                        </p:attrNameLst>
                                      </p:cBhvr>
                                      <p:to>
                                        <p:strVal val="visible"/>
                                      </p:to>
                                    </p:set>
                                    <p:animEffect transition="in" filter="fade">
                                      <p:cBhvr>
                                        <p:cTn id="37" dur="500"/>
                                        <p:tgtEl>
                                          <p:spTgt spid="18">
                                            <p:graphicEl>
                                              <a:dgm id="{8FD611DB-1426-4734-A5FA-338F9206F458}"/>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8" grpId="0">
        <p:bldSub>
          <a:bldDgm bld="one"/>
        </p:bldSub>
      </p:bldGraphic>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170DD4-80BC-4A99-363F-3B5141FF794A}"/>
              </a:ext>
            </a:extLst>
          </p:cNvPr>
          <p:cNvSpPr>
            <a:spLocks noGrp="1"/>
          </p:cNvSpPr>
          <p:nvPr>
            <p:ph type="title"/>
          </p:nvPr>
        </p:nvSpPr>
        <p:spPr>
          <a:xfrm>
            <a:off x="1371599" y="294538"/>
            <a:ext cx="9895951" cy="1033669"/>
          </a:xfrm>
        </p:spPr>
        <p:txBody>
          <a:bodyPr vert="horz" lIns="91440" tIns="45720" rIns="91440" bIns="45720" rtlCol="0">
            <a:normAutofit/>
          </a:bodyPr>
          <a:lstStyle/>
          <a:p>
            <a:r>
              <a:rPr lang="en-US" sz="4000" dirty="0">
                <a:solidFill>
                  <a:srgbClr val="FFFFFF"/>
                </a:solidFill>
                <a:cs typeface="+mj-cs"/>
              </a:rPr>
              <a:t>Financial Constraints – Part 1</a:t>
            </a:r>
            <a:endParaRPr lang="en-US" sz="4000" kern="1200" dirty="0">
              <a:solidFill>
                <a:srgbClr val="FFFFFF"/>
              </a:solidFill>
              <a:latin typeface="+mj-lt"/>
              <a:ea typeface="+mj-ea"/>
              <a:cs typeface="+mj-cs"/>
            </a:endParaRPr>
          </a:p>
        </p:txBody>
      </p:sp>
      <p:pic>
        <p:nvPicPr>
          <p:cNvPr id="7" name="Content Placeholder 3">
            <a:extLst>
              <a:ext uri="{FF2B5EF4-FFF2-40B4-BE49-F238E27FC236}">
                <a16:creationId xmlns:a16="http://schemas.microsoft.com/office/drawing/2014/main" id="{267970E5-FD08-1BFA-34EC-6C9872F3429A}"/>
              </a:ext>
            </a:extLst>
          </p:cNvPr>
          <p:cNvPicPr>
            <a:picLocks noGrp="1" noChangeAspect="1"/>
          </p:cNvPicPr>
          <p:nvPr>
            <p:ph idx="1"/>
          </p:nvPr>
        </p:nvPicPr>
        <p:blipFill>
          <a:blip r:embed="rId3"/>
          <a:stretch>
            <a:fillRect/>
          </a:stretch>
        </p:blipFill>
        <p:spPr>
          <a:xfrm>
            <a:off x="1880027" y="2317750"/>
            <a:ext cx="8706584" cy="3684588"/>
          </a:xfrm>
          <a:prstGeom prst="rect">
            <a:avLst/>
          </a:prstGeom>
        </p:spPr>
      </p:pic>
    </p:spTree>
    <p:extLst>
      <p:ext uri="{BB962C8B-B14F-4D97-AF65-F5344CB8AC3E}">
        <p14:creationId xmlns:p14="http://schemas.microsoft.com/office/powerpoint/2010/main" val="2042972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EF29FF-E963-07D3-15A1-E0548086E22C}"/>
              </a:ext>
            </a:extLst>
          </p:cNvPr>
          <p:cNvSpPr>
            <a:spLocks noGrp="1"/>
          </p:cNvSpPr>
          <p:nvPr>
            <p:ph type="title"/>
          </p:nvPr>
        </p:nvSpPr>
        <p:spPr>
          <a:xfrm>
            <a:off x="1371599" y="294538"/>
            <a:ext cx="9895951" cy="1033669"/>
          </a:xfrm>
        </p:spPr>
        <p:txBody>
          <a:bodyPr>
            <a:normAutofit/>
          </a:bodyPr>
          <a:lstStyle/>
          <a:p>
            <a:r>
              <a:rPr lang="en-GB" sz="4000" dirty="0">
                <a:solidFill>
                  <a:srgbClr val="FFFFFF"/>
                </a:solidFill>
              </a:rPr>
              <a:t>Financial Constraints – Part 2</a:t>
            </a:r>
          </a:p>
        </p:txBody>
      </p:sp>
      <p:pic>
        <p:nvPicPr>
          <p:cNvPr id="7" name="Content Placeholder 3">
            <a:extLst>
              <a:ext uri="{FF2B5EF4-FFF2-40B4-BE49-F238E27FC236}">
                <a16:creationId xmlns:a16="http://schemas.microsoft.com/office/drawing/2014/main" id="{4ED70A53-B294-854D-AE42-B23C60E8BD92}"/>
              </a:ext>
            </a:extLst>
          </p:cNvPr>
          <p:cNvPicPr>
            <a:picLocks noGrp="1" noChangeAspect="1"/>
          </p:cNvPicPr>
          <p:nvPr>
            <p:ph idx="1"/>
          </p:nvPr>
        </p:nvPicPr>
        <p:blipFill>
          <a:blip r:embed="rId3"/>
          <a:stretch>
            <a:fillRect/>
          </a:stretch>
        </p:blipFill>
        <p:spPr>
          <a:xfrm>
            <a:off x="1234279" y="2641527"/>
            <a:ext cx="9723438" cy="572967"/>
          </a:xfrm>
          <a:prstGeom prst="rect">
            <a:avLst/>
          </a:prstGeom>
        </p:spPr>
      </p:pic>
      <p:pic>
        <p:nvPicPr>
          <p:cNvPr id="18" name="Picture 17">
            <a:extLst>
              <a:ext uri="{FF2B5EF4-FFF2-40B4-BE49-F238E27FC236}">
                <a16:creationId xmlns:a16="http://schemas.microsoft.com/office/drawing/2014/main" id="{26073609-AA5F-CB69-0AB4-1EA994F9B859}"/>
              </a:ext>
            </a:extLst>
          </p:cNvPr>
          <p:cNvPicPr>
            <a:picLocks noChangeAspect="1"/>
          </p:cNvPicPr>
          <p:nvPr/>
        </p:nvPicPr>
        <p:blipFill>
          <a:blip r:embed="rId4"/>
          <a:stretch>
            <a:fillRect/>
          </a:stretch>
        </p:blipFill>
        <p:spPr>
          <a:xfrm>
            <a:off x="1601805" y="4061220"/>
            <a:ext cx="9231013" cy="838317"/>
          </a:xfrm>
          <a:prstGeom prst="rect">
            <a:avLst/>
          </a:prstGeom>
        </p:spPr>
      </p:pic>
    </p:spTree>
    <p:extLst>
      <p:ext uri="{BB962C8B-B14F-4D97-AF65-F5344CB8AC3E}">
        <p14:creationId xmlns:p14="http://schemas.microsoft.com/office/powerpoint/2010/main" val="2347861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50A7279-3CA0-A249-91C3-620BA529D427}"/>
              </a:ext>
            </a:extLst>
          </p:cNvPr>
          <p:cNvSpPr>
            <a:spLocks noGrp="1"/>
          </p:cNvSpPr>
          <p:nvPr>
            <p:ph type="title"/>
          </p:nvPr>
        </p:nvSpPr>
        <p:spPr>
          <a:xfrm>
            <a:off x="1371597" y="348865"/>
            <a:ext cx="10044023" cy="877729"/>
          </a:xfrm>
        </p:spPr>
        <p:txBody>
          <a:bodyPr anchor="ctr">
            <a:normAutofit/>
          </a:bodyPr>
          <a:lstStyle/>
          <a:p>
            <a:r>
              <a:rPr lang="en-GB" sz="4000" dirty="0">
                <a:solidFill>
                  <a:srgbClr val="FFFFFF"/>
                </a:solidFill>
              </a:rPr>
              <a:t>Time and Scope Constraints</a:t>
            </a:r>
          </a:p>
        </p:txBody>
      </p:sp>
      <p:graphicFrame>
        <p:nvGraphicFramePr>
          <p:cNvPr id="18" name="Content Placeholder 2">
            <a:extLst>
              <a:ext uri="{FF2B5EF4-FFF2-40B4-BE49-F238E27FC236}">
                <a16:creationId xmlns:a16="http://schemas.microsoft.com/office/drawing/2014/main" id="{17682642-D1CF-2F64-4315-2B4741380CFB}"/>
              </a:ext>
            </a:extLst>
          </p:cNvPr>
          <p:cNvGraphicFramePr>
            <a:graphicFrameLocks noGrp="1"/>
          </p:cNvGraphicFramePr>
          <p:nvPr>
            <p:ph idx="1"/>
            <p:extLst>
              <p:ext uri="{D42A27DB-BD31-4B8C-83A1-F6EECF244321}">
                <p14:modId xmlns:p14="http://schemas.microsoft.com/office/powerpoint/2010/main" val="65457063"/>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66370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graphicEl>
                                              <a:dgm id="{ADFD472B-2599-4568-8C0D-9C2B57C8BD91}"/>
                                            </p:graphicEl>
                                          </p:spTgt>
                                        </p:tgtEl>
                                        <p:attrNameLst>
                                          <p:attrName>style.visibility</p:attrName>
                                        </p:attrNameLst>
                                      </p:cBhvr>
                                      <p:to>
                                        <p:strVal val="visible"/>
                                      </p:to>
                                    </p:set>
                                    <p:animEffect transition="in" filter="fade">
                                      <p:cBhvr>
                                        <p:cTn id="7" dur="500"/>
                                        <p:tgtEl>
                                          <p:spTgt spid="18">
                                            <p:graphicEl>
                                              <a:dgm id="{ADFD472B-2599-4568-8C0D-9C2B57C8BD91}"/>
                                            </p:graphic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graphicEl>
                                              <a:dgm id="{9DF1291C-ECEA-46DF-A04C-B44A2042F1FD}"/>
                                            </p:graphicEl>
                                          </p:spTgt>
                                        </p:tgtEl>
                                        <p:attrNameLst>
                                          <p:attrName>style.visibility</p:attrName>
                                        </p:attrNameLst>
                                      </p:cBhvr>
                                      <p:to>
                                        <p:strVal val="visible"/>
                                      </p:to>
                                    </p:set>
                                    <p:animEffect transition="in" filter="fade">
                                      <p:cBhvr>
                                        <p:cTn id="10" dur="500"/>
                                        <p:tgtEl>
                                          <p:spTgt spid="18">
                                            <p:graphicEl>
                                              <a:dgm id="{9DF1291C-ECEA-46DF-A04C-B44A2042F1FD}"/>
                                            </p:graphic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
                                            <p:graphicEl>
                                              <a:dgm id="{F09DFA4E-6C84-46CA-8A9A-A768458A5840}"/>
                                            </p:graphicEl>
                                          </p:spTgt>
                                        </p:tgtEl>
                                        <p:attrNameLst>
                                          <p:attrName>style.visibility</p:attrName>
                                        </p:attrNameLst>
                                      </p:cBhvr>
                                      <p:to>
                                        <p:strVal val="visible"/>
                                      </p:to>
                                    </p:set>
                                    <p:animEffect transition="in" filter="fade">
                                      <p:cBhvr>
                                        <p:cTn id="13" dur="500"/>
                                        <p:tgtEl>
                                          <p:spTgt spid="18">
                                            <p:graphicEl>
                                              <a:dgm id="{F09DFA4E-6C84-46CA-8A9A-A768458A5840}"/>
                                            </p:graphic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8">
                                            <p:graphicEl>
                                              <a:dgm id="{A11E23C1-0618-4D1B-A70C-B346DCE19E63}"/>
                                            </p:graphicEl>
                                          </p:spTgt>
                                        </p:tgtEl>
                                        <p:attrNameLst>
                                          <p:attrName>style.visibility</p:attrName>
                                        </p:attrNameLst>
                                      </p:cBhvr>
                                      <p:to>
                                        <p:strVal val="visible"/>
                                      </p:to>
                                    </p:set>
                                    <p:animEffect transition="in" filter="fade">
                                      <p:cBhvr>
                                        <p:cTn id="18" dur="500"/>
                                        <p:tgtEl>
                                          <p:spTgt spid="18">
                                            <p:graphicEl>
                                              <a:dgm id="{A11E23C1-0618-4D1B-A70C-B346DCE19E63}"/>
                                            </p:graphic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graphicEl>
                                              <a:dgm id="{CA1CE755-BB82-48FA-B203-FB4ED6977920}"/>
                                            </p:graphicEl>
                                          </p:spTgt>
                                        </p:tgtEl>
                                        <p:attrNameLst>
                                          <p:attrName>style.visibility</p:attrName>
                                        </p:attrNameLst>
                                      </p:cBhvr>
                                      <p:to>
                                        <p:strVal val="visible"/>
                                      </p:to>
                                    </p:set>
                                    <p:animEffect transition="in" filter="fade">
                                      <p:cBhvr>
                                        <p:cTn id="21" dur="500"/>
                                        <p:tgtEl>
                                          <p:spTgt spid="18">
                                            <p:graphicEl>
                                              <a:dgm id="{CA1CE755-BB82-48FA-B203-FB4ED6977920}"/>
                                            </p:graphic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8">
                                            <p:graphicEl>
                                              <a:dgm id="{346E0C65-E472-40A3-BC42-84B6401C687C}"/>
                                            </p:graphicEl>
                                          </p:spTgt>
                                        </p:tgtEl>
                                        <p:attrNameLst>
                                          <p:attrName>style.visibility</p:attrName>
                                        </p:attrNameLst>
                                      </p:cBhvr>
                                      <p:to>
                                        <p:strVal val="visible"/>
                                      </p:to>
                                    </p:set>
                                    <p:animEffect transition="in" filter="fade">
                                      <p:cBhvr>
                                        <p:cTn id="24" dur="500"/>
                                        <p:tgtEl>
                                          <p:spTgt spid="18">
                                            <p:graphicEl>
                                              <a:dgm id="{346E0C65-E472-40A3-BC42-84B6401C687C}"/>
                                            </p:graphic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8">
                                            <p:graphicEl>
                                              <a:dgm id="{89B58DC6-41C1-4DF0-923F-82AE59F48E45}"/>
                                            </p:graphicEl>
                                          </p:spTgt>
                                        </p:tgtEl>
                                        <p:attrNameLst>
                                          <p:attrName>style.visibility</p:attrName>
                                        </p:attrNameLst>
                                      </p:cBhvr>
                                      <p:to>
                                        <p:strVal val="visible"/>
                                      </p:to>
                                    </p:set>
                                    <p:animEffect transition="in" filter="fade">
                                      <p:cBhvr>
                                        <p:cTn id="29" dur="500"/>
                                        <p:tgtEl>
                                          <p:spTgt spid="18">
                                            <p:graphicEl>
                                              <a:dgm id="{89B58DC6-41C1-4DF0-923F-82AE59F48E45}"/>
                                            </p:graphic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8">
                                            <p:graphicEl>
                                              <a:dgm id="{AE8E2CCF-2FB8-4BEA-81F9-D8855A3A0FB8}"/>
                                            </p:graphicEl>
                                          </p:spTgt>
                                        </p:tgtEl>
                                        <p:attrNameLst>
                                          <p:attrName>style.visibility</p:attrName>
                                        </p:attrNameLst>
                                      </p:cBhvr>
                                      <p:to>
                                        <p:strVal val="visible"/>
                                      </p:to>
                                    </p:set>
                                    <p:animEffect transition="in" filter="fade">
                                      <p:cBhvr>
                                        <p:cTn id="32" dur="500"/>
                                        <p:tgtEl>
                                          <p:spTgt spid="18">
                                            <p:graphicEl>
                                              <a:dgm id="{AE8E2CCF-2FB8-4BEA-81F9-D8855A3A0FB8}"/>
                                            </p:graphic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8">
                                            <p:graphicEl>
                                              <a:dgm id="{7FF125D3-9CEF-45C4-9694-9D1108763E8A}"/>
                                            </p:graphicEl>
                                          </p:spTgt>
                                        </p:tgtEl>
                                        <p:attrNameLst>
                                          <p:attrName>style.visibility</p:attrName>
                                        </p:attrNameLst>
                                      </p:cBhvr>
                                      <p:to>
                                        <p:strVal val="visible"/>
                                      </p:to>
                                    </p:set>
                                    <p:animEffect transition="in" filter="fade">
                                      <p:cBhvr>
                                        <p:cTn id="35" dur="500"/>
                                        <p:tgtEl>
                                          <p:spTgt spid="18">
                                            <p:graphicEl>
                                              <a:dgm id="{7FF125D3-9CEF-45C4-9694-9D1108763E8A}"/>
                                            </p:graphic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8">
                                            <p:graphicEl>
                                              <a:dgm id="{2474E107-66B6-4546-9106-34B4C5A51401}"/>
                                            </p:graphicEl>
                                          </p:spTgt>
                                        </p:tgtEl>
                                        <p:attrNameLst>
                                          <p:attrName>style.visibility</p:attrName>
                                        </p:attrNameLst>
                                      </p:cBhvr>
                                      <p:to>
                                        <p:strVal val="visible"/>
                                      </p:to>
                                    </p:set>
                                    <p:animEffect transition="in" filter="fade">
                                      <p:cBhvr>
                                        <p:cTn id="40" dur="500"/>
                                        <p:tgtEl>
                                          <p:spTgt spid="18">
                                            <p:graphicEl>
                                              <a:dgm id="{2474E107-66B6-4546-9106-34B4C5A51401}"/>
                                            </p:graphic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8">
                                            <p:graphicEl>
                                              <a:dgm id="{BFB1D9E3-CDBF-452C-8017-F5B58DA96790}"/>
                                            </p:graphicEl>
                                          </p:spTgt>
                                        </p:tgtEl>
                                        <p:attrNameLst>
                                          <p:attrName>style.visibility</p:attrName>
                                        </p:attrNameLst>
                                      </p:cBhvr>
                                      <p:to>
                                        <p:strVal val="visible"/>
                                      </p:to>
                                    </p:set>
                                    <p:animEffect transition="in" filter="fade">
                                      <p:cBhvr>
                                        <p:cTn id="43" dur="500"/>
                                        <p:tgtEl>
                                          <p:spTgt spid="18">
                                            <p:graphicEl>
                                              <a:dgm id="{BFB1D9E3-CDBF-452C-8017-F5B58DA96790}"/>
                                            </p:graphic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8">
                                            <p:graphicEl>
                                              <a:dgm id="{B18E17EC-D8D2-4480-9C13-0EB24AED6A12}"/>
                                            </p:graphicEl>
                                          </p:spTgt>
                                        </p:tgtEl>
                                        <p:attrNameLst>
                                          <p:attrName>style.visibility</p:attrName>
                                        </p:attrNameLst>
                                      </p:cBhvr>
                                      <p:to>
                                        <p:strVal val="visible"/>
                                      </p:to>
                                    </p:set>
                                    <p:animEffect transition="in" filter="fade">
                                      <p:cBhvr>
                                        <p:cTn id="46" dur="500"/>
                                        <p:tgtEl>
                                          <p:spTgt spid="18">
                                            <p:graphicEl>
                                              <a:dgm id="{B18E17EC-D8D2-4480-9C13-0EB24AED6A12}"/>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8" grpId="0">
        <p:bldSub>
          <a:bldDgm bld="one"/>
        </p:bldSub>
      </p:bldGraphic>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D27C389-C596-280E-CC7E-72EFF2E7CD14}"/>
              </a:ext>
            </a:extLst>
          </p:cNvPr>
          <p:cNvSpPr>
            <a:spLocks noGrp="1"/>
          </p:cNvSpPr>
          <p:nvPr>
            <p:ph type="title"/>
          </p:nvPr>
        </p:nvSpPr>
        <p:spPr>
          <a:xfrm>
            <a:off x="1371597" y="348865"/>
            <a:ext cx="10044023" cy="877729"/>
          </a:xfrm>
        </p:spPr>
        <p:txBody>
          <a:bodyPr anchor="ctr">
            <a:normAutofit/>
          </a:bodyPr>
          <a:lstStyle/>
          <a:p>
            <a:r>
              <a:rPr lang="en-GB" sz="4000">
                <a:solidFill>
                  <a:srgbClr val="FFFFFF"/>
                </a:solidFill>
              </a:rPr>
              <a:t>Solution</a:t>
            </a:r>
          </a:p>
        </p:txBody>
      </p:sp>
      <p:graphicFrame>
        <p:nvGraphicFramePr>
          <p:cNvPr id="34" name="Content Placeholder 2">
            <a:extLst>
              <a:ext uri="{FF2B5EF4-FFF2-40B4-BE49-F238E27FC236}">
                <a16:creationId xmlns:a16="http://schemas.microsoft.com/office/drawing/2014/main" id="{E56D5BF7-552E-A554-8611-0AD86832E718}"/>
              </a:ext>
            </a:extLst>
          </p:cNvPr>
          <p:cNvGraphicFramePr>
            <a:graphicFrameLocks noGrp="1"/>
          </p:cNvGraphicFramePr>
          <p:nvPr>
            <p:ph idx="1"/>
            <p:extLst>
              <p:ext uri="{D42A27DB-BD31-4B8C-83A1-F6EECF244321}">
                <p14:modId xmlns:p14="http://schemas.microsoft.com/office/powerpoint/2010/main" val="2319201668"/>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68885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4">
                                            <p:graphicEl>
                                              <a:dgm id="{AD2D4C6F-85A5-457A-A5D1-936BE811DEEB}"/>
                                            </p:graphicEl>
                                          </p:spTgt>
                                        </p:tgtEl>
                                        <p:attrNameLst>
                                          <p:attrName>style.visibility</p:attrName>
                                        </p:attrNameLst>
                                      </p:cBhvr>
                                      <p:to>
                                        <p:strVal val="visible"/>
                                      </p:to>
                                    </p:set>
                                    <p:animEffect transition="in" filter="fade">
                                      <p:cBhvr>
                                        <p:cTn id="7" dur="500"/>
                                        <p:tgtEl>
                                          <p:spTgt spid="34">
                                            <p:graphicEl>
                                              <a:dgm id="{AD2D4C6F-85A5-457A-A5D1-936BE811DEEB}"/>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4">
                                            <p:graphicEl>
                                              <a:dgm id="{B1C8B839-D0F3-4BD6-8ABD-21A4B07473EA}"/>
                                            </p:graphicEl>
                                          </p:spTgt>
                                        </p:tgtEl>
                                        <p:attrNameLst>
                                          <p:attrName>style.visibility</p:attrName>
                                        </p:attrNameLst>
                                      </p:cBhvr>
                                      <p:to>
                                        <p:strVal val="visible"/>
                                      </p:to>
                                    </p:set>
                                    <p:animEffect transition="in" filter="fade">
                                      <p:cBhvr>
                                        <p:cTn id="12" dur="500"/>
                                        <p:tgtEl>
                                          <p:spTgt spid="34">
                                            <p:graphicEl>
                                              <a:dgm id="{B1C8B839-D0F3-4BD6-8ABD-21A4B07473EA}"/>
                                            </p:graphic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4">
                                            <p:graphicEl>
                                              <a:dgm id="{436510A0-EA5B-47A8-8EDF-F87E14EF754C}"/>
                                            </p:graphicEl>
                                          </p:spTgt>
                                        </p:tgtEl>
                                        <p:attrNameLst>
                                          <p:attrName>style.visibility</p:attrName>
                                        </p:attrNameLst>
                                      </p:cBhvr>
                                      <p:to>
                                        <p:strVal val="visible"/>
                                      </p:to>
                                    </p:set>
                                    <p:animEffect transition="in" filter="fade">
                                      <p:cBhvr>
                                        <p:cTn id="15" dur="500"/>
                                        <p:tgtEl>
                                          <p:spTgt spid="34">
                                            <p:graphicEl>
                                              <a:dgm id="{436510A0-EA5B-47A8-8EDF-F87E14EF754C}"/>
                                            </p:graphic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4">
                                            <p:graphicEl>
                                              <a:dgm id="{7ADA6837-05FD-412B-BEDA-9991A744377E}"/>
                                            </p:graphicEl>
                                          </p:spTgt>
                                        </p:tgtEl>
                                        <p:attrNameLst>
                                          <p:attrName>style.visibility</p:attrName>
                                        </p:attrNameLst>
                                      </p:cBhvr>
                                      <p:to>
                                        <p:strVal val="visible"/>
                                      </p:to>
                                    </p:set>
                                    <p:animEffect transition="in" filter="fade">
                                      <p:cBhvr>
                                        <p:cTn id="20" dur="500"/>
                                        <p:tgtEl>
                                          <p:spTgt spid="34">
                                            <p:graphicEl>
                                              <a:dgm id="{7ADA6837-05FD-412B-BEDA-9991A744377E}"/>
                                            </p:graphic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4">
                                            <p:graphicEl>
                                              <a:dgm id="{413F015D-81B0-4462-A0E5-279E27369CDB}"/>
                                            </p:graphicEl>
                                          </p:spTgt>
                                        </p:tgtEl>
                                        <p:attrNameLst>
                                          <p:attrName>style.visibility</p:attrName>
                                        </p:attrNameLst>
                                      </p:cBhvr>
                                      <p:to>
                                        <p:strVal val="visible"/>
                                      </p:to>
                                    </p:set>
                                    <p:animEffect transition="in" filter="fade">
                                      <p:cBhvr>
                                        <p:cTn id="23" dur="500"/>
                                        <p:tgtEl>
                                          <p:spTgt spid="34">
                                            <p:graphicEl>
                                              <a:dgm id="{413F015D-81B0-4462-A0E5-279E27369CDB}"/>
                                            </p:graphic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4">
                                            <p:graphicEl>
                                              <a:dgm id="{BE7C3F49-3507-4452-BC77-2B996E5E4D78}"/>
                                            </p:graphicEl>
                                          </p:spTgt>
                                        </p:tgtEl>
                                        <p:attrNameLst>
                                          <p:attrName>style.visibility</p:attrName>
                                        </p:attrNameLst>
                                      </p:cBhvr>
                                      <p:to>
                                        <p:strVal val="visible"/>
                                      </p:to>
                                    </p:set>
                                    <p:animEffect transition="in" filter="fade">
                                      <p:cBhvr>
                                        <p:cTn id="28" dur="500"/>
                                        <p:tgtEl>
                                          <p:spTgt spid="34">
                                            <p:graphicEl>
                                              <a:dgm id="{BE7C3F49-3507-4452-BC77-2B996E5E4D78}"/>
                                            </p:graphic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graphicEl>
                                              <a:dgm id="{F9DBCCBF-DCAF-403B-888C-55E5071381B1}"/>
                                            </p:graphicEl>
                                          </p:spTgt>
                                        </p:tgtEl>
                                        <p:attrNameLst>
                                          <p:attrName>style.visibility</p:attrName>
                                        </p:attrNameLst>
                                      </p:cBhvr>
                                      <p:to>
                                        <p:strVal val="visible"/>
                                      </p:to>
                                    </p:set>
                                    <p:animEffect transition="in" filter="fade">
                                      <p:cBhvr>
                                        <p:cTn id="31" dur="500"/>
                                        <p:tgtEl>
                                          <p:spTgt spid="34">
                                            <p:graphicEl>
                                              <a:dgm id="{F9DBCCBF-DCAF-403B-888C-55E5071381B1}"/>
                                            </p:graphic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4">
                                            <p:graphicEl>
                                              <a:dgm id="{F79B3EFE-D367-49BA-9B87-5DD724F2706C}"/>
                                            </p:graphicEl>
                                          </p:spTgt>
                                        </p:tgtEl>
                                        <p:attrNameLst>
                                          <p:attrName>style.visibility</p:attrName>
                                        </p:attrNameLst>
                                      </p:cBhvr>
                                      <p:to>
                                        <p:strVal val="visible"/>
                                      </p:to>
                                    </p:set>
                                    <p:animEffect transition="in" filter="fade">
                                      <p:cBhvr>
                                        <p:cTn id="36" dur="500"/>
                                        <p:tgtEl>
                                          <p:spTgt spid="34">
                                            <p:graphicEl>
                                              <a:dgm id="{F79B3EFE-D367-49BA-9B87-5DD724F2706C}"/>
                                            </p:graphicEl>
                                          </p:spTgt>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4">
                                            <p:graphicEl>
                                              <a:dgm id="{C104822B-B346-479F-981B-2D68FCC4D2A0}"/>
                                            </p:graphicEl>
                                          </p:spTgt>
                                        </p:tgtEl>
                                        <p:attrNameLst>
                                          <p:attrName>style.visibility</p:attrName>
                                        </p:attrNameLst>
                                      </p:cBhvr>
                                      <p:to>
                                        <p:strVal val="visible"/>
                                      </p:to>
                                    </p:set>
                                    <p:animEffect transition="in" filter="fade">
                                      <p:cBhvr>
                                        <p:cTn id="39" dur="500"/>
                                        <p:tgtEl>
                                          <p:spTgt spid="34">
                                            <p:graphicEl>
                                              <a:dgm id="{C104822B-B346-479F-981B-2D68FCC4D2A0}"/>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4" grpId="0">
        <p:bldSub>
          <a:bldDgm bld="one"/>
        </p:bldSub>
      </p:bldGraphic>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7EA4D88B-3E2D-8219-124B-3A4622465D53}"/>
              </a:ext>
            </a:extLst>
          </p:cNvPr>
          <p:cNvSpPr>
            <a:spLocks noGrp="1"/>
          </p:cNvSpPr>
          <p:nvPr>
            <p:ph type="title"/>
          </p:nvPr>
        </p:nvSpPr>
        <p:spPr>
          <a:xfrm>
            <a:off x="1371597" y="348865"/>
            <a:ext cx="10044023" cy="877729"/>
          </a:xfrm>
        </p:spPr>
        <p:txBody>
          <a:bodyPr anchor="ctr">
            <a:normAutofit/>
          </a:bodyPr>
          <a:lstStyle/>
          <a:p>
            <a:r>
              <a:rPr lang="en-GB" sz="4000">
                <a:solidFill>
                  <a:srgbClr val="FFFFFF"/>
                </a:solidFill>
              </a:rPr>
              <a:t>Metrics and Success Criteria</a:t>
            </a:r>
            <a:endParaRPr lang="en-GB" sz="4000" dirty="0">
              <a:solidFill>
                <a:srgbClr val="FFFFFF"/>
              </a:solidFill>
            </a:endParaRPr>
          </a:p>
        </p:txBody>
      </p:sp>
      <p:graphicFrame>
        <p:nvGraphicFramePr>
          <p:cNvPr id="18" name="Content Placeholder 2">
            <a:extLst>
              <a:ext uri="{FF2B5EF4-FFF2-40B4-BE49-F238E27FC236}">
                <a16:creationId xmlns:a16="http://schemas.microsoft.com/office/drawing/2014/main" id="{321FF049-2870-E613-4F1C-D6C9AD80B5EF}"/>
              </a:ext>
            </a:extLst>
          </p:cNvPr>
          <p:cNvGraphicFramePr>
            <a:graphicFrameLocks noGrp="1"/>
          </p:cNvGraphicFramePr>
          <p:nvPr>
            <p:ph idx="1"/>
            <p:extLst>
              <p:ext uri="{D42A27DB-BD31-4B8C-83A1-F6EECF244321}">
                <p14:modId xmlns:p14="http://schemas.microsoft.com/office/powerpoint/2010/main" val="2868057469"/>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89828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graphicEl>
                                              <a:dgm id="{A2927905-4C96-4D2B-B764-BF5AD87923F1}"/>
                                            </p:graphicEl>
                                          </p:spTgt>
                                        </p:tgtEl>
                                        <p:attrNameLst>
                                          <p:attrName>style.visibility</p:attrName>
                                        </p:attrNameLst>
                                      </p:cBhvr>
                                      <p:to>
                                        <p:strVal val="visible"/>
                                      </p:to>
                                    </p:set>
                                    <p:animEffect transition="in" filter="fade">
                                      <p:cBhvr>
                                        <p:cTn id="7" dur="500"/>
                                        <p:tgtEl>
                                          <p:spTgt spid="18">
                                            <p:graphicEl>
                                              <a:dgm id="{A2927905-4C96-4D2B-B764-BF5AD87923F1}"/>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8">
                                            <p:graphicEl>
                                              <a:dgm id="{F5F24157-CE75-46C5-BAD0-20941BDFBC82}"/>
                                            </p:graphicEl>
                                          </p:spTgt>
                                        </p:tgtEl>
                                        <p:attrNameLst>
                                          <p:attrName>style.visibility</p:attrName>
                                        </p:attrNameLst>
                                      </p:cBhvr>
                                      <p:to>
                                        <p:strVal val="visible"/>
                                      </p:to>
                                    </p:set>
                                    <p:animEffect transition="in" filter="fade">
                                      <p:cBhvr>
                                        <p:cTn id="12" dur="500"/>
                                        <p:tgtEl>
                                          <p:spTgt spid="18">
                                            <p:graphicEl>
                                              <a:dgm id="{F5F24157-CE75-46C5-BAD0-20941BDFBC82}"/>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8">
                                            <p:graphicEl>
                                              <a:dgm id="{0189AFB8-779D-4D0D-A141-A49B55039595}"/>
                                            </p:graphicEl>
                                          </p:spTgt>
                                        </p:tgtEl>
                                        <p:attrNameLst>
                                          <p:attrName>style.visibility</p:attrName>
                                        </p:attrNameLst>
                                      </p:cBhvr>
                                      <p:to>
                                        <p:strVal val="visible"/>
                                      </p:to>
                                    </p:set>
                                    <p:animEffect transition="in" filter="fade">
                                      <p:cBhvr>
                                        <p:cTn id="17" dur="500"/>
                                        <p:tgtEl>
                                          <p:spTgt spid="18">
                                            <p:graphicEl>
                                              <a:dgm id="{0189AFB8-779D-4D0D-A141-A49B55039595}"/>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8">
                                            <p:graphicEl>
                                              <a:dgm id="{41F023E8-8741-4646-84F3-BC1ED0553D1D}"/>
                                            </p:graphicEl>
                                          </p:spTgt>
                                        </p:tgtEl>
                                        <p:attrNameLst>
                                          <p:attrName>style.visibility</p:attrName>
                                        </p:attrNameLst>
                                      </p:cBhvr>
                                      <p:to>
                                        <p:strVal val="visible"/>
                                      </p:to>
                                    </p:set>
                                    <p:animEffect transition="in" filter="fade">
                                      <p:cBhvr>
                                        <p:cTn id="22" dur="500"/>
                                        <p:tgtEl>
                                          <p:spTgt spid="18">
                                            <p:graphicEl>
                                              <a:dgm id="{41F023E8-8741-4646-84F3-BC1ED0553D1D}"/>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8">
                                            <p:graphicEl>
                                              <a:dgm id="{B9D6207E-804B-425B-AA4B-3FD7ED6FBED4}"/>
                                            </p:graphicEl>
                                          </p:spTgt>
                                        </p:tgtEl>
                                        <p:attrNameLst>
                                          <p:attrName>style.visibility</p:attrName>
                                        </p:attrNameLst>
                                      </p:cBhvr>
                                      <p:to>
                                        <p:strVal val="visible"/>
                                      </p:to>
                                    </p:set>
                                    <p:animEffect transition="in" filter="fade">
                                      <p:cBhvr>
                                        <p:cTn id="27" dur="500"/>
                                        <p:tgtEl>
                                          <p:spTgt spid="18">
                                            <p:graphicEl>
                                              <a:dgm id="{B9D6207E-804B-425B-AA4B-3FD7ED6FBED4}"/>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8" grpId="0">
        <p:bldSub>
          <a:bldDgm bld="one"/>
        </p:bldSub>
      </p:bldGraphic>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4B99346-FDA0-EE8D-9D16-5A604D81B007}"/>
              </a:ext>
            </a:extLst>
          </p:cNvPr>
          <p:cNvSpPr>
            <a:spLocks noGrp="1"/>
          </p:cNvSpPr>
          <p:nvPr>
            <p:ph type="title"/>
          </p:nvPr>
        </p:nvSpPr>
        <p:spPr>
          <a:xfrm>
            <a:off x="1371597" y="348865"/>
            <a:ext cx="10044023" cy="877729"/>
          </a:xfrm>
        </p:spPr>
        <p:txBody>
          <a:bodyPr anchor="ctr">
            <a:normAutofit/>
          </a:bodyPr>
          <a:lstStyle/>
          <a:p>
            <a:r>
              <a:rPr lang="en-GB" sz="4000" dirty="0">
                <a:solidFill>
                  <a:srgbClr val="FFFFFF"/>
                </a:solidFill>
              </a:rPr>
              <a:t>Project Management Approach – Part 1</a:t>
            </a:r>
          </a:p>
        </p:txBody>
      </p:sp>
      <p:graphicFrame>
        <p:nvGraphicFramePr>
          <p:cNvPr id="18" name="Content Placeholder 2">
            <a:extLst>
              <a:ext uri="{FF2B5EF4-FFF2-40B4-BE49-F238E27FC236}">
                <a16:creationId xmlns:a16="http://schemas.microsoft.com/office/drawing/2014/main" id="{1BFF5003-05C3-E0FE-D0B6-36B4503EC2B4}"/>
              </a:ext>
            </a:extLst>
          </p:cNvPr>
          <p:cNvGraphicFramePr>
            <a:graphicFrameLocks noGrp="1"/>
          </p:cNvGraphicFramePr>
          <p:nvPr>
            <p:ph idx="1"/>
            <p:extLst>
              <p:ext uri="{D42A27DB-BD31-4B8C-83A1-F6EECF244321}">
                <p14:modId xmlns:p14="http://schemas.microsoft.com/office/powerpoint/2010/main" val="754513644"/>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19552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graphicEl>
                                              <a:dgm id="{ACDB6D80-30FD-4185-8D5F-E0D3D1765792}"/>
                                            </p:graphicEl>
                                          </p:spTgt>
                                        </p:tgtEl>
                                        <p:attrNameLst>
                                          <p:attrName>style.visibility</p:attrName>
                                        </p:attrNameLst>
                                      </p:cBhvr>
                                      <p:to>
                                        <p:strVal val="visible"/>
                                      </p:to>
                                    </p:set>
                                    <p:animEffect transition="in" filter="fade">
                                      <p:cBhvr>
                                        <p:cTn id="7" dur="500"/>
                                        <p:tgtEl>
                                          <p:spTgt spid="18">
                                            <p:graphicEl>
                                              <a:dgm id="{ACDB6D80-30FD-4185-8D5F-E0D3D1765792}"/>
                                            </p:graphic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graphicEl>
                                              <a:dgm id="{CA1B827F-BA14-45FF-B796-EDE2CFEB4997}"/>
                                            </p:graphicEl>
                                          </p:spTgt>
                                        </p:tgtEl>
                                        <p:attrNameLst>
                                          <p:attrName>style.visibility</p:attrName>
                                        </p:attrNameLst>
                                      </p:cBhvr>
                                      <p:to>
                                        <p:strVal val="visible"/>
                                      </p:to>
                                    </p:set>
                                    <p:animEffect transition="in" filter="fade">
                                      <p:cBhvr>
                                        <p:cTn id="10" dur="500"/>
                                        <p:tgtEl>
                                          <p:spTgt spid="18">
                                            <p:graphicEl>
                                              <a:dgm id="{CA1B827F-BA14-45FF-B796-EDE2CFEB4997}"/>
                                            </p:graphic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
                                            <p:graphicEl>
                                              <a:dgm id="{7C4F2C56-36AB-4824-826B-16CA38B291A8}"/>
                                            </p:graphicEl>
                                          </p:spTgt>
                                        </p:tgtEl>
                                        <p:attrNameLst>
                                          <p:attrName>style.visibility</p:attrName>
                                        </p:attrNameLst>
                                      </p:cBhvr>
                                      <p:to>
                                        <p:strVal val="visible"/>
                                      </p:to>
                                    </p:set>
                                    <p:animEffect transition="in" filter="fade">
                                      <p:cBhvr>
                                        <p:cTn id="13" dur="500"/>
                                        <p:tgtEl>
                                          <p:spTgt spid="18">
                                            <p:graphicEl>
                                              <a:dgm id="{7C4F2C56-36AB-4824-826B-16CA38B291A8}"/>
                                            </p:graphic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8">
                                            <p:graphicEl>
                                              <a:dgm id="{6EA2EE30-A42E-42C8-924B-341E988DDF19}"/>
                                            </p:graphicEl>
                                          </p:spTgt>
                                        </p:tgtEl>
                                        <p:attrNameLst>
                                          <p:attrName>style.visibility</p:attrName>
                                        </p:attrNameLst>
                                      </p:cBhvr>
                                      <p:to>
                                        <p:strVal val="visible"/>
                                      </p:to>
                                    </p:set>
                                    <p:animEffect transition="in" filter="fade">
                                      <p:cBhvr>
                                        <p:cTn id="18" dur="500"/>
                                        <p:tgtEl>
                                          <p:spTgt spid="18">
                                            <p:graphicEl>
                                              <a:dgm id="{6EA2EE30-A42E-42C8-924B-341E988DDF19}"/>
                                            </p:graphic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graphicEl>
                                              <a:dgm id="{1BAB687E-CD49-4E66-989D-5A92BE3A6591}"/>
                                            </p:graphicEl>
                                          </p:spTgt>
                                        </p:tgtEl>
                                        <p:attrNameLst>
                                          <p:attrName>style.visibility</p:attrName>
                                        </p:attrNameLst>
                                      </p:cBhvr>
                                      <p:to>
                                        <p:strVal val="visible"/>
                                      </p:to>
                                    </p:set>
                                    <p:animEffect transition="in" filter="fade">
                                      <p:cBhvr>
                                        <p:cTn id="21" dur="500"/>
                                        <p:tgtEl>
                                          <p:spTgt spid="18">
                                            <p:graphicEl>
                                              <a:dgm id="{1BAB687E-CD49-4E66-989D-5A92BE3A6591}"/>
                                            </p:graphic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8">
                                            <p:graphicEl>
                                              <a:dgm id="{FD1D6D9C-D4DD-4B7F-B623-2CFA6B8456AE}"/>
                                            </p:graphicEl>
                                          </p:spTgt>
                                        </p:tgtEl>
                                        <p:attrNameLst>
                                          <p:attrName>style.visibility</p:attrName>
                                        </p:attrNameLst>
                                      </p:cBhvr>
                                      <p:to>
                                        <p:strVal val="visible"/>
                                      </p:to>
                                    </p:set>
                                    <p:animEffect transition="in" filter="fade">
                                      <p:cBhvr>
                                        <p:cTn id="24" dur="500"/>
                                        <p:tgtEl>
                                          <p:spTgt spid="18">
                                            <p:graphicEl>
                                              <a:dgm id="{FD1D6D9C-D4DD-4B7F-B623-2CFA6B8456AE}"/>
                                            </p:graphic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8">
                                            <p:graphicEl>
                                              <a:dgm id="{F6A8BD2F-3AB8-4C53-9573-985865F44944}"/>
                                            </p:graphicEl>
                                          </p:spTgt>
                                        </p:tgtEl>
                                        <p:attrNameLst>
                                          <p:attrName>style.visibility</p:attrName>
                                        </p:attrNameLst>
                                      </p:cBhvr>
                                      <p:to>
                                        <p:strVal val="visible"/>
                                      </p:to>
                                    </p:set>
                                    <p:animEffect transition="in" filter="fade">
                                      <p:cBhvr>
                                        <p:cTn id="29" dur="500"/>
                                        <p:tgtEl>
                                          <p:spTgt spid="18">
                                            <p:graphicEl>
                                              <a:dgm id="{F6A8BD2F-3AB8-4C53-9573-985865F44944}"/>
                                            </p:graphic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8">
                                            <p:graphicEl>
                                              <a:dgm id="{EEBFACFA-504D-41D0-84E3-64EF94DA9F06}"/>
                                            </p:graphicEl>
                                          </p:spTgt>
                                        </p:tgtEl>
                                        <p:attrNameLst>
                                          <p:attrName>style.visibility</p:attrName>
                                        </p:attrNameLst>
                                      </p:cBhvr>
                                      <p:to>
                                        <p:strVal val="visible"/>
                                      </p:to>
                                    </p:set>
                                    <p:animEffect transition="in" filter="fade">
                                      <p:cBhvr>
                                        <p:cTn id="32" dur="500"/>
                                        <p:tgtEl>
                                          <p:spTgt spid="18">
                                            <p:graphicEl>
                                              <a:dgm id="{EEBFACFA-504D-41D0-84E3-64EF94DA9F06}"/>
                                            </p:graphic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8">
                                            <p:graphicEl>
                                              <a:dgm id="{8EF03485-C781-4666-B093-E5DBB5720AD8}"/>
                                            </p:graphicEl>
                                          </p:spTgt>
                                        </p:tgtEl>
                                        <p:attrNameLst>
                                          <p:attrName>style.visibility</p:attrName>
                                        </p:attrNameLst>
                                      </p:cBhvr>
                                      <p:to>
                                        <p:strVal val="visible"/>
                                      </p:to>
                                    </p:set>
                                    <p:animEffect transition="in" filter="fade">
                                      <p:cBhvr>
                                        <p:cTn id="35" dur="500"/>
                                        <p:tgtEl>
                                          <p:spTgt spid="18">
                                            <p:graphicEl>
                                              <a:dgm id="{8EF03485-C781-4666-B093-E5DBB5720AD8}"/>
                                            </p:graphic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8">
                                            <p:graphicEl>
                                              <a:dgm id="{323A86C6-737B-4359-B1CF-8DCB9F38D2F4}"/>
                                            </p:graphicEl>
                                          </p:spTgt>
                                        </p:tgtEl>
                                        <p:attrNameLst>
                                          <p:attrName>style.visibility</p:attrName>
                                        </p:attrNameLst>
                                      </p:cBhvr>
                                      <p:to>
                                        <p:strVal val="visible"/>
                                      </p:to>
                                    </p:set>
                                    <p:animEffect transition="in" filter="fade">
                                      <p:cBhvr>
                                        <p:cTn id="40" dur="500"/>
                                        <p:tgtEl>
                                          <p:spTgt spid="18">
                                            <p:graphicEl>
                                              <a:dgm id="{323A86C6-737B-4359-B1CF-8DCB9F38D2F4}"/>
                                            </p:graphic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8">
                                            <p:graphicEl>
                                              <a:dgm id="{93AEE5FE-15D0-4D2B-AF2E-EB54A7A0671C}"/>
                                            </p:graphicEl>
                                          </p:spTgt>
                                        </p:tgtEl>
                                        <p:attrNameLst>
                                          <p:attrName>style.visibility</p:attrName>
                                        </p:attrNameLst>
                                      </p:cBhvr>
                                      <p:to>
                                        <p:strVal val="visible"/>
                                      </p:to>
                                    </p:set>
                                    <p:animEffect transition="in" filter="fade">
                                      <p:cBhvr>
                                        <p:cTn id="43" dur="500"/>
                                        <p:tgtEl>
                                          <p:spTgt spid="18">
                                            <p:graphicEl>
                                              <a:dgm id="{93AEE5FE-15D0-4D2B-AF2E-EB54A7A0671C}"/>
                                            </p:graphic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8">
                                            <p:graphicEl>
                                              <a:dgm id="{08EE51CE-EAC3-477F-80CF-E72AD36D048E}"/>
                                            </p:graphicEl>
                                          </p:spTgt>
                                        </p:tgtEl>
                                        <p:attrNameLst>
                                          <p:attrName>style.visibility</p:attrName>
                                        </p:attrNameLst>
                                      </p:cBhvr>
                                      <p:to>
                                        <p:strVal val="visible"/>
                                      </p:to>
                                    </p:set>
                                    <p:animEffect transition="in" filter="fade">
                                      <p:cBhvr>
                                        <p:cTn id="46" dur="500"/>
                                        <p:tgtEl>
                                          <p:spTgt spid="18">
                                            <p:graphicEl>
                                              <a:dgm id="{08EE51CE-EAC3-477F-80CF-E72AD36D048E}"/>
                                            </p:graphicEl>
                                          </p:spTgt>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18">
                                            <p:graphicEl>
                                              <a:dgm id="{3F2913AA-206C-4CEB-8F1E-8E4CED2D3F31}"/>
                                            </p:graphicEl>
                                          </p:spTgt>
                                        </p:tgtEl>
                                        <p:attrNameLst>
                                          <p:attrName>style.visibility</p:attrName>
                                        </p:attrNameLst>
                                      </p:cBhvr>
                                      <p:to>
                                        <p:strVal val="visible"/>
                                      </p:to>
                                    </p:set>
                                    <p:animEffect transition="in" filter="fade">
                                      <p:cBhvr>
                                        <p:cTn id="51" dur="500"/>
                                        <p:tgtEl>
                                          <p:spTgt spid="18">
                                            <p:graphicEl>
                                              <a:dgm id="{3F2913AA-206C-4CEB-8F1E-8E4CED2D3F31}"/>
                                            </p:graphicEl>
                                          </p:spTgt>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graphicEl>
                                              <a:dgm id="{D54587A5-48C8-49C1-84F4-EEB88882DF1F}"/>
                                            </p:graphicEl>
                                          </p:spTgt>
                                        </p:tgtEl>
                                        <p:attrNameLst>
                                          <p:attrName>style.visibility</p:attrName>
                                        </p:attrNameLst>
                                      </p:cBhvr>
                                      <p:to>
                                        <p:strVal val="visible"/>
                                      </p:to>
                                    </p:set>
                                    <p:animEffect transition="in" filter="fade">
                                      <p:cBhvr>
                                        <p:cTn id="54" dur="500"/>
                                        <p:tgtEl>
                                          <p:spTgt spid="18">
                                            <p:graphicEl>
                                              <a:dgm id="{D54587A5-48C8-49C1-84F4-EEB88882DF1F}"/>
                                            </p:graphicEl>
                                          </p:spTgt>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8">
                                            <p:graphicEl>
                                              <a:dgm id="{9D3AD9C6-60A8-4E2C-8FAD-354176C77E90}"/>
                                            </p:graphicEl>
                                          </p:spTgt>
                                        </p:tgtEl>
                                        <p:attrNameLst>
                                          <p:attrName>style.visibility</p:attrName>
                                        </p:attrNameLst>
                                      </p:cBhvr>
                                      <p:to>
                                        <p:strVal val="visible"/>
                                      </p:to>
                                    </p:set>
                                    <p:animEffect transition="in" filter="fade">
                                      <p:cBhvr>
                                        <p:cTn id="57" dur="500"/>
                                        <p:tgtEl>
                                          <p:spTgt spid="18">
                                            <p:graphicEl>
                                              <a:dgm id="{9D3AD9C6-60A8-4E2C-8FAD-354176C77E90}"/>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8" grpId="0">
        <p:bldSub>
          <a:bldDgm bld="one"/>
        </p:bldSub>
      </p:bldGraphic>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729E13F-B1B8-2293-1097-BC2A2BC3BC03}"/>
            </a:ext>
          </a:extLst>
        </p:cNvPr>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Freeform: Shape 41">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4" name="Rectangle 43">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6ECAE5D-929E-096E-31CE-AFB4B2B0351B}"/>
              </a:ext>
            </a:extLst>
          </p:cNvPr>
          <p:cNvSpPr>
            <a:spLocks noGrp="1"/>
          </p:cNvSpPr>
          <p:nvPr>
            <p:ph type="title"/>
          </p:nvPr>
        </p:nvSpPr>
        <p:spPr>
          <a:xfrm>
            <a:off x="586478" y="1683756"/>
            <a:ext cx="3115265" cy="2396359"/>
          </a:xfrm>
        </p:spPr>
        <p:txBody>
          <a:bodyPr anchor="b">
            <a:normAutofit/>
          </a:bodyPr>
          <a:lstStyle/>
          <a:p>
            <a:pPr algn="r"/>
            <a:r>
              <a:rPr lang="en-GB" sz="4000">
                <a:solidFill>
                  <a:srgbClr val="FFFFFF"/>
                </a:solidFill>
              </a:rPr>
              <a:t>Project Management Approach – Part 2</a:t>
            </a:r>
          </a:p>
        </p:txBody>
      </p:sp>
      <p:graphicFrame>
        <p:nvGraphicFramePr>
          <p:cNvPr id="43" name="Content Placeholder 7">
            <a:extLst>
              <a:ext uri="{FF2B5EF4-FFF2-40B4-BE49-F238E27FC236}">
                <a16:creationId xmlns:a16="http://schemas.microsoft.com/office/drawing/2014/main" id="{55CE9286-CF8F-A0D6-6987-DFB666D6FC61}"/>
              </a:ext>
            </a:extLst>
          </p:cNvPr>
          <p:cNvGraphicFramePr>
            <a:graphicFrameLocks noGrp="1"/>
          </p:cNvGraphicFramePr>
          <p:nvPr>
            <p:ph idx="1"/>
            <p:extLst>
              <p:ext uri="{D42A27DB-BD31-4B8C-83A1-F6EECF244321}">
                <p14:modId xmlns:p14="http://schemas.microsoft.com/office/powerpoint/2010/main" val="282666238"/>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42876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3">
                                            <p:graphicEl>
                                              <a:dgm id="{3E1A3C2B-DC31-4F1B-B4DC-659BBC1175F0}"/>
                                            </p:graphicEl>
                                          </p:spTgt>
                                        </p:tgtEl>
                                        <p:attrNameLst>
                                          <p:attrName>style.visibility</p:attrName>
                                        </p:attrNameLst>
                                      </p:cBhvr>
                                      <p:to>
                                        <p:strVal val="visible"/>
                                      </p:to>
                                    </p:set>
                                    <p:animEffect transition="in" filter="fade">
                                      <p:cBhvr>
                                        <p:cTn id="7" dur="500"/>
                                        <p:tgtEl>
                                          <p:spTgt spid="43">
                                            <p:graphicEl>
                                              <a:dgm id="{3E1A3C2B-DC31-4F1B-B4DC-659BBC1175F0}"/>
                                            </p:graphic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3">
                                            <p:graphicEl>
                                              <a:dgm id="{2D56CB1B-6ADB-442D-B793-2FFCDB16AC06}"/>
                                            </p:graphicEl>
                                          </p:spTgt>
                                        </p:tgtEl>
                                        <p:attrNameLst>
                                          <p:attrName>style.visibility</p:attrName>
                                        </p:attrNameLst>
                                      </p:cBhvr>
                                      <p:to>
                                        <p:strVal val="visible"/>
                                      </p:to>
                                    </p:set>
                                    <p:animEffect transition="in" filter="fade">
                                      <p:cBhvr>
                                        <p:cTn id="10" dur="500"/>
                                        <p:tgtEl>
                                          <p:spTgt spid="43">
                                            <p:graphicEl>
                                              <a:dgm id="{2D56CB1B-6ADB-442D-B793-2FFCDB16AC06}"/>
                                            </p:graphic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3">
                                            <p:graphicEl>
                                              <a:dgm id="{92EFB823-4975-4A8E-803C-2B59937911E4}"/>
                                            </p:graphicEl>
                                          </p:spTgt>
                                        </p:tgtEl>
                                        <p:attrNameLst>
                                          <p:attrName>style.visibility</p:attrName>
                                        </p:attrNameLst>
                                      </p:cBhvr>
                                      <p:to>
                                        <p:strVal val="visible"/>
                                      </p:to>
                                    </p:set>
                                    <p:animEffect transition="in" filter="fade">
                                      <p:cBhvr>
                                        <p:cTn id="15" dur="500"/>
                                        <p:tgtEl>
                                          <p:spTgt spid="43">
                                            <p:graphicEl>
                                              <a:dgm id="{92EFB823-4975-4A8E-803C-2B59937911E4}"/>
                                            </p:graphic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3">
                                            <p:graphicEl>
                                              <a:dgm id="{E1D4BF14-19B0-45F1-A2DE-C8094A8D7F0D}"/>
                                            </p:graphicEl>
                                          </p:spTgt>
                                        </p:tgtEl>
                                        <p:attrNameLst>
                                          <p:attrName>style.visibility</p:attrName>
                                        </p:attrNameLst>
                                      </p:cBhvr>
                                      <p:to>
                                        <p:strVal val="visible"/>
                                      </p:to>
                                    </p:set>
                                    <p:animEffect transition="in" filter="fade">
                                      <p:cBhvr>
                                        <p:cTn id="18" dur="500"/>
                                        <p:tgtEl>
                                          <p:spTgt spid="43">
                                            <p:graphicEl>
                                              <a:dgm id="{E1D4BF14-19B0-45F1-A2DE-C8094A8D7F0D}"/>
                                            </p:graphic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3">
                                            <p:graphicEl>
                                              <a:dgm id="{688F7EC8-D15A-4A01-AE22-B5552A146A59}"/>
                                            </p:graphicEl>
                                          </p:spTgt>
                                        </p:tgtEl>
                                        <p:attrNameLst>
                                          <p:attrName>style.visibility</p:attrName>
                                        </p:attrNameLst>
                                      </p:cBhvr>
                                      <p:to>
                                        <p:strVal val="visible"/>
                                      </p:to>
                                    </p:set>
                                    <p:animEffect transition="in" filter="fade">
                                      <p:cBhvr>
                                        <p:cTn id="21" dur="500"/>
                                        <p:tgtEl>
                                          <p:spTgt spid="43">
                                            <p:graphicEl>
                                              <a:dgm id="{688F7EC8-D15A-4A01-AE22-B5552A146A59}"/>
                                            </p:graphic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3">
                                            <p:graphicEl>
                                              <a:dgm id="{35437E96-0C5C-4A3D-A001-FC6B5D813FCB}"/>
                                            </p:graphicEl>
                                          </p:spTgt>
                                        </p:tgtEl>
                                        <p:attrNameLst>
                                          <p:attrName>style.visibility</p:attrName>
                                        </p:attrNameLst>
                                      </p:cBhvr>
                                      <p:to>
                                        <p:strVal val="visible"/>
                                      </p:to>
                                    </p:set>
                                    <p:animEffect transition="in" filter="fade">
                                      <p:cBhvr>
                                        <p:cTn id="26" dur="500"/>
                                        <p:tgtEl>
                                          <p:spTgt spid="43">
                                            <p:graphicEl>
                                              <a:dgm id="{35437E96-0C5C-4A3D-A001-FC6B5D813FCB}"/>
                                            </p:graphic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3">
                                            <p:graphicEl>
                                              <a:dgm id="{4CF35331-A0B7-49A2-B68A-BD3AB0B9F71B}"/>
                                            </p:graphicEl>
                                          </p:spTgt>
                                        </p:tgtEl>
                                        <p:attrNameLst>
                                          <p:attrName>style.visibility</p:attrName>
                                        </p:attrNameLst>
                                      </p:cBhvr>
                                      <p:to>
                                        <p:strVal val="visible"/>
                                      </p:to>
                                    </p:set>
                                    <p:animEffect transition="in" filter="fade">
                                      <p:cBhvr>
                                        <p:cTn id="29" dur="500"/>
                                        <p:tgtEl>
                                          <p:spTgt spid="43">
                                            <p:graphicEl>
                                              <a:dgm id="{4CF35331-A0B7-49A2-B68A-BD3AB0B9F71B}"/>
                                            </p:graphic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3">
                                            <p:graphicEl>
                                              <a:dgm id="{72574F71-DEAD-4D6D-96E9-7829D8A2A0EC}"/>
                                            </p:graphicEl>
                                          </p:spTgt>
                                        </p:tgtEl>
                                        <p:attrNameLst>
                                          <p:attrName>style.visibility</p:attrName>
                                        </p:attrNameLst>
                                      </p:cBhvr>
                                      <p:to>
                                        <p:strVal val="visible"/>
                                      </p:to>
                                    </p:set>
                                    <p:animEffect transition="in" filter="fade">
                                      <p:cBhvr>
                                        <p:cTn id="32" dur="500"/>
                                        <p:tgtEl>
                                          <p:spTgt spid="43">
                                            <p:graphicEl>
                                              <a:dgm id="{72574F71-DEAD-4D6D-96E9-7829D8A2A0EC}"/>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3">
                                            <p:graphicEl>
                                              <a:dgm id="{90914A6F-BB2F-46CA-BB49-6674302630E2}"/>
                                            </p:graphicEl>
                                          </p:spTgt>
                                        </p:tgtEl>
                                        <p:attrNameLst>
                                          <p:attrName>style.visibility</p:attrName>
                                        </p:attrNameLst>
                                      </p:cBhvr>
                                      <p:to>
                                        <p:strVal val="visible"/>
                                      </p:to>
                                    </p:set>
                                    <p:animEffect transition="in" filter="fade">
                                      <p:cBhvr>
                                        <p:cTn id="37" dur="500"/>
                                        <p:tgtEl>
                                          <p:spTgt spid="43">
                                            <p:graphicEl>
                                              <a:dgm id="{90914A6F-BB2F-46CA-BB49-6674302630E2}"/>
                                            </p:graphicEl>
                                          </p:spTgt>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43">
                                            <p:graphicEl>
                                              <a:dgm id="{D9CA72F0-6E45-47D9-87BF-341753F8087A}"/>
                                            </p:graphicEl>
                                          </p:spTgt>
                                        </p:tgtEl>
                                        <p:attrNameLst>
                                          <p:attrName>style.visibility</p:attrName>
                                        </p:attrNameLst>
                                      </p:cBhvr>
                                      <p:to>
                                        <p:strVal val="visible"/>
                                      </p:to>
                                    </p:set>
                                    <p:animEffect transition="in" filter="fade">
                                      <p:cBhvr>
                                        <p:cTn id="40" dur="500"/>
                                        <p:tgtEl>
                                          <p:spTgt spid="43">
                                            <p:graphicEl>
                                              <a:dgm id="{D9CA72F0-6E45-47D9-87BF-341753F8087A}"/>
                                            </p:graphic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43">
                                            <p:graphicEl>
                                              <a:dgm id="{6AF68572-D59B-4378-8716-2D5235CAB550}"/>
                                            </p:graphicEl>
                                          </p:spTgt>
                                        </p:tgtEl>
                                        <p:attrNameLst>
                                          <p:attrName>style.visibility</p:attrName>
                                        </p:attrNameLst>
                                      </p:cBhvr>
                                      <p:to>
                                        <p:strVal val="visible"/>
                                      </p:to>
                                    </p:set>
                                    <p:animEffect transition="in" filter="fade">
                                      <p:cBhvr>
                                        <p:cTn id="43" dur="500"/>
                                        <p:tgtEl>
                                          <p:spTgt spid="43">
                                            <p:graphicEl>
                                              <a:dgm id="{6AF68572-D59B-4378-8716-2D5235CAB550}"/>
                                            </p:graphic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43">
                                            <p:graphicEl>
                                              <a:dgm id="{B534FBA3-19E4-43FA-BCA5-1A7B39322A9B}"/>
                                            </p:graphicEl>
                                          </p:spTgt>
                                        </p:tgtEl>
                                        <p:attrNameLst>
                                          <p:attrName>style.visibility</p:attrName>
                                        </p:attrNameLst>
                                      </p:cBhvr>
                                      <p:to>
                                        <p:strVal val="visible"/>
                                      </p:to>
                                    </p:set>
                                    <p:animEffect transition="in" filter="fade">
                                      <p:cBhvr>
                                        <p:cTn id="48" dur="500"/>
                                        <p:tgtEl>
                                          <p:spTgt spid="43">
                                            <p:graphicEl>
                                              <a:dgm id="{B534FBA3-19E4-43FA-BCA5-1A7B39322A9B}"/>
                                            </p:graphicEl>
                                          </p:spTgt>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3">
                                            <p:graphicEl>
                                              <a:dgm id="{F876B74A-9BA3-42FD-AE3D-E26DC40400F9}"/>
                                            </p:graphicEl>
                                          </p:spTgt>
                                        </p:tgtEl>
                                        <p:attrNameLst>
                                          <p:attrName>style.visibility</p:attrName>
                                        </p:attrNameLst>
                                      </p:cBhvr>
                                      <p:to>
                                        <p:strVal val="visible"/>
                                      </p:to>
                                    </p:set>
                                    <p:animEffect transition="in" filter="fade">
                                      <p:cBhvr>
                                        <p:cTn id="51" dur="500"/>
                                        <p:tgtEl>
                                          <p:spTgt spid="43">
                                            <p:graphicEl>
                                              <a:dgm id="{F876B74A-9BA3-42FD-AE3D-E26DC40400F9}"/>
                                            </p:graphicEl>
                                          </p:spTgt>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3">
                                            <p:graphicEl>
                                              <a:dgm id="{94499082-7EDB-4D11-9D02-9D1221475C97}"/>
                                            </p:graphicEl>
                                          </p:spTgt>
                                        </p:tgtEl>
                                        <p:attrNameLst>
                                          <p:attrName>style.visibility</p:attrName>
                                        </p:attrNameLst>
                                      </p:cBhvr>
                                      <p:to>
                                        <p:strVal val="visible"/>
                                      </p:to>
                                    </p:set>
                                    <p:animEffect transition="in" filter="fade">
                                      <p:cBhvr>
                                        <p:cTn id="54" dur="500"/>
                                        <p:tgtEl>
                                          <p:spTgt spid="43">
                                            <p:graphicEl>
                                              <a:dgm id="{94499082-7EDB-4D11-9D02-9D1221475C97}"/>
                                            </p:graphicEl>
                                          </p:spTgt>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3">
                                            <p:graphicEl>
                                              <a:dgm id="{3883F2FE-3E63-4411-BAF8-3E2DF71C6AE2}"/>
                                            </p:graphicEl>
                                          </p:spTgt>
                                        </p:tgtEl>
                                        <p:attrNameLst>
                                          <p:attrName>style.visibility</p:attrName>
                                        </p:attrNameLst>
                                      </p:cBhvr>
                                      <p:to>
                                        <p:strVal val="visible"/>
                                      </p:to>
                                    </p:set>
                                    <p:animEffect transition="in" filter="fade">
                                      <p:cBhvr>
                                        <p:cTn id="57" dur="500"/>
                                        <p:tgtEl>
                                          <p:spTgt spid="43">
                                            <p:graphicEl>
                                              <a:dgm id="{3883F2FE-3E63-4411-BAF8-3E2DF71C6AE2}"/>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3" grpId="0">
        <p:bldSub>
          <a:bldDgm bld="one"/>
        </p:bldSub>
      </p:bldGraphic>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0A1235-BA46-0417-7871-9F1476C4732F}"/>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0" name="Freeform: Shape 49">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1" name="Rectangle 5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D854423-781A-55CD-5E15-692F3E473EB7}"/>
              </a:ext>
            </a:extLst>
          </p:cNvPr>
          <p:cNvSpPr>
            <a:spLocks noGrp="1"/>
          </p:cNvSpPr>
          <p:nvPr>
            <p:ph type="title"/>
          </p:nvPr>
        </p:nvSpPr>
        <p:spPr>
          <a:xfrm>
            <a:off x="586478" y="1683756"/>
            <a:ext cx="3115265" cy="2396359"/>
          </a:xfrm>
        </p:spPr>
        <p:txBody>
          <a:bodyPr anchor="b">
            <a:normAutofit/>
          </a:bodyPr>
          <a:lstStyle/>
          <a:p>
            <a:pPr algn="r"/>
            <a:r>
              <a:rPr lang="en-GB" sz="4000">
                <a:solidFill>
                  <a:srgbClr val="FFFFFF"/>
                </a:solidFill>
              </a:rPr>
              <a:t>Project Management Approach – Part 3</a:t>
            </a:r>
          </a:p>
        </p:txBody>
      </p:sp>
      <p:graphicFrame>
        <p:nvGraphicFramePr>
          <p:cNvPr id="52" name="Content Placeholder 3">
            <a:extLst>
              <a:ext uri="{FF2B5EF4-FFF2-40B4-BE49-F238E27FC236}">
                <a16:creationId xmlns:a16="http://schemas.microsoft.com/office/drawing/2014/main" id="{08FA2DFA-73BD-5EEA-8315-A67EE81C70A0}"/>
              </a:ext>
            </a:extLst>
          </p:cNvPr>
          <p:cNvGraphicFramePr>
            <a:graphicFrameLocks noGrp="1"/>
          </p:cNvGraphicFramePr>
          <p:nvPr>
            <p:ph idx="1"/>
            <p:extLst>
              <p:ext uri="{D42A27DB-BD31-4B8C-83A1-F6EECF244321}">
                <p14:modId xmlns:p14="http://schemas.microsoft.com/office/powerpoint/2010/main" val="642171441"/>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842737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2">
                                            <p:graphicEl>
                                              <a:dgm id="{194C29B5-4769-4181-9CEF-2B0E9CC76162}"/>
                                            </p:graphicEl>
                                          </p:spTgt>
                                        </p:tgtEl>
                                        <p:attrNameLst>
                                          <p:attrName>style.visibility</p:attrName>
                                        </p:attrNameLst>
                                      </p:cBhvr>
                                      <p:to>
                                        <p:strVal val="visible"/>
                                      </p:to>
                                    </p:set>
                                    <p:animEffect transition="in" filter="fade">
                                      <p:cBhvr>
                                        <p:cTn id="7" dur="500"/>
                                        <p:tgtEl>
                                          <p:spTgt spid="52">
                                            <p:graphicEl>
                                              <a:dgm id="{194C29B5-4769-4181-9CEF-2B0E9CC76162}"/>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2">
                                            <p:graphicEl>
                                              <a:dgm id="{542B7948-885A-4C5F-84D5-AF7D499280EC}"/>
                                            </p:graphicEl>
                                          </p:spTgt>
                                        </p:tgtEl>
                                        <p:attrNameLst>
                                          <p:attrName>style.visibility</p:attrName>
                                        </p:attrNameLst>
                                      </p:cBhvr>
                                      <p:to>
                                        <p:strVal val="visible"/>
                                      </p:to>
                                    </p:set>
                                    <p:animEffect transition="in" filter="fade">
                                      <p:cBhvr>
                                        <p:cTn id="12" dur="500"/>
                                        <p:tgtEl>
                                          <p:spTgt spid="52">
                                            <p:graphicEl>
                                              <a:dgm id="{542B7948-885A-4C5F-84D5-AF7D499280EC}"/>
                                            </p:graphic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52">
                                            <p:graphicEl>
                                              <a:dgm id="{CB5F1DFD-70EE-453D-9660-7A6009AB7893}"/>
                                            </p:graphicEl>
                                          </p:spTgt>
                                        </p:tgtEl>
                                        <p:attrNameLst>
                                          <p:attrName>style.visibility</p:attrName>
                                        </p:attrNameLst>
                                      </p:cBhvr>
                                      <p:to>
                                        <p:strVal val="visible"/>
                                      </p:to>
                                    </p:set>
                                    <p:animEffect transition="in" filter="fade">
                                      <p:cBhvr>
                                        <p:cTn id="15" dur="500"/>
                                        <p:tgtEl>
                                          <p:spTgt spid="52">
                                            <p:graphicEl>
                                              <a:dgm id="{CB5F1DFD-70EE-453D-9660-7A6009AB7893}"/>
                                            </p:graphic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2">
                                            <p:graphicEl>
                                              <a:dgm id="{3EC26123-B7E4-4435-8462-3FC16BBBD25F}"/>
                                            </p:graphicEl>
                                          </p:spTgt>
                                        </p:tgtEl>
                                        <p:attrNameLst>
                                          <p:attrName>style.visibility</p:attrName>
                                        </p:attrNameLst>
                                      </p:cBhvr>
                                      <p:to>
                                        <p:strVal val="visible"/>
                                      </p:to>
                                    </p:set>
                                    <p:animEffect transition="in" filter="fade">
                                      <p:cBhvr>
                                        <p:cTn id="18" dur="500"/>
                                        <p:tgtEl>
                                          <p:spTgt spid="52">
                                            <p:graphicEl>
                                              <a:dgm id="{3EC26123-B7E4-4435-8462-3FC16BBBD25F}"/>
                                            </p:graphic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2">
                                            <p:graphicEl>
                                              <a:dgm id="{8BE378E1-1D85-435B-B1B5-AD48C5F40C54}"/>
                                            </p:graphicEl>
                                          </p:spTgt>
                                        </p:tgtEl>
                                        <p:attrNameLst>
                                          <p:attrName>style.visibility</p:attrName>
                                        </p:attrNameLst>
                                      </p:cBhvr>
                                      <p:to>
                                        <p:strVal val="visible"/>
                                      </p:to>
                                    </p:set>
                                    <p:animEffect transition="in" filter="fade">
                                      <p:cBhvr>
                                        <p:cTn id="21" dur="500"/>
                                        <p:tgtEl>
                                          <p:spTgt spid="52">
                                            <p:graphicEl>
                                              <a:dgm id="{8BE378E1-1D85-435B-B1B5-AD48C5F40C54}"/>
                                            </p:graphic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52">
                                            <p:graphicEl>
                                              <a:dgm id="{282D1CF3-0688-44D8-AC18-E3D374D82237}"/>
                                            </p:graphicEl>
                                          </p:spTgt>
                                        </p:tgtEl>
                                        <p:attrNameLst>
                                          <p:attrName>style.visibility</p:attrName>
                                        </p:attrNameLst>
                                      </p:cBhvr>
                                      <p:to>
                                        <p:strVal val="visible"/>
                                      </p:to>
                                    </p:set>
                                    <p:animEffect transition="in" filter="fade">
                                      <p:cBhvr>
                                        <p:cTn id="24" dur="500"/>
                                        <p:tgtEl>
                                          <p:spTgt spid="52">
                                            <p:graphicEl>
                                              <a:dgm id="{282D1CF3-0688-44D8-AC18-E3D374D82237}"/>
                                            </p:graphic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52">
                                            <p:graphicEl>
                                              <a:dgm id="{B535F6E2-6A93-4F68-9ACA-63FA3C66DFB6}"/>
                                            </p:graphicEl>
                                          </p:spTgt>
                                        </p:tgtEl>
                                        <p:attrNameLst>
                                          <p:attrName>style.visibility</p:attrName>
                                        </p:attrNameLst>
                                      </p:cBhvr>
                                      <p:to>
                                        <p:strVal val="visible"/>
                                      </p:to>
                                    </p:set>
                                    <p:animEffect transition="in" filter="fade">
                                      <p:cBhvr>
                                        <p:cTn id="29" dur="500"/>
                                        <p:tgtEl>
                                          <p:spTgt spid="52">
                                            <p:graphicEl>
                                              <a:dgm id="{B535F6E2-6A93-4F68-9ACA-63FA3C66DFB6}"/>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52">
                                            <p:graphicEl>
                                              <a:dgm id="{925CC0C6-0FD5-4699-9F01-6D0E55B7312D}"/>
                                            </p:graphicEl>
                                          </p:spTgt>
                                        </p:tgtEl>
                                        <p:attrNameLst>
                                          <p:attrName>style.visibility</p:attrName>
                                        </p:attrNameLst>
                                      </p:cBhvr>
                                      <p:to>
                                        <p:strVal val="visible"/>
                                      </p:to>
                                    </p:set>
                                    <p:animEffect transition="in" filter="fade">
                                      <p:cBhvr>
                                        <p:cTn id="34" dur="500"/>
                                        <p:tgtEl>
                                          <p:spTgt spid="52">
                                            <p:graphicEl>
                                              <a:dgm id="{925CC0C6-0FD5-4699-9F01-6D0E55B7312D}"/>
                                            </p:graphicEl>
                                          </p:spTgt>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52">
                                            <p:graphicEl>
                                              <a:dgm id="{E913902B-3104-4DA9-A0F4-46D064E101AF}"/>
                                            </p:graphicEl>
                                          </p:spTgt>
                                        </p:tgtEl>
                                        <p:attrNameLst>
                                          <p:attrName>style.visibility</p:attrName>
                                        </p:attrNameLst>
                                      </p:cBhvr>
                                      <p:to>
                                        <p:strVal val="visible"/>
                                      </p:to>
                                    </p:set>
                                    <p:animEffect transition="in" filter="fade">
                                      <p:cBhvr>
                                        <p:cTn id="37" dur="500"/>
                                        <p:tgtEl>
                                          <p:spTgt spid="52">
                                            <p:graphicEl>
                                              <a:dgm id="{E913902B-3104-4DA9-A0F4-46D064E101AF}"/>
                                            </p:graphicEl>
                                          </p:spTgt>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52">
                                            <p:graphicEl>
                                              <a:dgm id="{ACCBDD8D-3731-402C-9587-BFCB9D2786D9}"/>
                                            </p:graphicEl>
                                          </p:spTgt>
                                        </p:tgtEl>
                                        <p:attrNameLst>
                                          <p:attrName>style.visibility</p:attrName>
                                        </p:attrNameLst>
                                      </p:cBhvr>
                                      <p:to>
                                        <p:strVal val="visible"/>
                                      </p:to>
                                    </p:set>
                                    <p:animEffect transition="in" filter="fade">
                                      <p:cBhvr>
                                        <p:cTn id="40" dur="500"/>
                                        <p:tgtEl>
                                          <p:spTgt spid="52">
                                            <p:graphicEl>
                                              <a:dgm id="{ACCBDD8D-3731-402C-9587-BFCB9D2786D9}"/>
                                            </p:graphic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52">
                                            <p:graphicEl>
                                              <a:dgm id="{8B44A4F3-6585-4A6D-85CC-ABFE4E45643E}"/>
                                            </p:graphicEl>
                                          </p:spTgt>
                                        </p:tgtEl>
                                        <p:attrNameLst>
                                          <p:attrName>style.visibility</p:attrName>
                                        </p:attrNameLst>
                                      </p:cBhvr>
                                      <p:to>
                                        <p:strVal val="visible"/>
                                      </p:to>
                                    </p:set>
                                    <p:animEffect transition="in" filter="fade">
                                      <p:cBhvr>
                                        <p:cTn id="43" dur="500"/>
                                        <p:tgtEl>
                                          <p:spTgt spid="52">
                                            <p:graphicEl>
                                              <a:dgm id="{8B44A4F3-6585-4A6D-85CC-ABFE4E45643E}"/>
                                            </p:graphic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52">
                                            <p:graphicEl>
                                              <a:dgm id="{41456CCB-A26F-4DDF-8A52-BEA0CCA0B829}"/>
                                            </p:graphicEl>
                                          </p:spTgt>
                                        </p:tgtEl>
                                        <p:attrNameLst>
                                          <p:attrName>style.visibility</p:attrName>
                                        </p:attrNameLst>
                                      </p:cBhvr>
                                      <p:to>
                                        <p:strVal val="visible"/>
                                      </p:to>
                                    </p:set>
                                    <p:animEffect transition="in" filter="fade">
                                      <p:cBhvr>
                                        <p:cTn id="46" dur="500"/>
                                        <p:tgtEl>
                                          <p:spTgt spid="52">
                                            <p:graphicEl>
                                              <a:dgm id="{41456CCB-A26F-4DDF-8A52-BEA0CCA0B829}"/>
                                            </p:graphicEl>
                                          </p:spTgt>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52">
                                            <p:graphicEl>
                                              <a:dgm id="{09619254-0A61-4E0E-9659-DE18859D74AE}"/>
                                            </p:graphicEl>
                                          </p:spTgt>
                                        </p:tgtEl>
                                        <p:attrNameLst>
                                          <p:attrName>style.visibility</p:attrName>
                                        </p:attrNameLst>
                                      </p:cBhvr>
                                      <p:to>
                                        <p:strVal val="visible"/>
                                      </p:to>
                                    </p:set>
                                    <p:animEffect transition="in" filter="fade">
                                      <p:cBhvr>
                                        <p:cTn id="51" dur="500"/>
                                        <p:tgtEl>
                                          <p:spTgt spid="52">
                                            <p:graphicEl>
                                              <a:dgm id="{09619254-0A61-4E0E-9659-DE18859D74AE}"/>
                                            </p:graphicEl>
                                          </p:spTgt>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52">
                                            <p:graphicEl>
                                              <a:dgm id="{9D85622F-BB3A-4736-9136-22556940F838}"/>
                                            </p:graphicEl>
                                          </p:spTgt>
                                        </p:tgtEl>
                                        <p:attrNameLst>
                                          <p:attrName>style.visibility</p:attrName>
                                        </p:attrNameLst>
                                      </p:cBhvr>
                                      <p:to>
                                        <p:strVal val="visible"/>
                                      </p:to>
                                    </p:set>
                                    <p:animEffect transition="in" filter="fade">
                                      <p:cBhvr>
                                        <p:cTn id="56" dur="500"/>
                                        <p:tgtEl>
                                          <p:spTgt spid="52">
                                            <p:graphicEl>
                                              <a:dgm id="{9D85622F-BB3A-4736-9136-22556940F838}"/>
                                            </p:graphicEl>
                                          </p:spTgt>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2">
                                            <p:graphicEl>
                                              <a:dgm id="{CD4CD745-8BD3-4E9C-B0D5-5AA4D4496E38}"/>
                                            </p:graphicEl>
                                          </p:spTgt>
                                        </p:tgtEl>
                                        <p:attrNameLst>
                                          <p:attrName>style.visibility</p:attrName>
                                        </p:attrNameLst>
                                      </p:cBhvr>
                                      <p:to>
                                        <p:strVal val="visible"/>
                                      </p:to>
                                    </p:set>
                                    <p:animEffect transition="in" filter="fade">
                                      <p:cBhvr>
                                        <p:cTn id="59" dur="500"/>
                                        <p:tgtEl>
                                          <p:spTgt spid="52">
                                            <p:graphicEl>
                                              <a:dgm id="{CD4CD745-8BD3-4E9C-B0D5-5AA4D4496E38}"/>
                                            </p:graphicEl>
                                          </p:spTgt>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2">
                                            <p:graphicEl>
                                              <a:dgm id="{4A2DF46E-BE43-46B2-B954-FF7083217ADD}"/>
                                            </p:graphicEl>
                                          </p:spTgt>
                                        </p:tgtEl>
                                        <p:attrNameLst>
                                          <p:attrName>style.visibility</p:attrName>
                                        </p:attrNameLst>
                                      </p:cBhvr>
                                      <p:to>
                                        <p:strVal val="visible"/>
                                      </p:to>
                                    </p:set>
                                    <p:animEffect transition="in" filter="fade">
                                      <p:cBhvr>
                                        <p:cTn id="62" dur="500"/>
                                        <p:tgtEl>
                                          <p:spTgt spid="52">
                                            <p:graphicEl>
                                              <a:dgm id="{4A2DF46E-BE43-46B2-B954-FF7083217ADD}"/>
                                            </p:graphicEl>
                                          </p:spTgt>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2">
                                            <p:graphicEl>
                                              <a:dgm id="{8C2CF9AF-18D9-4999-B3CE-1FE854630D25}"/>
                                            </p:graphicEl>
                                          </p:spTgt>
                                        </p:tgtEl>
                                        <p:attrNameLst>
                                          <p:attrName>style.visibility</p:attrName>
                                        </p:attrNameLst>
                                      </p:cBhvr>
                                      <p:to>
                                        <p:strVal val="visible"/>
                                      </p:to>
                                    </p:set>
                                    <p:animEffect transition="in" filter="fade">
                                      <p:cBhvr>
                                        <p:cTn id="65" dur="500"/>
                                        <p:tgtEl>
                                          <p:spTgt spid="52">
                                            <p:graphicEl>
                                              <a:dgm id="{8C2CF9AF-18D9-4999-B3CE-1FE854630D25}"/>
                                            </p:graphicEl>
                                          </p:spTgt>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2">
                                            <p:graphicEl>
                                              <a:dgm id="{D0EC4B40-97AE-4D21-B62E-A1D8E244AA99}"/>
                                            </p:graphicEl>
                                          </p:spTgt>
                                        </p:tgtEl>
                                        <p:attrNameLst>
                                          <p:attrName>style.visibility</p:attrName>
                                        </p:attrNameLst>
                                      </p:cBhvr>
                                      <p:to>
                                        <p:strVal val="visible"/>
                                      </p:to>
                                    </p:set>
                                    <p:animEffect transition="in" filter="fade">
                                      <p:cBhvr>
                                        <p:cTn id="68" dur="500"/>
                                        <p:tgtEl>
                                          <p:spTgt spid="52">
                                            <p:graphicEl>
                                              <a:dgm id="{D0EC4B40-97AE-4D21-B62E-A1D8E244AA99}"/>
                                            </p:graphicEl>
                                          </p:spTgt>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52">
                                            <p:graphicEl>
                                              <a:dgm id="{70329C07-928E-4E5F-8B58-EEB553AB84F6}"/>
                                            </p:graphicEl>
                                          </p:spTgt>
                                        </p:tgtEl>
                                        <p:attrNameLst>
                                          <p:attrName>style.visibility</p:attrName>
                                        </p:attrNameLst>
                                      </p:cBhvr>
                                      <p:to>
                                        <p:strVal val="visible"/>
                                      </p:to>
                                    </p:set>
                                    <p:animEffect transition="in" filter="fade">
                                      <p:cBhvr>
                                        <p:cTn id="73" dur="500"/>
                                        <p:tgtEl>
                                          <p:spTgt spid="52">
                                            <p:graphicEl>
                                              <a:dgm id="{70329C07-928E-4E5F-8B58-EEB553AB84F6}"/>
                                            </p:graphicEl>
                                          </p:spTgt>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52">
                                            <p:graphicEl>
                                              <a:dgm id="{01CCE645-6650-4D5B-9927-3D42E98D7BC9}"/>
                                            </p:graphicEl>
                                          </p:spTgt>
                                        </p:tgtEl>
                                        <p:attrNameLst>
                                          <p:attrName>style.visibility</p:attrName>
                                        </p:attrNameLst>
                                      </p:cBhvr>
                                      <p:to>
                                        <p:strVal val="visible"/>
                                      </p:to>
                                    </p:set>
                                    <p:animEffect transition="in" filter="fade">
                                      <p:cBhvr>
                                        <p:cTn id="78" dur="500"/>
                                        <p:tgtEl>
                                          <p:spTgt spid="52">
                                            <p:graphicEl>
                                              <a:dgm id="{01CCE645-6650-4D5B-9927-3D42E98D7BC9}"/>
                                            </p:graphicEl>
                                          </p:spTgt>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2">
                                            <p:graphicEl>
                                              <a:dgm id="{DE55DA7B-8281-4E0D-9652-B78BA5757EC9}"/>
                                            </p:graphicEl>
                                          </p:spTgt>
                                        </p:tgtEl>
                                        <p:attrNameLst>
                                          <p:attrName>style.visibility</p:attrName>
                                        </p:attrNameLst>
                                      </p:cBhvr>
                                      <p:to>
                                        <p:strVal val="visible"/>
                                      </p:to>
                                    </p:set>
                                    <p:animEffect transition="in" filter="fade">
                                      <p:cBhvr>
                                        <p:cTn id="81" dur="500"/>
                                        <p:tgtEl>
                                          <p:spTgt spid="52">
                                            <p:graphicEl>
                                              <a:dgm id="{DE55DA7B-8281-4E0D-9652-B78BA5757EC9}"/>
                                            </p:graphicEl>
                                          </p:spTgt>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2">
                                            <p:graphicEl>
                                              <a:dgm id="{9369ED1F-7F31-45A7-A1BF-E08984E1DD93}"/>
                                            </p:graphicEl>
                                          </p:spTgt>
                                        </p:tgtEl>
                                        <p:attrNameLst>
                                          <p:attrName>style.visibility</p:attrName>
                                        </p:attrNameLst>
                                      </p:cBhvr>
                                      <p:to>
                                        <p:strVal val="visible"/>
                                      </p:to>
                                    </p:set>
                                    <p:animEffect transition="in" filter="fade">
                                      <p:cBhvr>
                                        <p:cTn id="84" dur="500"/>
                                        <p:tgtEl>
                                          <p:spTgt spid="52">
                                            <p:graphicEl>
                                              <a:dgm id="{9369ED1F-7F31-45A7-A1BF-E08984E1DD93}"/>
                                            </p:graphicEl>
                                          </p:spTgt>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graphicEl>
                                              <a:dgm id="{5D3FAD42-9515-45DD-9370-F28D5990EC33}"/>
                                            </p:graphicEl>
                                          </p:spTgt>
                                        </p:tgtEl>
                                        <p:attrNameLst>
                                          <p:attrName>style.visibility</p:attrName>
                                        </p:attrNameLst>
                                      </p:cBhvr>
                                      <p:to>
                                        <p:strVal val="visible"/>
                                      </p:to>
                                    </p:set>
                                    <p:animEffect transition="in" filter="fade">
                                      <p:cBhvr>
                                        <p:cTn id="87" dur="500"/>
                                        <p:tgtEl>
                                          <p:spTgt spid="52">
                                            <p:graphicEl>
                                              <a:dgm id="{5D3FAD42-9515-45DD-9370-F28D5990EC33}"/>
                                            </p:graphicEl>
                                          </p:spTgt>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2">
                                            <p:graphicEl>
                                              <a:dgm id="{B80C463D-743F-4DD6-9CCE-7BF1B23F4E90}"/>
                                            </p:graphicEl>
                                          </p:spTgt>
                                        </p:tgtEl>
                                        <p:attrNameLst>
                                          <p:attrName>style.visibility</p:attrName>
                                        </p:attrNameLst>
                                      </p:cBhvr>
                                      <p:to>
                                        <p:strVal val="visible"/>
                                      </p:to>
                                    </p:set>
                                    <p:animEffect transition="in" filter="fade">
                                      <p:cBhvr>
                                        <p:cTn id="90" dur="500"/>
                                        <p:tgtEl>
                                          <p:spTgt spid="52">
                                            <p:graphicEl>
                                              <a:dgm id="{B80C463D-743F-4DD6-9CCE-7BF1B23F4E90}"/>
                                            </p:graphicEl>
                                          </p:spTgt>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52">
                                            <p:graphicEl>
                                              <a:dgm id="{C6015EF9-4ADF-4C4D-951D-09B45B7C758D}"/>
                                            </p:graphicEl>
                                          </p:spTgt>
                                        </p:tgtEl>
                                        <p:attrNameLst>
                                          <p:attrName>style.visibility</p:attrName>
                                        </p:attrNameLst>
                                      </p:cBhvr>
                                      <p:to>
                                        <p:strVal val="visible"/>
                                      </p:to>
                                    </p:set>
                                    <p:animEffect transition="in" filter="fade">
                                      <p:cBhvr>
                                        <p:cTn id="95" dur="500"/>
                                        <p:tgtEl>
                                          <p:spTgt spid="52">
                                            <p:graphicEl>
                                              <a:dgm id="{C6015EF9-4ADF-4C4D-951D-09B45B7C758D}"/>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2" grpId="0">
        <p:bldSub>
          <a:bldDgm bld="one"/>
        </p:bldSub>
      </p:bldGraphic>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7C6916B-BBFE-C802-6144-54C85629DC20}"/>
              </a:ext>
            </a:extLst>
          </p:cNvPr>
          <p:cNvSpPr>
            <a:spLocks noGrp="1"/>
          </p:cNvSpPr>
          <p:nvPr>
            <p:ph type="title"/>
          </p:nvPr>
        </p:nvSpPr>
        <p:spPr>
          <a:xfrm>
            <a:off x="1371599" y="294538"/>
            <a:ext cx="9895951" cy="1033669"/>
          </a:xfrm>
        </p:spPr>
        <p:txBody>
          <a:bodyPr>
            <a:normAutofit/>
          </a:bodyPr>
          <a:lstStyle/>
          <a:p>
            <a:r>
              <a:rPr lang="en-GB" sz="4000" dirty="0">
                <a:solidFill>
                  <a:srgbClr val="FFFFFF"/>
                </a:solidFill>
              </a:rPr>
              <a:t>Initial Risk Assessment</a:t>
            </a:r>
          </a:p>
        </p:txBody>
      </p:sp>
      <p:graphicFrame>
        <p:nvGraphicFramePr>
          <p:cNvPr id="4" name="Content Placeholder 3">
            <a:extLst>
              <a:ext uri="{FF2B5EF4-FFF2-40B4-BE49-F238E27FC236}">
                <a16:creationId xmlns:a16="http://schemas.microsoft.com/office/drawing/2014/main" id="{D1B4EDD7-C920-5A29-FD9B-641D0BFD18A6}"/>
              </a:ext>
            </a:extLst>
          </p:cNvPr>
          <p:cNvGraphicFramePr>
            <a:graphicFrameLocks noGrp="1"/>
          </p:cNvGraphicFramePr>
          <p:nvPr>
            <p:ph idx="1"/>
          </p:nvPr>
        </p:nvGraphicFramePr>
        <p:xfrm>
          <a:off x="2424541" y="2317750"/>
          <a:ext cx="7617555" cy="3684589"/>
        </p:xfrm>
        <a:graphic>
          <a:graphicData uri="http://schemas.openxmlformats.org/drawingml/2006/table">
            <a:tbl>
              <a:tblPr firstRow="1" firstCol="1" bandRow="1">
                <a:tableStyleId>{5C22544A-7EE6-4342-B048-85BDC9FD1C3A}</a:tableStyleId>
              </a:tblPr>
              <a:tblGrid>
                <a:gridCol w="306930">
                  <a:extLst>
                    <a:ext uri="{9D8B030D-6E8A-4147-A177-3AD203B41FA5}">
                      <a16:colId xmlns:a16="http://schemas.microsoft.com/office/drawing/2014/main" val="3152590006"/>
                    </a:ext>
                  </a:extLst>
                </a:gridCol>
                <a:gridCol w="3329267">
                  <a:extLst>
                    <a:ext uri="{9D8B030D-6E8A-4147-A177-3AD203B41FA5}">
                      <a16:colId xmlns:a16="http://schemas.microsoft.com/office/drawing/2014/main" val="3016053393"/>
                    </a:ext>
                  </a:extLst>
                </a:gridCol>
                <a:gridCol w="3981358">
                  <a:extLst>
                    <a:ext uri="{9D8B030D-6E8A-4147-A177-3AD203B41FA5}">
                      <a16:colId xmlns:a16="http://schemas.microsoft.com/office/drawing/2014/main" val="3921957255"/>
                    </a:ext>
                  </a:extLst>
                </a:gridCol>
              </a:tblGrid>
              <a:tr h="162531">
                <a:tc>
                  <a:txBody>
                    <a:bodyPr/>
                    <a:lstStyle/>
                    <a:p>
                      <a:pPr algn="ctr">
                        <a:lnSpc>
                          <a:spcPct val="107000"/>
                        </a:lnSpc>
                        <a:spcAft>
                          <a:spcPts val="800"/>
                        </a:spcAft>
                        <a:buNone/>
                      </a:pPr>
                      <a:r>
                        <a:rPr lang="en-GB" sz="1000" kern="0">
                          <a:effectLst/>
                        </a:rPr>
                        <a:t>ID</a:t>
                      </a:r>
                      <a:endParaRPr lang="en-GB" sz="900" kern="100">
                        <a:effectLst/>
                        <a:latin typeface="Aptos" panose="020B0004020202020204" pitchFamily="34" charset="0"/>
                        <a:ea typeface="Aptos" panose="020B0004020202020204" pitchFamily="34" charset="0"/>
                        <a:cs typeface="Times New Roman" panose="02020603050405020304" pitchFamily="18" charset="0"/>
                      </a:endParaRPr>
                    </a:p>
                  </a:txBody>
                  <a:tcPr marL="58983" marR="58983" marT="0" marB="0"/>
                </a:tc>
                <a:tc>
                  <a:txBody>
                    <a:bodyPr/>
                    <a:lstStyle/>
                    <a:p>
                      <a:pPr algn="ctr">
                        <a:lnSpc>
                          <a:spcPct val="107000"/>
                        </a:lnSpc>
                        <a:spcAft>
                          <a:spcPts val="800"/>
                        </a:spcAft>
                        <a:buNone/>
                      </a:pPr>
                      <a:r>
                        <a:rPr lang="en-GB" sz="1000" kern="0">
                          <a:effectLst/>
                        </a:rPr>
                        <a:t>Risk</a:t>
                      </a:r>
                      <a:endParaRPr lang="en-GB" sz="900" kern="100">
                        <a:effectLst/>
                        <a:latin typeface="Aptos" panose="020B0004020202020204" pitchFamily="34" charset="0"/>
                        <a:ea typeface="Aptos" panose="020B0004020202020204" pitchFamily="34" charset="0"/>
                        <a:cs typeface="Times New Roman" panose="02020603050405020304" pitchFamily="18" charset="0"/>
                      </a:endParaRPr>
                    </a:p>
                  </a:txBody>
                  <a:tcPr marL="58983" marR="58983" marT="0" marB="0"/>
                </a:tc>
                <a:tc>
                  <a:txBody>
                    <a:bodyPr/>
                    <a:lstStyle/>
                    <a:p>
                      <a:pPr algn="ctr">
                        <a:lnSpc>
                          <a:spcPct val="107000"/>
                        </a:lnSpc>
                        <a:spcAft>
                          <a:spcPts val="800"/>
                        </a:spcAft>
                        <a:buNone/>
                      </a:pPr>
                      <a:r>
                        <a:rPr lang="en-GB" sz="1000" kern="0">
                          <a:effectLst/>
                        </a:rPr>
                        <a:t>Current Mitigating Actions</a:t>
                      </a:r>
                      <a:endParaRPr lang="en-GB" sz="900" kern="100">
                        <a:effectLst/>
                        <a:latin typeface="Aptos" panose="020B0004020202020204" pitchFamily="34" charset="0"/>
                        <a:ea typeface="Aptos" panose="020B0004020202020204" pitchFamily="34" charset="0"/>
                        <a:cs typeface="Times New Roman" panose="02020603050405020304" pitchFamily="18" charset="0"/>
                      </a:endParaRPr>
                    </a:p>
                  </a:txBody>
                  <a:tcPr marL="58983" marR="58983" marT="0" marB="0"/>
                </a:tc>
                <a:extLst>
                  <a:ext uri="{0D108BD9-81ED-4DB2-BD59-A6C34878D82A}">
                    <a16:rowId xmlns:a16="http://schemas.microsoft.com/office/drawing/2014/main" val="1811241504"/>
                  </a:ext>
                </a:extLst>
              </a:tr>
              <a:tr h="457556">
                <a:tc>
                  <a:txBody>
                    <a:bodyPr/>
                    <a:lstStyle/>
                    <a:p>
                      <a:pPr algn="ctr">
                        <a:lnSpc>
                          <a:spcPct val="107000"/>
                        </a:lnSpc>
                        <a:spcAft>
                          <a:spcPts val="800"/>
                        </a:spcAft>
                        <a:buNone/>
                      </a:pPr>
                      <a:r>
                        <a:rPr lang="en-GB" sz="900" kern="0">
                          <a:effectLst/>
                        </a:rPr>
                        <a:t>1</a:t>
                      </a:r>
                      <a:endParaRPr lang="en-GB" sz="900" kern="100">
                        <a:effectLst/>
                        <a:latin typeface="Aptos" panose="020B0004020202020204" pitchFamily="34" charset="0"/>
                        <a:ea typeface="Aptos" panose="020B0004020202020204" pitchFamily="34" charset="0"/>
                        <a:cs typeface="Times New Roman" panose="02020603050405020304" pitchFamily="18" charset="0"/>
                      </a:endParaRPr>
                    </a:p>
                  </a:txBody>
                  <a:tcPr marL="58983" marR="58983" marT="0" marB="0"/>
                </a:tc>
                <a:tc>
                  <a:txBody>
                    <a:bodyPr/>
                    <a:lstStyle/>
                    <a:p>
                      <a:pPr>
                        <a:lnSpc>
                          <a:spcPct val="107000"/>
                        </a:lnSpc>
                        <a:spcAft>
                          <a:spcPts val="800"/>
                        </a:spcAft>
                        <a:buNone/>
                      </a:pPr>
                      <a:r>
                        <a:rPr lang="en-GB" sz="900" kern="0">
                          <a:effectLst/>
                        </a:rPr>
                        <a:t>Hardcoded or insecure connections strings are used to access the SQL database, thus exposing the database to malicious actors who acquire them.</a:t>
                      </a:r>
                      <a:endParaRPr lang="en-GB" sz="900" kern="100">
                        <a:effectLst/>
                        <a:latin typeface="Aptos" panose="020B0004020202020204" pitchFamily="34" charset="0"/>
                        <a:ea typeface="Aptos" panose="020B0004020202020204" pitchFamily="34" charset="0"/>
                        <a:cs typeface="Times New Roman" panose="02020603050405020304" pitchFamily="18" charset="0"/>
                      </a:endParaRPr>
                    </a:p>
                  </a:txBody>
                  <a:tcPr marL="58983" marR="58983" marT="0" marB="0"/>
                </a:tc>
                <a:tc>
                  <a:txBody>
                    <a:bodyPr/>
                    <a:lstStyle/>
                    <a:p>
                      <a:pPr>
                        <a:lnSpc>
                          <a:spcPct val="107000"/>
                        </a:lnSpc>
                        <a:spcAft>
                          <a:spcPts val="800"/>
                        </a:spcAft>
                        <a:buNone/>
                      </a:pPr>
                      <a:r>
                        <a:rPr lang="en-GB" sz="900" kern="0">
                          <a:effectLst/>
                        </a:rPr>
                        <a:t>Reviewers should pick up hardcoded connection strings in code during Pull Requests.</a:t>
                      </a:r>
                      <a:endParaRPr lang="en-GB" sz="900" kern="100">
                        <a:effectLst/>
                        <a:latin typeface="Aptos" panose="020B0004020202020204" pitchFamily="34" charset="0"/>
                        <a:ea typeface="Aptos" panose="020B0004020202020204" pitchFamily="34" charset="0"/>
                        <a:cs typeface="Times New Roman" panose="02020603050405020304" pitchFamily="18" charset="0"/>
                      </a:endParaRPr>
                    </a:p>
                  </a:txBody>
                  <a:tcPr marL="58983" marR="58983" marT="0" marB="0"/>
                </a:tc>
                <a:extLst>
                  <a:ext uri="{0D108BD9-81ED-4DB2-BD59-A6C34878D82A}">
                    <a16:rowId xmlns:a16="http://schemas.microsoft.com/office/drawing/2014/main" val="763002407"/>
                  </a:ext>
                </a:extLst>
              </a:tr>
              <a:tr h="920410">
                <a:tc>
                  <a:txBody>
                    <a:bodyPr/>
                    <a:lstStyle/>
                    <a:p>
                      <a:pPr algn="ctr">
                        <a:lnSpc>
                          <a:spcPct val="107000"/>
                        </a:lnSpc>
                        <a:spcAft>
                          <a:spcPts val="800"/>
                        </a:spcAft>
                        <a:buNone/>
                      </a:pPr>
                      <a:r>
                        <a:rPr lang="en-GB" sz="900" kern="0">
                          <a:effectLst/>
                        </a:rPr>
                        <a:t>2</a:t>
                      </a:r>
                      <a:endParaRPr lang="en-GB" sz="900" kern="100">
                        <a:effectLst/>
                        <a:latin typeface="Aptos" panose="020B0004020202020204" pitchFamily="34" charset="0"/>
                        <a:ea typeface="Aptos" panose="020B0004020202020204" pitchFamily="34" charset="0"/>
                        <a:cs typeface="Times New Roman" panose="02020603050405020304" pitchFamily="18" charset="0"/>
                      </a:endParaRPr>
                    </a:p>
                  </a:txBody>
                  <a:tcPr marL="58983" marR="58983" marT="0" marB="0"/>
                </a:tc>
                <a:tc>
                  <a:txBody>
                    <a:bodyPr/>
                    <a:lstStyle/>
                    <a:p>
                      <a:pPr>
                        <a:lnSpc>
                          <a:spcPct val="107000"/>
                        </a:lnSpc>
                        <a:spcAft>
                          <a:spcPts val="800"/>
                        </a:spcAft>
                        <a:buNone/>
                      </a:pPr>
                      <a:r>
                        <a:rPr lang="en-GB" sz="900" kern="0">
                          <a:effectLst/>
                        </a:rPr>
                        <a:t>The data seeding script may use an identity that has greater permissions than required, and this may lead to any malicious actor who manages to run the pipeline potentially having access to an identity that can do more than intended or be used in unintended ways.</a:t>
                      </a:r>
                      <a:endParaRPr lang="en-GB" sz="900" kern="100">
                        <a:effectLst/>
                        <a:latin typeface="Aptos" panose="020B0004020202020204" pitchFamily="34" charset="0"/>
                        <a:ea typeface="Aptos" panose="020B0004020202020204" pitchFamily="34" charset="0"/>
                        <a:cs typeface="Times New Roman" panose="02020603050405020304" pitchFamily="18" charset="0"/>
                      </a:endParaRPr>
                    </a:p>
                  </a:txBody>
                  <a:tcPr marL="58983" marR="58983" marT="0" marB="0"/>
                </a:tc>
                <a:tc>
                  <a:txBody>
                    <a:bodyPr/>
                    <a:lstStyle/>
                    <a:p>
                      <a:pPr>
                        <a:lnSpc>
                          <a:spcPct val="107000"/>
                        </a:lnSpc>
                        <a:spcAft>
                          <a:spcPts val="800"/>
                        </a:spcAft>
                        <a:buNone/>
                      </a:pPr>
                      <a:r>
                        <a:rPr lang="en-GB" sz="900" kern="0">
                          <a:effectLst/>
                        </a:rPr>
                        <a:t>The service connection identity used for the pipeline has the least privileges necessary to deploy either a development or testing environment. Whilst this may allow for some malicious actions if the pipelines were changed due to some privileges it has, on balance the privileges are contained to a particular subscription and any actions taken would be logged and could be audited.</a:t>
                      </a:r>
                      <a:endParaRPr lang="en-GB" sz="900" kern="100">
                        <a:effectLst/>
                        <a:latin typeface="Aptos" panose="020B0004020202020204" pitchFamily="34" charset="0"/>
                        <a:ea typeface="Aptos" panose="020B0004020202020204" pitchFamily="34" charset="0"/>
                        <a:cs typeface="Times New Roman" panose="02020603050405020304" pitchFamily="18" charset="0"/>
                      </a:endParaRPr>
                    </a:p>
                  </a:txBody>
                  <a:tcPr marL="58983" marR="58983" marT="0" marB="0"/>
                </a:tc>
                <a:extLst>
                  <a:ext uri="{0D108BD9-81ED-4DB2-BD59-A6C34878D82A}">
                    <a16:rowId xmlns:a16="http://schemas.microsoft.com/office/drawing/2014/main" val="2846560023"/>
                  </a:ext>
                </a:extLst>
              </a:tr>
              <a:tr h="920410">
                <a:tc>
                  <a:txBody>
                    <a:bodyPr/>
                    <a:lstStyle/>
                    <a:p>
                      <a:pPr algn="ctr">
                        <a:lnSpc>
                          <a:spcPct val="107000"/>
                        </a:lnSpc>
                        <a:spcAft>
                          <a:spcPts val="800"/>
                        </a:spcAft>
                        <a:buNone/>
                      </a:pPr>
                      <a:r>
                        <a:rPr lang="en-GB" sz="900" kern="0">
                          <a:effectLst/>
                        </a:rPr>
                        <a:t>3</a:t>
                      </a:r>
                      <a:endParaRPr lang="en-GB" sz="900" kern="100">
                        <a:effectLst/>
                        <a:latin typeface="Aptos" panose="020B0004020202020204" pitchFamily="34" charset="0"/>
                        <a:ea typeface="Aptos" panose="020B0004020202020204" pitchFamily="34" charset="0"/>
                        <a:cs typeface="Times New Roman" panose="02020603050405020304" pitchFamily="18" charset="0"/>
                      </a:endParaRPr>
                    </a:p>
                  </a:txBody>
                  <a:tcPr marL="58983" marR="58983" marT="0" marB="0"/>
                </a:tc>
                <a:tc>
                  <a:txBody>
                    <a:bodyPr/>
                    <a:lstStyle/>
                    <a:p>
                      <a:pPr>
                        <a:lnSpc>
                          <a:spcPct val="107000"/>
                        </a:lnSpc>
                        <a:spcAft>
                          <a:spcPts val="800"/>
                        </a:spcAft>
                        <a:buNone/>
                      </a:pPr>
                      <a:r>
                        <a:rPr lang="en-GB" sz="900" kern="0">
                          <a:effectLst/>
                        </a:rPr>
                        <a:t>Malicious actors could gain access to the Azure DevOps repository and modify the seeding script to add malware to the database or blob storage. Malicious actors could also infer database schemas from the code in the repository.</a:t>
                      </a:r>
                      <a:endParaRPr lang="en-GB" sz="900" kern="100">
                        <a:effectLst/>
                        <a:latin typeface="Aptos" panose="020B0004020202020204" pitchFamily="34" charset="0"/>
                        <a:ea typeface="Aptos" panose="020B0004020202020204" pitchFamily="34" charset="0"/>
                        <a:cs typeface="Times New Roman" panose="02020603050405020304" pitchFamily="18" charset="0"/>
                      </a:endParaRPr>
                    </a:p>
                  </a:txBody>
                  <a:tcPr marL="58983" marR="58983" marT="0" marB="0"/>
                </a:tc>
                <a:tc>
                  <a:txBody>
                    <a:bodyPr/>
                    <a:lstStyle/>
                    <a:p>
                      <a:pPr>
                        <a:lnSpc>
                          <a:spcPct val="107000"/>
                        </a:lnSpc>
                        <a:spcAft>
                          <a:spcPts val="800"/>
                        </a:spcAft>
                        <a:buNone/>
                      </a:pPr>
                      <a:r>
                        <a:rPr lang="en-GB" sz="900" kern="0">
                          <a:effectLst/>
                        </a:rPr>
                        <a:t>The Azure DevOps project has Role-Based Access Control to ensure unauthorised personnel cannot access the project or have restricted actions inside the project. Modification of the script requires the ability to branch the code, which is permission-based, and attempts to merge such as modification into the main branch would be subject to review of a Pull Request.</a:t>
                      </a:r>
                      <a:endParaRPr lang="en-GB" sz="900" kern="100">
                        <a:effectLst/>
                        <a:latin typeface="Aptos" panose="020B0004020202020204" pitchFamily="34" charset="0"/>
                        <a:ea typeface="Aptos" panose="020B0004020202020204" pitchFamily="34" charset="0"/>
                        <a:cs typeface="Times New Roman" panose="02020603050405020304" pitchFamily="18" charset="0"/>
                      </a:endParaRPr>
                    </a:p>
                  </a:txBody>
                  <a:tcPr marL="58983" marR="58983" marT="0" marB="0"/>
                </a:tc>
                <a:extLst>
                  <a:ext uri="{0D108BD9-81ED-4DB2-BD59-A6C34878D82A}">
                    <a16:rowId xmlns:a16="http://schemas.microsoft.com/office/drawing/2014/main" val="751684513"/>
                  </a:ext>
                </a:extLst>
              </a:tr>
              <a:tr h="611841">
                <a:tc>
                  <a:txBody>
                    <a:bodyPr/>
                    <a:lstStyle/>
                    <a:p>
                      <a:pPr algn="ctr">
                        <a:lnSpc>
                          <a:spcPct val="107000"/>
                        </a:lnSpc>
                        <a:spcAft>
                          <a:spcPts val="800"/>
                        </a:spcAft>
                        <a:buNone/>
                      </a:pPr>
                      <a:r>
                        <a:rPr lang="en-GB" sz="900" kern="0">
                          <a:effectLst/>
                        </a:rPr>
                        <a:t>4</a:t>
                      </a:r>
                      <a:endParaRPr lang="en-GB" sz="900" kern="100">
                        <a:effectLst/>
                        <a:latin typeface="Aptos" panose="020B0004020202020204" pitchFamily="34" charset="0"/>
                        <a:ea typeface="Aptos" panose="020B0004020202020204" pitchFamily="34" charset="0"/>
                        <a:cs typeface="Times New Roman" panose="02020603050405020304" pitchFamily="18" charset="0"/>
                      </a:endParaRPr>
                    </a:p>
                  </a:txBody>
                  <a:tcPr marL="58983" marR="58983" marT="0" marB="0"/>
                </a:tc>
                <a:tc>
                  <a:txBody>
                    <a:bodyPr/>
                    <a:lstStyle/>
                    <a:p>
                      <a:pPr>
                        <a:lnSpc>
                          <a:spcPct val="107000"/>
                        </a:lnSpc>
                        <a:spcAft>
                          <a:spcPts val="800"/>
                        </a:spcAft>
                        <a:buNone/>
                      </a:pPr>
                      <a:r>
                        <a:rPr lang="en-GB" sz="900" kern="0">
                          <a:effectLst/>
                        </a:rPr>
                        <a:t>Pull Requests created whilst creating the data seeding script could introduce security vulnerabilities.</a:t>
                      </a:r>
                      <a:endParaRPr lang="en-GB" sz="900" kern="100">
                        <a:effectLst/>
                        <a:latin typeface="Aptos" panose="020B0004020202020204" pitchFamily="34" charset="0"/>
                        <a:ea typeface="Aptos" panose="020B0004020202020204" pitchFamily="34" charset="0"/>
                        <a:cs typeface="Times New Roman" panose="02020603050405020304" pitchFamily="18" charset="0"/>
                      </a:endParaRPr>
                    </a:p>
                  </a:txBody>
                  <a:tcPr marL="58983" marR="58983" marT="0" marB="0"/>
                </a:tc>
                <a:tc>
                  <a:txBody>
                    <a:bodyPr/>
                    <a:lstStyle/>
                    <a:p>
                      <a:pPr>
                        <a:lnSpc>
                          <a:spcPct val="107000"/>
                        </a:lnSpc>
                        <a:spcAft>
                          <a:spcPts val="800"/>
                        </a:spcAft>
                        <a:buNone/>
                      </a:pPr>
                      <a:r>
                        <a:rPr lang="en-GB" sz="900" kern="0">
                          <a:effectLst/>
                        </a:rPr>
                        <a:t>Pull Request require approval by a senior engineer or an engineer. Recommendations about security made by these reviewers will be considered and implemented if reasonable to do so before merging any Pull Requests.</a:t>
                      </a:r>
                      <a:endParaRPr lang="en-GB" sz="900" kern="100">
                        <a:effectLst/>
                        <a:latin typeface="Aptos" panose="020B0004020202020204" pitchFamily="34" charset="0"/>
                        <a:ea typeface="Aptos" panose="020B0004020202020204" pitchFamily="34" charset="0"/>
                        <a:cs typeface="Times New Roman" panose="02020603050405020304" pitchFamily="18" charset="0"/>
                      </a:endParaRPr>
                    </a:p>
                  </a:txBody>
                  <a:tcPr marL="58983" marR="58983" marT="0" marB="0"/>
                </a:tc>
                <a:extLst>
                  <a:ext uri="{0D108BD9-81ED-4DB2-BD59-A6C34878D82A}">
                    <a16:rowId xmlns:a16="http://schemas.microsoft.com/office/drawing/2014/main" val="1790409910"/>
                  </a:ext>
                </a:extLst>
              </a:tr>
              <a:tr h="611841">
                <a:tc>
                  <a:txBody>
                    <a:bodyPr/>
                    <a:lstStyle/>
                    <a:p>
                      <a:pPr algn="ctr">
                        <a:lnSpc>
                          <a:spcPct val="107000"/>
                        </a:lnSpc>
                        <a:spcAft>
                          <a:spcPts val="800"/>
                        </a:spcAft>
                        <a:buNone/>
                      </a:pPr>
                      <a:r>
                        <a:rPr lang="en-GB" sz="900" kern="0">
                          <a:effectLst/>
                        </a:rPr>
                        <a:t>5</a:t>
                      </a:r>
                      <a:endParaRPr lang="en-GB" sz="900" kern="100">
                        <a:effectLst/>
                        <a:latin typeface="Aptos" panose="020B0004020202020204" pitchFamily="34" charset="0"/>
                        <a:ea typeface="Aptos" panose="020B0004020202020204" pitchFamily="34" charset="0"/>
                        <a:cs typeface="Times New Roman" panose="02020603050405020304" pitchFamily="18" charset="0"/>
                      </a:endParaRPr>
                    </a:p>
                  </a:txBody>
                  <a:tcPr marL="58983" marR="58983" marT="0" marB="0"/>
                </a:tc>
                <a:tc>
                  <a:txBody>
                    <a:bodyPr/>
                    <a:lstStyle/>
                    <a:p>
                      <a:pPr>
                        <a:lnSpc>
                          <a:spcPct val="107000"/>
                        </a:lnSpc>
                        <a:spcAft>
                          <a:spcPts val="800"/>
                        </a:spcAft>
                        <a:buNone/>
                      </a:pPr>
                      <a:r>
                        <a:rPr lang="en-GB" sz="900" kern="0">
                          <a:effectLst/>
                        </a:rPr>
                        <a:t>The creation of multiple development and testing environments may drive up the cloud costs in Azure significantly during the development of this data seeding script.</a:t>
                      </a:r>
                      <a:endParaRPr lang="en-GB" sz="900" kern="100">
                        <a:effectLst/>
                        <a:latin typeface="Aptos" panose="020B0004020202020204" pitchFamily="34" charset="0"/>
                        <a:ea typeface="Aptos" panose="020B0004020202020204" pitchFamily="34" charset="0"/>
                        <a:cs typeface="Times New Roman" panose="02020603050405020304" pitchFamily="18" charset="0"/>
                      </a:endParaRPr>
                    </a:p>
                  </a:txBody>
                  <a:tcPr marL="58983" marR="58983" marT="0" marB="0"/>
                </a:tc>
                <a:tc>
                  <a:txBody>
                    <a:bodyPr/>
                    <a:lstStyle/>
                    <a:p>
                      <a:pPr>
                        <a:lnSpc>
                          <a:spcPct val="107000"/>
                        </a:lnSpc>
                        <a:spcAft>
                          <a:spcPts val="800"/>
                        </a:spcAft>
                        <a:buNone/>
                      </a:pPr>
                      <a:r>
                        <a:rPr lang="en-GB" sz="900" kern="0" dirty="0">
                          <a:effectLst/>
                        </a:rPr>
                        <a:t>Only a single environment should be created for this work. If development work pauses for a significant amount of time, the environment should be pulled down as to prevent incurring further costs for no reason until development starts back up again.</a:t>
                      </a:r>
                      <a:endParaRPr lang="en-GB" sz="900" kern="100" dirty="0">
                        <a:effectLst/>
                        <a:latin typeface="Aptos" panose="020B0004020202020204" pitchFamily="34" charset="0"/>
                        <a:ea typeface="Aptos" panose="020B0004020202020204" pitchFamily="34" charset="0"/>
                        <a:cs typeface="Times New Roman" panose="02020603050405020304" pitchFamily="18" charset="0"/>
                      </a:endParaRPr>
                    </a:p>
                  </a:txBody>
                  <a:tcPr marL="58983" marR="58983" marT="0" marB="0"/>
                </a:tc>
                <a:extLst>
                  <a:ext uri="{0D108BD9-81ED-4DB2-BD59-A6C34878D82A}">
                    <a16:rowId xmlns:a16="http://schemas.microsoft.com/office/drawing/2014/main" val="420055546"/>
                  </a:ext>
                </a:extLst>
              </a:tr>
            </a:tbl>
          </a:graphicData>
        </a:graphic>
      </p:graphicFrame>
    </p:spTree>
    <p:extLst>
      <p:ext uri="{BB962C8B-B14F-4D97-AF65-F5344CB8AC3E}">
        <p14:creationId xmlns:p14="http://schemas.microsoft.com/office/powerpoint/2010/main" val="2722200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FD50034-BFCA-D2B4-1C90-029B209A3F79}"/>
              </a:ext>
            </a:extLst>
          </p:cNvPr>
          <p:cNvSpPr>
            <a:spLocks noGrp="1"/>
          </p:cNvSpPr>
          <p:nvPr>
            <p:ph type="title"/>
          </p:nvPr>
        </p:nvSpPr>
        <p:spPr>
          <a:xfrm>
            <a:off x="1371599" y="294538"/>
            <a:ext cx="9895951" cy="1033669"/>
          </a:xfrm>
        </p:spPr>
        <p:txBody>
          <a:bodyPr>
            <a:normAutofit/>
          </a:bodyPr>
          <a:lstStyle/>
          <a:p>
            <a:r>
              <a:rPr lang="en-GB" sz="4000" dirty="0">
                <a:solidFill>
                  <a:srgbClr val="FFFFFF"/>
                </a:solidFill>
              </a:rPr>
              <a:t>Risk Matrix</a:t>
            </a:r>
          </a:p>
        </p:txBody>
      </p:sp>
      <p:pic>
        <p:nvPicPr>
          <p:cNvPr id="4" name="Content Placeholder 3" descr="Risk Matrix 3x3">
            <a:extLst>
              <a:ext uri="{FF2B5EF4-FFF2-40B4-BE49-F238E27FC236}">
                <a16:creationId xmlns:a16="http://schemas.microsoft.com/office/drawing/2014/main" id="{46B02D0D-A99C-1271-7A87-A30EE4561FEB}"/>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3307323" y="2317750"/>
            <a:ext cx="5851992" cy="3684588"/>
          </a:xfrm>
          <a:prstGeom prst="rect">
            <a:avLst/>
          </a:prstGeom>
          <a:noFill/>
          <a:ln>
            <a:noFill/>
          </a:ln>
        </p:spPr>
      </p:pic>
    </p:spTree>
    <p:extLst>
      <p:ext uri="{BB962C8B-B14F-4D97-AF65-F5344CB8AC3E}">
        <p14:creationId xmlns:p14="http://schemas.microsoft.com/office/powerpoint/2010/main" val="2741396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FEAA7C-06FA-7C9A-9BC4-4C75D825D424}"/>
              </a:ext>
            </a:extLst>
          </p:cNvPr>
          <p:cNvSpPr>
            <a:spLocks noGrp="1"/>
          </p:cNvSpPr>
          <p:nvPr>
            <p:ph type="title"/>
          </p:nvPr>
        </p:nvSpPr>
        <p:spPr>
          <a:xfrm>
            <a:off x="1371599" y="294538"/>
            <a:ext cx="9895951" cy="1033669"/>
          </a:xfrm>
        </p:spPr>
        <p:txBody>
          <a:bodyPr>
            <a:normAutofit/>
          </a:bodyPr>
          <a:lstStyle/>
          <a:p>
            <a:r>
              <a:rPr lang="en-GB" sz="4000" dirty="0">
                <a:solidFill>
                  <a:srgbClr val="FFFFFF"/>
                </a:solidFill>
              </a:rPr>
              <a:t>Risk Register</a:t>
            </a:r>
          </a:p>
        </p:txBody>
      </p:sp>
      <p:graphicFrame>
        <p:nvGraphicFramePr>
          <p:cNvPr id="4" name="Content Placeholder 3">
            <a:extLst>
              <a:ext uri="{FF2B5EF4-FFF2-40B4-BE49-F238E27FC236}">
                <a16:creationId xmlns:a16="http://schemas.microsoft.com/office/drawing/2014/main" id="{3883A16F-BC9F-0458-7F3F-32535C0A45AC}"/>
              </a:ext>
            </a:extLst>
          </p:cNvPr>
          <p:cNvGraphicFramePr>
            <a:graphicFrameLocks noGrp="1"/>
          </p:cNvGraphicFramePr>
          <p:nvPr>
            <p:ph idx="1"/>
            <p:extLst>
              <p:ext uri="{D42A27DB-BD31-4B8C-83A1-F6EECF244321}">
                <p14:modId xmlns:p14="http://schemas.microsoft.com/office/powerpoint/2010/main" val="168134351"/>
              </p:ext>
            </p:extLst>
          </p:nvPr>
        </p:nvGraphicFramePr>
        <p:xfrm>
          <a:off x="3062177" y="1622746"/>
          <a:ext cx="6028660" cy="5065132"/>
        </p:xfrm>
        <a:graphic>
          <a:graphicData uri="http://schemas.openxmlformats.org/drawingml/2006/table">
            <a:tbl>
              <a:tblPr firstRow="1" firstCol="1" bandRow="1">
                <a:tableStyleId>{5C22544A-7EE6-4342-B048-85BDC9FD1C3A}</a:tableStyleId>
              </a:tblPr>
              <a:tblGrid>
                <a:gridCol w="659071">
                  <a:extLst>
                    <a:ext uri="{9D8B030D-6E8A-4147-A177-3AD203B41FA5}">
                      <a16:colId xmlns:a16="http://schemas.microsoft.com/office/drawing/2014/main" val="2227505274"/>
                    </a:ext>
                  </a:extLst>
                </a:gridCol>
                <a:gridCol w="2512214">
                  <a:extLst>
                    <a:ext uri="{9D8B030D-6E8A-4147-A177-3AD203B41FA5}">
                      <a16:colId xmlns:a16="http://schemas.microsoft.com/office/drawing/2014/main" val="2398627966"/>
                    </a:ext>
                  </a:extLst>
                </a:gridCol>
                <a:gridCol w="1903052">
                  <a:extLst>
                    <a:ext uri="{9D8B030D-6E8A-4147-A177-3AD203B41FA5}">
                      <a16:colId xmlns:a16="http://schemas.microsoft.com/office/drawing/2014/main" val="990701518"/>
                    </a:ext>
                  </a:extLst>
                </a:gridCol>
                <a:gridCol w="954323">
                  <a:extLst>
                    <a:ext uri="{9D8B030D-6E8A-4147-A177-3AD203B41FA5}">
                      <a16:colId xmlns:a16="http://schemas.microsoft.com/office/drawing/2014/main" val="1380790481"/>
                    </a:ext>
                  </a:extLst>
                </a:gridCol>
              </a:tblGrid>
              <a:tr h="109194">
                <a:tc>
                  <a:txBody>
                    <a:bodyPr/>
                    <a:lstStyle/>
                    <a:p>
                      <a:pPr algn="ctr">
                        <a:lnSpc>
                          <a:spcPct val="107000"/>
                        </a:lnSpc>
                        <a:spcAft>
                          <a:spcPts val="800"/>
                        </a:spcAft>
                        <a:buNone/>
                      </a:pPr>
                      <a:r>
                        <a:rPr lang="en-GB" sz="500" kern="100">
                          <a:effectLst/>
                        </a:rPr>
                        <a:t>Risk ID</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tc>
                  <a:txBody>
                    <a:bodyPr/>
                    <a:lstStyle/>
                    <a:p>
                      <a:pPr algn="ctr">
                        <a:lnSpc>
                          <a:spcPct val="107000"/>
                        </a:lnSpc>
                        <a:spcAft>
                          <a:spcPts val="800"/>
                        </a:spcAft>
                        <a:buNone/>
                      </a:pPr>
                      <a:r>
                        <a:rPr lang="en-GB" sz="500" kern="0">
                          <a:effectLst/>
                        </a:rPr>
                        <a:t>Probability</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tc>
                  <a:txBody>
                    <a:bodyPr/>
                    <a:lstStyle/>
                    <a:p>
                      <a:pPr algn="ctr">
                        <a:lnSpc>
                          <a:spcPct val="107000"/>
                        </a:lnSpc>
                        <a:spcAft>
                          <a:spcPts val="800"/>
                        </a:spcAft>
                        <a:buNone/>
                      </a:pPr>
                      <a:r>
                        <a:rPr lang="en-GB" sz="500" kern="0">
                          <a:effectLst/>
                        </a:rPr>
                        <a:t>Impact</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tc>
                  <a:txBody>
                    <a:bodyPr/>
                    <a:lstStyle/>
                    <a:p>
                      <a:pPr algn="ctr">
                        <a:lnSpc>
                          <a:spcPct val="107000"/>
                        </a:lnSpc>
                        <a:spcAft>
                          <a:spcPts val="800"/>
                        </a:spcAft>
                        <a:buNone/>
                      </a:pPr>
                      <a:r>
                        <a:rPr lang="en-GB" sz="500" kern="0">
                          <a:effectLst/>
                        </a:rPr>
                        <a:t>Risk Score</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extLst>
                  <a:ext uri="{0D108BD9-81ED-4DB2-BD59-A6C34878D82A}">
                    <a16:rowId xmlns:a16="http://schemas.microsoft.com/office/drawing/2014/main" val="2957103344"/>
                  </a:ext>
                </a:extLst>
              </a:tr>
              <a:tr h="1013802">
                <a:tc>
                  <a:txBody>
                    <a:bodyPr/>
                    <a:lstStyle/>
                    <a:p>
                      <a:pPr algn="ctr">
                        <a:lnSpc>
                          <a:spcPct val="107000"/>
                        </a:lnSpc>
                        <a:spcAft>
                          <a:spcPts val="800"/>
                        </a:spcAft>
                        <a:buNone/>
                      </a:pPr>
                      <a:r>
                        <a:rPr lang="en-GB" sz="500" kern="0">
                          <a:effectLst/>
                        </a:rPr>
                        <a:t>1</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tc>
                  <a:txBody>
                    <a:bodyPr/>
                    <a:lstStyle/>
                    <a:p>
                      <a:pPr>
                        <a:lnSpc>
                          <a:spcPct val="107000"/>
                        </a:lnSpc>
                        <a:spcAft>
                          <a:spcPts val="800"/>
                        </a:spcAft>
                        <a:buNone/>
                      </a:pPr>
                      <a:r>
                        <a:rPr lang="en-GB" sz="500" kern="0">
                          <a:effectLst/>
                        </a:rPr>
                        <a:t>Medium – the possibility of hardcoding connection strings in the code repository or outputting them to a terminal during a deployment pipeline run is very possible if due care is not taken. Hardcoded connection strings could also be left in development git branches, meaning malicious actors may eventually get access to them, even if the hardcoded connection string code never gets merged into the main branch.</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tc>
                  <a:txBody>
                    <a:bodyPr/>
                    <a:lstStyle/>
                    <a:p>
                      <a:pPr>
                        <a:lnSpc>
                          <a:spcPct val="107000"/>
                        </a:lnSpc>
                        <a:spcAft>
                          <a:spcPts val="800"/>
                        </a:spcAft>
                        <a:buNone/>
                      </a:pPr>
                      <a:r>
                        <a:rPr lang="en-GB" sz="500" kern="0">
                          <a:effectLst/>
                        </a:rPr>
                        <a:t>Low – Because of the ephemerality of the development environments, and the fact that these hardcoded strings are not going to be used for production environments in this project, the impact should only affect development environments, which can be quickly shut down and put up with new connection strings.</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tc>
                  <a:txBody>
                    <a:bodyPr/>
                    <a:lstStyle/>
                    <a:p>
                      <a:pPr algn="ctr">
                        <a:lnSpc>
                          <a:spcPct val="107000"/>
                        </a:lnSpc>
                        <a:spcAft>
                          <a:spcPts val="800"/>
                        </a:spcAft>
                        <a:buNone/>
                      </a:pPr>
                      <a:r>
                        <a:rPr lang="en-GB" sz="500" kern="0">
                          <a:effectLst/>
                        </a:rPr>
                        <a:t>Low</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extLst>
                  <a:ext uri="{0D108BD9-81ED-4DB2-BD59-A6C34878D82A}">
                    <a16:rowId xmlns:a16="http://schemas.microsoft.com/office/drawing/2014/main" val="238165417"/>
                  </a:ext>
                </a:extLst>
              </a:tr>
              <a:tr h="1013802">
                <a:tc>
                  <a:txBody>
                    <a:bodyPr/>
                    <a:lstStyle/>
                    <a:p>
                      <a:pPr algn="ctr">
                        <a:lnSpc>
                          <a:spcPct val="107000"/>
                        </a:lnSpc>
                        <a:spcAft>
                          <a:spcPts val="800"/>
                        </a:spcAft>
                        <a:buNone/>
                      </a:pPr>
                      <a:r>
                        <a:rPr lang="en-GB" sz="500" kern="0">
                          <a:effectLst/>
                        </a:rPr>
                        <a:t>2</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tc>
                  <a:txBody>
                    <a:bodyPr/>
                    <a:lstStyle/>
                    <a:p>
                      <a:pPr>
                        <a:lnSpc>
                          <a:spcPct val="107000"/>
                        </a:lnSpc>
                        <a:spcAft>
                          <a:spcPts val="800"/>
                        </a:spcAft>
                        <a:buNone/>
                      </a:pPr>
                      <a:r>
                        <a:rPr lang="en-GB" sz="500" kern="0">
                          <a:effectLst/>
                        </a:rPr>
                        <a:t>Medium – The possibility of giving the pipeline agent’s identity additional roles in Azure’s backend is very possible. Caution will have to be taken when assigning roles, to make sure they are not over and above the necessary requirements for the project.</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tc>
                  <a:txBody>
                    <a:bodyPr/>
                    <a:lstStyle/>
                    <a:p>
                      <a:pPr>
                        <a:lnSpc>
                          <a:spcPct val="107000"/>
                        </a:lnSpc>
                        <a:spcAft>
                          <a:spcPts val="800"/>
                        </a:spcAft>
                        <a:buNone/>
                      </a:pPr>
                      <a:r>
                        <a:rPr lang="en-GB" sz="500" kern="0">
                          <a:effectLst/>
                        </a:rPr>
                        <a:t>High – Accidentally giving the pipeline agent’s identity powerful privileges could lead to accidental or malicious sabotage of Ordnance Survey’s cloud estate on Azure. This could interrupt production services and in the worst-case scenario lead to a ransomware attack. This could financially cripple Ordnance Survey.</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tc>
                  <a:txBody>
                    <a:bodyPr/>
                    <a:lstStyle/>
                    <a:p>
                      <a:pPr algn="ctr">
                        <a:lnSpc>
                          <a:spcPct val="107000"/>
                        </a:lnSpc>
                        <a:spcAft>
                          <a:spcPts val="800"/>
                        </a:spcAft>
                        <a:buNone/>
                      </a:pPr>
                      <a:r>
                        <a:rPr lang="en-GB" sz="500" kern="0">
                          <a:effectLst/>
                        </a:rPr>
                        <a:t>High</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extLst>
                  <a:ext uri="{0D108BD9-81ED-4DB2-BD59-A6C34878D82A}">
                    <a16:rowId xmlns:a16="http://schemas.microsoft.com/office/drawing/2014/main" val="917195542"/>
                  </a:ext>
                </a:extLst>
              </a:tr>
              <a:tr h="1239956">
                <a:tc>
                  <a:txBody>
                    <a:bodyPr/>
                    <a:lstStyle/>
                    <a:p>
                      <a:pPr algn="ctr">
                        <a:lnSpc>
                          <a:spcPct val="107000"/>
                        </a:lnSpc>
                        <a:spcAft>
                          <a:spcPts val="800"/>
                        </a:spcAft>
                        <a:buNone/>
                      </a:pPr>
                      <a:r>
                        <a:rPr lang="en-GB" sz="500" kern="0">
                          <a:effectLst/>
                        </a:rPr>
                        <a:t>3</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tc>
                  <a:txBody>
                    <a:bodyPr/>
                    <a:lstStyle/>
                    <a:p>
                      <a:pPr>
                        <a:lnSpc>
                          <a:spcPct val="107000"/>
                        </a:lnSpc>
                        <a:spcAft>
                          <a:spcPts val="800"/>
                        </a:spcAft>
                        <a:buNone/>
                      </a:pPr>
                      <a:r>
                        <a:rPr lang="en-GB" sz="500" kern="0" dirty="0">
                          <a:effectLst/>
                        </a:rPr>
                        <a:t>Low – Because of Azure DevOps Role Based Access Control already implemented for Ordnance Survey’s estate, this is unlikely. The modification of any scripts for the database seeding would also require extensive effort and knowledge outside of the Azure DevOps estate. Inferring database schemas is the most probable result were Role Based Access Controls to be bypassed. Pipelines are unlikely to run on branches created by anyone who bypassed the Role Based Access Control and modified the code on new branches.</a:t>
                      </a:r>
                      <a:endParaRPr lang="en-GB" sz="5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tc>
                  <a:txBody>
                    <a:bodyPr/>
                    <a:lstStyle/>
                    <a:p>
                      <a:pPr>
                        <a:lnSpc>
                          <a:spcPct val="107000"/>
                        </a:lnSpc>
                        <a:spcAft>
                          <a:spcPts val="800"/>
                        </a:spcAft>
                        <a:buNone/>
                      </a:pPr>
                      <a:r>
                        <a:rPr lang="en-GB" sz="500" kern="0">
                          <a:effectLst/>
                        </a:rPr>
                        <a:t>High – If someone were to modify the code in the repository and someone ran a pipeline using it, Ordnance Survey’s cloud estate in Azure could come under threat, potentially leading to a ransomware attack. Otherwise, the inference of a database schema would be a very small, probably negligible, threat.</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tc>
                  <a:txBody>
                    <a:bodyPr/>
                    <a:lstStyle/>
                    <a:p>
                      <a:pPr algn="ctr">
                        <a:lnSpc>
                          <a:spcPct val="107000"/>
                        </a:lnSpc>
                        <a:spcAft>
                          <a:spcPts val="800"/>
                        </a:spcAft>
                        <a:buNone/>
                      </a:pPr>
                      <a:r>
                        <a:rPr lang="en-GB" sz="500" kern="0">
                          <a:effectLst/>
                        </a:rPr>
                        <a:t>Medium</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extLst>
                  <a:ext uri="{0D108BD9-81ED-4DB2-BD59-A6C34878D82A}">
                    <a16:rowId xmlns:a16="http://schemas.microsoft.com/office/drawing/2014/main" val="1150094991"/>
                  </a:ext>
                </a:extLst>
              </a:tr>
              <a:tr h="787651">
                <a:tc>
                  <a:txBody>
                    <a:bodyPr/>
                    <a:lstStyle/>
                    <a:p>
                      <a:pPr algn="ctr">
                        <a:lnSpc>
                          <a:spcPct val="107000"/>
                        </a:lnSpc>
                        <a:spcAft>
                          <a:spcPts val="800"/>
                        </a:spcAft>
                        <a:buNone/>
                      </a:pPr>
                      <a:r>
                        <a:rPr lang="en-GB" sz="500" kern="0">
                          <a:effectLst/>
                        </a:rPr>
                        <a:t>4</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tc>
                  <a:txBody>
                    <a:bodyPr/>
                    <a:lstStyle/>
                    <a:p>
                      <a:pPr>
                        <a:lnSpc>
                          <a:spcPct val="107000"/>
                        </a:lnSpc>
                        <a:spcAft>
                          <a:spcPts val="800"/>
                        </a:spcAft>
                        <a:buNone/>
                      </a:pPr>
                      <a:r>
                        <a:rPr lang="en-GB" sz="500" kern="0">
                          <a:effectLst/>
                        </a:rPr>
                        <a:t>Low – Because of Pull Requests requiring approval by another engineer or senior engineer on the team and security vulnerabilities being notified by Azure DevOps Pipelines when a particular PowerShell cmdlet is deprecated (Microsoft Learn, 2026c), it is very unlikely critical vulnerabilities will make it through the Pull Request process.</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tc>
                  <a:txBody>
                    <a:bodyPr/>
                    <a:lstStyle/>
                    <a:p>
                      <a:pPr>
                        <a:lnSpc>
                          <a:spcPct val="107000"/>
                        </a:lnSpc>
                        <a:spcAft>
                          <a:spcPts val="800"/>
                        </a:spcAft>
                        <a:buNone/>
                      </a:pPr>
                      <a:r>
                        <a:rPr lang="en-GB" sz="500" kern="0">
                          <a:effectLst/>
                        </a:rPr>
                        <a:t>High– Although many security vulnerabilities are low-impact, because of the variable nature and breadth of security vulnerabilities it is entirely possible that a critical vulnerability could be exploited, damaging Ordnance Survey’s Azure DevOps or Azure estate.</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tc>
                  <a:txBody>
                    <a:bodyPr/>
                    <a:lstStyle/>
                    <a:p>
                      <a:pPr algn="ctr">
                        <a:lnSpc>
                          <a:spcPct val="107000"/>
                        </a:lnSpc>
                        <a:spcAft>
                          <a:spcPts val="800"/>
                        </a:spcAft>
                        <a:buNone/>
                      </a:pPr>
                      <a:r>
                        <a:rPr lang="en-GB" sz="500" kern="0">
                          <a:effectLst/>
                        </a:rPr>
                        <a:t>Medium</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extLst>
                  <a:ext uri="{0D108BD9-81ED-4DB2-BD59-A6C34878D82A}">
                    <a16:rowId xmlns:a16="http://schemas.microsoft.com/office/drawing/2014/main" val="2137806890"/>
                  </a:ext>
                </a:extLst>
              </a:tr>
              <a:tr h="900727">
                <a:tc>
                  <a:txBody>
                    <a:bodyPr/>
                    <a:lstStyle/>
                    <a:p>
                      <a:pPr algn="ctr">
                        <a:lnSpc>
                          <a:spcPct val="107000"/>
                        </a:lnSpc>
                        <a:spcAft>
                          <a:spcPts val="800"/>
                        </a:spcAft>
                        <a:buNone/>
                      </a:pPr>
                      <a:r>
                        <a:rPr lang="en-GB" sz="500" kern="0">
                          <a:effectLst/>
                        </a:rPr>
                        <a:t>5</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tc>
                  <a:txBody>
                    <a:bodyPr/>
                    <a:lstStyle/>
                    <a:p>
                      <a:pPr>
                        <a:lnSpc>
                          <a:spcPct val="107000"/>
                        </a:lnSpc>
                        <a:spcAft>
                          <a:spcPts val="800"/>
                        </a:spcAft>
                        <a:buNone/>
                      </a:pPr>
                      <a:r>
                        <a:rPr lang="en-GB" sz="500" kern="0">
                          <a:effectLst/>
                        </a:rPr>
                        <a:t>Low – It is unlikely that multiple environments would be created, except by mistake. The nature of the pipelines is such that the creation of resources must be explicitly confirmed, and when it becomes apparent that a new environment is being created, the pipeline can be stopped and the new resources shut down.</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tc>
                  <a:txBody>
                    <a:bodyPr/>
                    <a:lstStyle/>
                    <a:p>
                      <a:pPr>
                        <a:lnSpc>
                          <a:spcPct val="107000"/>
                        </a:lnSpc>
                        <a:spcAft>
                          <a:spcPts val="800"/>
                        </a:spcAft>
                        <a:buNone/>
                      </a:pPr>
                      <a:r>
                        <a:rPr lang="en-GB" sz="500" kern="0">
                          <a:effectLst/>
                        </a:rPr>
                        <a:t>Low – Each development environment is estimated to cost about £1500 for each month (see Appendix B Figure 20). As any development environment accidentally created is unlikely to be up for more than a few hours before being shut down, the cost should be negligible.</a:t>
                      </a:r>
                      <a:endParaRPr lang="en-GB" sz="500" kern="10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tc>
                  <a:txBody>
                    <a:bodyPr/>
                    <a:lstStyle/>
                    <a:p>
                      <a:pPr algn="ctr">
                        <a:lnSpc>
                          <a:spcPct val="107000"/>
                        </a:lnSpc>
                        <a:spcAft>
                          <a:spcPts val="800"/>
                        </a:spcAft>
                        <a:buNone/>
                      </a:pPr>
                      <a:r>
                        <a:rPr lang="en-GB" sz="500" kern="0" dirty="0">
                          <a:effectLst/>
                        </a:rPr>
                        <a:t>Low</a:t>
                      </a:r>
                      <a:endParaRPr lang="en-GB" sz="5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1447" marR="31447" marT="0" marB="0"/>
                </a:tc>
                <a:extLst>
                  <a:ext uri="{0D108BD9-81ED-4DB2-BD59-A6C34878D82A}">
                    <a16:rowId xmlns:a16="http://schemas.microsoft.com/office/drawing/2014/main" val="3516773782"/>
                  </a:ext>
                </a:extLst>
              </a:tr>
            </a:tbl>
          </a:graphicData>
        </a:graphic>
      </p:graphicFrame>
    </p:spTree>
    <p:extLst>
      <p:ext uri="{BB962C8B-B14F-4D97-AF65-F5344CB8AC3E}">
        <p14:creationId xmlns:p14="http://schemas.microsoft.com/office/powerpoint/2010/main" val="563827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3" name="Rectangle 4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50CD272-B40F-A425-E04B-2648C1700B74}"/>
              </a:ext>
            </a:extLst>
          </p:cNvPr>
          <p:cNvSpPr>
            <a:spLocks noGrp="1"/>
          </p:cNvSpPr>
          <p:nvPr>
            <p:ph type="title"/>
          </p:nvPr>
        </p:nvSpPr>
        <p:spPr>
          <a:xfrm>
            <a:off x="1371597" y="348865"/>
            <a:ext cx="10044023" cy="877729"/>
          </a:xfrm>
        </p:spPr>
        <p:txBody>
          <a:bodyPr anchor="ctr">
            <a:normAutofit/>
          </a:bodyPr>
          <a:lstStyle/>
          <a:p>
            <a:r>
              <a:rPr lang="en-GB" sz="4000">
                <a:solidFill>
                  <a:srgbClr val="FFFFFF"/>
                </a:solidFill>
              </a:rPr>
              <a:t>Risk Mitigation Proposals</a:t>
            </a:r>
            <a:endParaRPr lang="en-GB" sz="4000" dirty="0">
              <a:solidFill>
                <a:srgbClr val="FFFFFF"/>
              </a:solidFill>
            </a:endParaRPr>
          </a:p>
        </p:txBody>
      </p:sp>
      <p:graphicFrame>
        <p:nvGraphicFramePr>
          <p:cNvPr id="47" name="Content Placeholder 2">
            <a:extLst>
              <a:ext uri="{FF2B5EF4-FFF2-40B4-BE49-F238E27FC236}">
                <a16:creationId xmlns:a16="http://schemas.microsoft.com/office/drawing/2014/main" id="{08C39FB9-43FA-EB7B-0384-9549BADF2699}"/>
              </a:ext>
            </a:extLst>
          </p:cNvPr>
          <p:cNvGraphicFramePr>
            <a:graphicFrameLocks noGrp="1"/>
          </p:cNvGraphicFramePr>
          <p:nvPr>
            <p:ph idx="1"/>
            <p:extLst>
              <p:ext uri="{D42A27DB-BD31-4B8C-83A1-F6EECF244321}">
                <p14:modId xmlns:p14="http://schemas.microsoft.com/office/powerpoint/2010/main" val="709604683"/>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78804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7">
                                            <p:graphicEl>
                                              <a:dgm id="{1EBAB71E-DBDD-4D24-A8FC-6F1467895026}"/>
                                            </p:graphicEl>
                                          </p:spTgt>
                                        </p:tgtEl>
                                        <p:attrNameLst>
                                          <p:attrName>style.visibility</p:attrName>
                                        </p:attrNameLst>
                                      </p:cBhvr>
                                      <p:to>
                                        <p:strVal val="visible"/>
                                      </p:to>
                                    </p:set>
                                    <p:animEffect transition="in" filter="fade">
                                      <p:cBhvr>
                                        <p:cTn id="7" dur="500"/>
                                        <p:tgtEl>
                                          <p:spTgt spid="47">
                                            <p:graphicEl>
                                              <a:dgm id="{1EBAB71E-DBDD-4D24-A8FC-6F1467895026}"/>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7">
                                            <p:graphicEl>
                                              <a:dgm id="{16CC4DDC-BF08-4381-9405-243200ED744D}"/>
                                            </p:graphicEl>
                                          </p:spTgt>
                                        </p:tgtEl>
                                        <p:attrNameLst>
                                          <p:attrName>style.visibility</p:attrName>
                                        </p:attrNameLst>
                                      </p:cBhvr>
                                      <p:to>
                                        <p:strVal val="visible"/>
                                      </p:to>
                                    </p:set>
                                    <p:animEffect transition="in" filter="fade">
                                      <p:cBhvr>
                                        <p:cTn id="12" dur="500"/>
                                        <p:tgtEl>
                                          <p:spTgt spid="47">
                                            <p:graphicEl>
                                              <a:dgm id="{16CC4DDC-BF08-4381-9405-243200ED74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graphicEl>
                                              <a:dgm id="{1F89309F-F14C-4E39-A2A2-EC778783C2E9}"/>
                                            </p:graphicEl>
                                          </p:spTgt>
                                        </p:tgtEl>
                                        <p:attrNameLst>
                                          <p:attrName>style.visibility</p:attrName>
                                        </p:attrNameLst>
                                      </p:cBhvr>
                                      <p:to>
                                        <p:strVal val="visible"/>
                                      </p:to>
                                    </p:set>
                                    <p:animEffect transition="in" filter="fade">
                                      <p:cBhvr>
                                        <p:cTn id="17" dur="500"/>
                                        <p:tgtEl>
                                          <p:spTgt spid="47">
                                            <p:graphicEl>
                                              <a:dgm id="{1F89309F-F14C-4E39-A2A2-EC778783C2E9}"/>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7">
                                            <p:graphicEl>
                                              <a:dgm id="{0F6AC4AD-EC15-45B7-A6BF-C41B1662E18B}"/>
                                            </p:graphicEl>
                                          </p:spTgt>
                                        </p:tgtEl>
                                        <p:attrNameLst>
                                          <p:attrName>style.visibility</p:attrName>
                                        </p:attrNameLst>
                                      </p:cBhvr>
                                      <p:to>
                                        <p:strVal val="visible"/>
                                      </p:to>
                                    </p:set>
                                    <p:animEffect transition="in" filter="fade">
                                      <p:cBhvr>
                                        <p:cTn id="22" dur="500"/>
                                        <p:tgtEl>
                                          <p:spTgt spid="47">
                                            <p:graphicEl>
                                              <a:dgm id="{0F6AC4AD-EC15-45B7-A6BF-C41B1662E18B}"/>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7" grpId="0">
        <p:bldSub>
          <a:bldDgm bld="one"/>
        </p:bldSub>
      </p:bldGraphic>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D0EF78-7E25-86CF-1F04-E5AF63A45ED8}"/>
              </a:ext>
            </a:extLst>
          </p:cNvPr>
          <p:cNvSpPr>
            <a:spLocks noGrp="1"/>
          </p:cNvSpPr>
          <p:nvPr>
            <p:ph type="title"/>
          </p:nvPr>
        </p:nvSpPr>
        <p:spPr>
          <a:xfrm>
            <a:off x="1371599" y="294538"/>
            <a:ext cx="9895951" cy="1033669"/>
          </a:xfrm>
        </p:spPr>
        <p:txBody>
          <a:bodyPr vert="horz" lIns="91440" tIns="45720" rIns="91440" bIns="45720" rtlCol="0">
            <a:normAutofit/>
          </a:bodyPr>
          <a:lstStyle/>
          <a:p>
            <a:r>
              <a:rPr lang="en-US" sz="4000" kern="1200" dirty="0">
                <a:solidFill>
                  <a:srgbClr val="FFFFFF"/>
                </a:solidFill>
                <a:latin typeface="+mj-lt"/>
                <a:ea typeface="+mj-ea"/>
                <a:cs typeface="+mj-cs"/>
              </a:rPr>
              <a:t>Initial Gantt Chart</a:t>
            </a:r>
          </a:p>
        </p:txBody>
      </p:sp>
      <p:pic>
        <p:nvPicPr>
          <p:cNvPr id="7" name="Content Placeholder 3">
            <a:extLst>
              <a:ext uri="{FF2B5EF4-FFF2-40B4-BE49-F238E27FC236}">
                <a16:creationId xmlns:a16="http://schemas.microsoft.com/office/drawing/2014/main" id="{643115B1-25DB-D517-109F-4447148976B7}"/>
              </a:ext>
            </a:extLst>
          </p:cNvPr>
          <p:cNvPicPr>
            <a:picLocks noGrp="1" noChangeAspect="1"/>
          </p:cNvPicPr>
          <p:nvPr>
            <p:ph idx="1"/>
          </p:nvPr>
        </p:nvPicPr>
        <p:blipFill>
          <a:blip r:embed="rId2"/>
          <a:stretch>
            <a:fillRect/>
          </a:stretch>
        </p:blipFill>
        <p:spPr>
          <a:xfrm>
            <a:off x="1627584" y="2317750"/>
            <a:ext cx="9211469" cy="3684588"/>
          </a:xfrm>
          <a:prstGeom prst="rect">
            <a:avLst/>
          </a:prstGeom>
        </p:spPr>
      </p:pic>
    </p:spTree>
    <p:extLst>
      <p:ext uri="{BB962C8B-B14F-4D97-AF65-F5344CB8AC3E}">
        <p14:creationId xmlns:p14="http://schemas.microsoft.com/office/powerpoint/2010/main" val="2921166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01F17E9B-4EE5-B161-D1E4-F125F7D9A9AD}"/>
              </a:ext>
            </a:extLst>
          </p:cNvPr>
          <p:cNvSpPr>
            <a:spLocks noGrp="1"/>
          </p:cNvSpPr>
          <p:nvPr>
            <p:ph type="title"/>
          </p:nvPr>
        </p:nvSpPr>
        <p:spPr>
          <a:xfrm>
            <a:off x="660041" y="2767106"/>
            <a:ext cx="2880828" cy="3071906"/>
          </a:xfrm>
        </p:spPr>
        <p:txBody>
          <a:bodyPr vert="horz" lIns="91440" tIns="45720" rIns="91440" bIns="45720" rtlCol="0" anchor="t">
            <a:normAutofit/>
          </a:bodyPr>
          <a:lstStyle/>
          <a:p>
            <a:pPr algn="l"/>
            <a:r>
              <a:rPr lang="en-US" sz="4000" kern="1200">
                <a:solidFill>
                  <a:srgbClr val="FFFFFF"/>
                </a:solidFill>
                <a:latin typeface="+mj-lt"/>
                <a:ea typeface="+mj-ea"/>
                <a:cs typeface="+mj-cs"/>
              </a:rPr>
              <a:t>Initial Work Breakdown Structure</a:t>
            </a:r>
          </a:p>
        </p:txBody>
      </p:sp>
      <p:pic>
        <p:nvPicPr>
          <p:cNvPr id="4" name="Content Placeholder 3">
            <a:extLst>
              <a:ext uri="{FF2B5EF4-FFF2-40B4-BE49-F238E27FC236}">
                <a16:creationId xmlns:a16="http://schemas.microsoft.com/office/drawing/2014/main" id="{050F2A59-11B6-BCD4-A3A8-F644026B62AA}"/>
              </a:ext>
            </a:extLst>
          </p:cNvPr>
          <p:cNvPicPr>
            <a:picLocks noGrp="1" noChangeAspect="1"/>
          </p:cNvPicPr>
          <p:nvPr>
            <p:ph idx="1"/>
          </p:nvPr>
        </p:nvPicPr>
        <p:blipFill>
          <a:blip r:embed="rId2"/>
          <a:stretch>
            <a:fillRect/>
          </a:stretch>
        </p:blipFill>
        <p:spPr>
          <a:xfrm>
            <a:off x="4502428" y="1387727"/>
            <a:ext cx="7225748" cy="4082546"/>
          </a:xfrm>
          <a:prstGeom prst="rect">
            <a:avLst/>
          </a:prstGeom>
        </p:spPr>
      </p:pic>
    </p:spTree>
    <p:extLst>
      <p:ext uri="{BB962C8B-B14F-4D97-AF65-F5344CB8AC3E}">
        <p14:creationId xmlns:p14="http://schemas.microsoft.com/office/powerpoint/2010/main" val="3476814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5D7057B-D82A-FE51-70A6-B9D3569D6341}"/>
              </a:ext>
            </a:extLst>
          </p:cNvPr>
          <p:cNvSpPr>
            <a:spLocks noGrp="1"/>
          </p:cNvSpPr>
          <p:nvPr>
            <p:ph type="title"/>
          </p:nvPr>
        </p:nvSpPr>
        <p:spPr>
          <a:xfrm>
            <a:off x="1371597" y="348865"/>
            <a:ext cx="10044023" cy="877729"/>
          </a:xfrm>
        </p:spPr>
        <p:txBody>
          <a:bodyPr anchor="ctr">
            <a:normAutofit/>
          </a:bodyPr>
          <a:lstStyle/>
          <a:p>
            <a:r>
              <a:rPr lang="en-GB" sz="3700">
                <a:solidFill>
                  <a:srgbClr val="FFFFFF"/>
                </a:solidFill>
              </a:rPr>
              <a:t>Solution Development and Testing – 4</a:t>
            </a:r>
            <a:r>
              <a:rPr lang="en-GB" sz="3700" baseline="30000">
                <a:solidFill>
                  <a:srgbClr val="FFFFFF"/>
                </a:solidFill>
              </a:rPr>
              <a:t>th</a:t>
            </a:r>
            <a:r>
              <a:rPr lang="en-GB" sz="3700">
                <a:solidFill>
                  <a:srgbClr val="FFFFFF"/>
                </a:solidFill>
              </a:rPr>
              <a:t>-6</a:t>
            </a:r>
            <a:r>
              <a:rPr lang="en-GB" sz="3700" baseline="30000">
                <a:solidFill>
                  <a:srgbClr val="FFFFFF"/>
                </a:solidFill>
              </a:rPr>
              <a:t>th</a:t>
            </a:r>
            <a:r>
              <a:rPr lang="en-GB" sz="3700">
                <a:solidFill>
                  <a:srgbClr val="FFFFFF"/>
                </a:solidFill>
              </a:rPr>
              <a:t> March</a:t>
            </a:r>
          </a:p>
        </p:txBody>
      </p:sp>
      <p:graphicFrame>
        <p:nvGraphicFramePr>
          <p:cNvPr id="18" name="Content Placeholder 2">
            <a:extLst>
              <a:ext uri="{FF2B5EF4-FFF2-40B4-BE49-F238E27FC236}">
                <a16:creationId xmlns:a16="http://schemas.microsoft.com/office/drawing/2014/main" id="{52717C8B-AF6D-4462-495D-2E03771E0051}"/>
              </a:ext>
            </a:extLst>
          </p:cNvPr>
          <p:cNvGraphicFramePr>
            <a:graphicFrameLocks noGrp="1"/>
          </p:cNvGraphicFramePr>
          <p:nvPr>
            <p:ph idx="1"/>
            <p:extLst>
              <p:ext uri="{D42A27DB-BD31-4B8C-83A1-F6EECF244321}">
                <p14:modId xmlns:p14="http://schemas.microsoft.com/office/powerpoint/2010/main" val="950093091"/>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168193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graphicEl>
                                              <a:dgm id="{B72D7EDB-4F99-47B5-8DD6-99B223A33B75}"/>
                                            </p:graphicEl>
                                          </p:spTgt>
                                        </p:tgtEl>
                                        <p:attrNameLst>
                                          <p:attrName>style.visibility</p:attrName>
                                        </p:attrNameLst>
                                      </p:cBhvr>
                                      <p:to>
                                        <p:strVal val="visible"/>
                                      </p:to>
                                    </p:set>
                                    <p:animEffect transition="in" filter="fade">
                                      <p:cBhvr>
                                        <p:cTn id="7" dur="500"/>
                                        <p:tgtEl>
                                          <p:spTgt spid="18">
                                            <p:graphicEl>
                                              <a:dgm id="{B72D7EDB-4F99-47B5-8DD6-99B223A33B75}"/>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8">
                                            <p:graphicEl>
                                              <a:dgm id="{1B353709-FAC7-4267-87AA-D6B9FF7A411B}"/>
                                            </p:graphicEl>
                                          </p:spTgt>
                                        </p:tgtEl>
                                        <p:attrNameLst>
                                          <p:attrName>style.visibility</p:attrName>
                                        </p:attrNameLst>
                                      </p:cBhvr>
                                      <p:to>
                                        <p:strVal val="visible"/>
                                      </p:to>
                                    </p:set>
                                    <p:animEffect transition="in" filter="fade">
                                      <p:cBhvr>
                                        <p:cTn id="12" dur="500"/>
                                        <p:tgtEl>
                                          <p:spTgt spid="18">
                                            <p:graphicEl>
                                              <a:dgm id="{1B353709-FAC7-4267-87AA-D6B9FF7A411B}"/>
                                            </p:graphic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8">
                                            <p:graphicEl>
                                              <a:dgm id="{FE41ED5D-AEB6-462E-B376-FB4AD912BEAC}"/>
                                            </p:graphicEl>
                                          </p:spTgt>
                                        </p:tgtEl>
                                        <p:attrNameLst>
                                          <p:attrName>style.visibility</p:attrName>
                                        </p:attrNameLst>
                                      </p:cBhvr>
                                      <p:to>
                                        <p:strVal val="visible"/>
                                      </p:to>
                                    </p:set>
                                    <p:animEffect transition="in" filter="fade">
                                      <p:cBhvr>
                                        <p:cTn id="15" dur="500"/>
                                        <p:tgtEl>
                                          <p:spTgt spid="18">
                                            <p:graphicEl>
                                              <a:dgm id="{FE41ED5D-AEB6-462E-B376-FB4AD912BEAC}"/>
                                            </p:graphic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8">
                                            <p:graphicEl>
                                              <a:dgm id="{9E7F18CA-90FF-4755-8DE4-C53C5FAA1EDF}"/>
                                            </p:graphicEl>
                                          </p:spTgt>
                                        </p:tgtEl>
                                        <p:attrNameLst>
                                          <p:attrName>style.visibility</p:attrName>
                                        </p:attrNameLst>
                                      </p:cBhvr>
                                      <p:to>
                                        <p:strVal val="visible"/>
                                      </p:to>
                                    </p:set>
                                    <p:animEffect transition="in" filter="fade">
                                      <p:cBhvr>
                                        <p:cTn id="20" dur="500"/>
                                        <p:tgtEl>
                                          <p:spTgt spid="18">
                                            <p:graphicEl>
                                              <a:dgm id="{9E7F18CA-90FF-4755-8DE4-C53C5FAA1EDF}"/>
                                            </p:graphic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8">
                                            <p:graphicEl>
                                              <a:dgm id="{C524F546-A4DB-4AD5-B1E2-A94987BEB757}"/>
                                            </p:graphicEl>
                                          </p:spTgt>
                                        </p:tgtEl>
                                        <p:attrNameLst>
                                          <p:attrName>style.visibility</p:attrName>
                                        </p:attrNameLst>
                                      </p:cBhvr>
                                      <p:to>
                                        <p:strVal val="visible"/>
                                      </p:to>
                                    </p:set>
                                    <p:animEffect transition="in" filter="fade">
                                      <p:cBhvr>
                                        <p:cTn id="23" dur="500"/>
                                        <p:tgtEl>
                                          <p:spTgt spid="18">
                                            <p:graphicEl>
                                              <a:dgm id="{C524F546-A4DB-4AD5-B1E2-A94987BEB757}"/>
                                            </p:graphic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8">
                                            <p:graphicEl>
                                              <a:dgm id="{06F19E9F-709F-4E25-9E6C-A9BB517D6D06}"/>
                                            </p:graphicEl>
                                          </p:spTgt>
                                        </p:tgtEl>
                                        <p:attrNameLst>
                                          <p:attrName>style.visibility</p:attrName>
                                        </p:attrNameLst>
                                      </p:cBhvr>
                                      <p:to>
                                        <p:strVal val="visible"/>
                                      </p:to>
                                    </p:set>
                                    <p:animEffect transition="in" filter="fade">
                                      <p:cBhvr>
                                        <p:cTn id="28" dur="500"/>
                                        <p:tgtEl>
                                          <p:spTgt spid="18">
                                            <p:graphicEl>
                                              <a:dgm id="{06F19E9F-709F-4E25-9E6C-A9BB517D6D06}"/>
                                            </p:graphic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8">
                                            <p:graphicEl>
                                              <a:dgm id="{445281A1-F128-493E-A389-3D39E22C26F1}"/>
                                            </p:graphicEl>
                                          </p:spTgt>
                                        </p:tgtEl>
                                        <p:attrNameLst>
                                          <p:attrName>style.visibility</p:attrName>
                                        </p:attrNameLst>
                                      </p:cBhvr>
                                      <p:to>
                                        <p:strVal val="visible"/>
                                      </p:to>
                                    </p:set>
                                    <p:animEffect transition="in" filter="fade">
                                      <p:cBhvr>
                                        <p:cTn id="31" dur="500"/>
                                        <p:tgtEl>
                                          <p:spTgt spid="18">
                                            <p:graphicEl>
                                              <a:dgm id="{445281A1-F128-493E-A389-3D39E22C26F1}"/>
                                            </p:graphic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8">
                                            <p:graphicEl>
                                              <a:dgm id="{EF0E8C31-A43A-4F69-B772-C1DF6C2BBA5C}"/>
                                            </p:graphicEl>
                                          </p:spTgt>
                                        </p:tgtEl>
                                        <p:attrNameLst>
                                          <p:attrName>style.visibility</p:attrName>
                                        </p:attrNameLst>
                                      </p:cBhvr>
                                      <p:to>
                                        <p:strVal val="visible"/>
                                      </p:to>
                                    </p:set>
                                    <p:animEffect transition="in" filter="fade">
                                      <p:cBhvr>
                                        <p:cTn id="36" dur="500"/>
                                        <p:tgtEl>
                                          <p:spTgt spid="18">
                                            <p:graphicEl>
                                              <a:dgm id="{EF0E8C31-A43A-4F69-B772-C1DF6C2BBA5C}"/>
                                            </p:graphicEl>
                                          </p:spTgt>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8">
                                            <p:graphicEl>
                                              <a:dgm id="{3AE62BD4-DB1A-44CF-933C-C416A4EDD56E}"/>
                                            </p:graphicEl>
                                          </p:spTgt>
                                        </p:tgtEl>
                                        <p:attrNameLst>
                                          <p:attrName>style.visibility</p:attrName>
                                        </p:attrNameLst>
                                      </p:cBhvr>
                                      <p:to>
                                        <p:strVal val="visible"/>
                                      </p:to>
                                    </p:set>
                                    <p:animEffect transition="in" filter="fade">
                                      <p:cBhvr>
                                        <p:cTn id="39" dur="500"/>
                                        <p:tgtEl>
                                          <p:spTgt spid="18">
                                            <p:graphicEl>
                                              <a:dgm id="{3AE62BD4-DB1A-44CF-933C-C416A4EDD56E}"/>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8" grpId="0">
        <p:bldSub>
          <a:bldDgm bld="one"/>
        </p:bldSub>
      </p:bldGraphic>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2C66CA-2D12-FEC4-77F2-1CACD0F3B34F}"/>
              </a:ext>
            </a:extLst>
          </p:cNvPr>
          <p:cNvSpPr>
            <a:spLocks noGrp="1"/>
          </p:cNvSpPr>
          <p:nvPr>
            <p:ph type="title"/>
          </p:nvPr>
        </p:nvSpPr>
        <p:spPr>
          <a:xfrm>
            <a:off x="1371599" y="294538"/>
            <a:ext cx="9895951" cy="1033669"/>
          </a:xfrm>
        </p:spPr>
        <p:txBody>
          <a:bodyPr vert="horz" lIns="91440" tIns="45720" rIns="91440" bIns="45720" rtlCol="0">
            <a:normAutofit/>
          </a:bodyPr>
          <a:lstStyle/>
          <a:p>
            <a:r>
              <a:rPr lang="en-US" sz="4000" kern="1200" dirty="0">
                <a:solidFill>
                  <a:srgbClr val="FFFFFF"/>
                </a:solidFill>
                <a:latin typeface="+mj-lt"/>
                <a:ea typeface="+mj-ea"/>
                <a:cs typeface="+mj-cs"/>
              </a:rPr>
              <a:t>Gantt Chart (Second Week with Revisions)</a:t>
            </a:r>
          </a:p>
        </p:txBody>
      </p:sp>
      <p:pic>
        <p:nvPicPr>
          <p:cNvPr id="28" name="Content Placeholder 3">
            <a:extLst>
              <a:ext uri="{FF2B5EF4-FFF2-40B4-BE49-F238E27FC236}">
                <a16:creationId xmlns:a16="http://schemas.microsoft.com/office/drawing/2014/main" id="{232FDAE7-FFFB-9934-6095-42E9ACCC5B43}"/>
              </a:ext>
            </a:extLst>
          </p:cNvPr>
          <p:cNvPicPr>
            <a:picLocks noGrp="1" noChangeAspect="1"/>
          </p:cNvPicPr>
          <p:nvPr>
            <p:ph idx="1"/>
          </p:nvPr>
        </p:nvPicPr>
        <p:blipFill>
          <a:blip r:embed="rId2"/>
          <a:stretch>
            <a:fillRect/>
          </a:stretch>
        </p:blipFill>
        <p:spPr>
          <a:xfrm>
            <a:off x="2212565" y="2317750"/>
            <a:ext cx="8041507" cy="3684588"/>
          </a:xfrm>
          <a:prstGeom prst="rect">
            <a:avLst/>
          </a:prstGeom>
        </p:spPr>
      </p:pic>
    </p:spTree>
    <p:extLst>
      <p:ext uri="{BB962C8B-B14F-4D97-AF65-F5344CB8AC3E}">
        <p14:creationId xmlns:p14="http://schemas.microsoft.com/office/powerpoint/2010/main" val="17661211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61B7D3EF-97F8-B6C7-B0A6-31ECCE02C75A}"/>
              </a:ext>
            </a:extLst>
          </p:cNvPr>
          <p:cNvSpPr>
            <a:spLocks noGrp="1"/>
          </p:cNvSpPr>
          <p:nvPr>
            <p:ph type="title"/>
          </p:nvPr>
        </p:nvSpPr>
        <p:spPr>
          <a:xfrm>
            <a:off x="660041" y="2767106"/>
            <a:ext cx="2880828" cy="3071906"/>
          </a:xfrm>
        </p:spPr>
        <p:txBody>
          <a:bodyPr vert="horz" lIns="91440" tIns="45720" rIns="91440" bIns="45720" rtlCol="0" anchor="t">
            <a:normAutofit/>
          </a:bodyPr>
          <a:lstStyle/>
          <a:p>
            <a:pPr algn="l"/>
            <a:r>
              <a:rPr lang="en-US" sz="4000" kern="1200">
                <a:solidFill>
                  <a:srgbClr val="FFFFFF"/>
                </a:solidFill>
                <a:latin typeface="+mj-lt"/>
                <a:ea typeface="+mj-ea"/>
                <a:cs typeface="+mj-cs"/>
              </a:rPr>
              <a:t>Final Work Breakdown Structure</a:t>
            </a:r>
          </a:p>
        </p:txBody>
      </p:sp>
      <p:pic>
        <p:nvPicPr>
          <p:cNvPr id="4" name="Content Placeholder 3">
            <a:extLst>
              <a:ext uri="{FF2B5EF4-FFF2-40B4-BE49-F238E27FC236}">
                <a16:creationId xmlns:a16="http://schemas.microsoft.com/office/drawing/2014/main" id="{23158230-EA48-B0BC-A519-5ADE6A62F504}"/>
              </a:ext>
            </a:extLst>
          </p:cNvPr>
          <p:cNvPicPr>
            <a:picLocks noGrp="1" noChangeAspect="1"/>
          </p:cNvPicPr>
          <p:nvPr>
            <p:ph idx="1"/>
          </p:nvPr>
        </p:nvPicPr>
        <p:blipFill>
          <a:blip r:embed="rId2"/>
          <a:stretch>
            <a:fillRect/>
          </a:stretch>
        </p:blipFill>
        <p:spPr>
          <a:xfrm>
            <a:off x="4502428" y="945149"/>
            <a:ext cx="7225748" cy="4967702"/>
          </a:xfrm>
          <a:prstGeom prst="rect">
            <a:avLst/>
          </a:prstGeom>
        </p:spPr>
      </p:pic>
    </p:spTree>
    <p:extLst>
      <p:ext uri="{BB962C8B-B14F-4D97-AF65-F5344CB8AC3E}">
        <p14:creationId xmlns:p14="http://schemas.microsoft.com/office/powerpoint/2010/main" val="1767246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A53E16F-E744-C444-2E35-AA862033DF26}"/>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FC418C5-499A-4C94-1481-2B5320DE9A87}"/>
              </a:ext>
            </a:extLst>
          </p:cNvPr>
          <p:cNvSpPr>
            <a:spLocks noGrp="1"/>
          </p:cNvSpPr>
          <p:nvPr>
            <p:ph type="title"/>
          </p:nvPr>
        </p:nvSpPr>
        <p:spPr>
          <a:xfrm>
            <a:off x="1371597" y="348865"/>
            <a:ext cx="10044023" cy="877729"/>
          </a:xfrm>
        </p:spPr>
        <p:txBody>
          <a:bodyPr anchor="ctr">
            <a:normAutofit/>
          </a:bodyPr>
          <a:lstStyle/>
          <a:p>
            <a:r>
              <a:rPr lang="en-GB" sz="3400">
                <a:solidFill>
                  <a:srgbClr val="FFFFFF"/>
                </a:solidFill>
              </a:rPr>
              <a:t>Solution Development and Testing – 9</a:t>
            </a:r>
            <a:r>
              <a:rPr lang="en-GB" sz="3400" baseline="30000">
                <a:solidFill>
                  <a:srgbClr val="FFFFFF"/>
                </a:solidFill>
              </a:rPr>
              <a:t>th</a:t>
            </a:r>
            <a:r>
              <a:rPr lang="en-GB" sz="3400">
                <a:solidFill>
                  <a:srgbClr val="FFFFFF"/>
                </a:solidFill>
              </a:rPr>
              <a:t> – 13</a:t>
            </a:r>
            <a:r>
              <a:rPr lang="en-GB" sz="3400" baseline="30000">
                <a:solidFill>
                  <a:srgbClr val="FFFFFF"/>
                </a:solidFill>
              </a:rPr>
              <a:t>th</a:t>
            </a:r>
            <a:r>
              <a:rPr lang="en-GB" sz="3400">
                <a:solidFill>
                  <a:srgbClr val="FFFFFF"/>
                </a:solidFill>
              </a:rPr>
              <a:t> March</a:t>
            </a:r>
          </a:p>
        </p:txBody>
      </p:sp>
      <p:graphicFrame>
        <p:nvGraphicFramePr>
          <p:cNvPr id="18" name="Content Placeholder 2">
            <a:extLst>
              <a:ext uri="{FF2B5EF4-FFF2-40B4-BE49-F238E27FC236}">
                <a16:creationId xmlns:a16="http://schemas.microsoft.com/office/drawing/2014/main" id="{9F8075B5-7F97-08B4-FDCB-A5E3CC0A6888}"/>
              </a:ext>
            </a:extLst>
          </p:cNvPr>
          <p:cNvGraphicFramePr>
            <a:graphicFrameLocks noGrp="1"/>
          </p:cNvGraphicFramePr>
          <p:nvPr>
            <p:ph idx="1"/>
            <p:extLst>
              <p:ext uri="{D42A27DB-BD31-4B8C-83A1-F6EECF244321}">
                <p14:modId xmlns:p14="http://schemas.microsoft.com/office/powerpoint/2010/main" val="3221608867"/>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16684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graphicEl>
                                              <a:dgm id="{61D069F4-1892-447A-B8BB-74C7F35F2B61}"/>
                                            </p:graphicEl>
                                          </p:spTgt>
                                        </p:tgtEl>
                                        <p:attrNameLst>
                                          <p:attrName>style.visibility</p:attrName>
                                        </p:attrNameLst>
                                      </p:cBhvr>
                                      <p:to>
                                        <p:strVal val="visible"/>
                                      </p:to>
                                    </p:set>
                                    <p:animEffect transition="in" filter="fade">
                                      <p:cBhvr>
                                        <p:cTn id="7" dur="500"/>
                                        <p:tgtEl>
                                          <p:spTgt spid="18">
                                            <p:graphicEl>
                                              <a:dgm id="{61D069F4-1892-447A-B8BB-74C7F35F2B61}"/>
                                            </p:graphic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graphicEl>
                                              <a:dgm id="{857A6FA4-94AD-4E04-9225-8C36A8411FE6}"/>
                                            </p:graphicEl>
                                          </p:spTgt>
                                        </p:tgtEl>
                                        <p:attrNameLst>
                                          <p:attrName>style.visibility</p:attrName>
                                        </p:attrNameLst>
                                      </p:cBhvr>
                                      <p:to>
                                        <p:strVal val="visible"/>
                                      </p:to>
                                    </p:set>
                                    <p:animEffect transition="in" filter="fade">
                                      <p:cBhvr>
                                        <p:cTn id="10" dur="500"/>
                                        <p:tgtEl>
                                          <p:spTgt spid="18">
                                            <p:graphicEl>
                                              <a:dgm id="{857A6FA4-94AD-4E04-9225-8C36A8411FE6}"/>
                                            </p:graphic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
                                            <p:graphicEl>
                                              <a:dgm id="{7C8C8BC2-92D5-4E5B-91AE-2F96905A404E}"/>
                                            </p:graphicEl>
                                          </p:spTgt>
                                        </p:tgtEl>
                                        <p:attrNameLst>
                                          <p:attrName>style.visibility</p:attrName>
                                        </p:attrNameLst>
                                      </p:cBhvr>
                                      <p:to>
                                        <p:strVal val="visible"/>
                                      </p:to>
                                    </p:set>
                                    <p:animEffect transition="in" filter="fade">
                                      <p:cBhvr>
                                        <p:cTn id="13" dur="500"/>
                                        <p:tgtEl>
                                          <p:spTgt spid="18">
                                            <p:graphicEl>
                                              <a:dgm id="{7C8C8BC2-92D5-4E5B-91AE-2F96905A404E}"/>
                                            </p:graphic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8">
                                            <p:graphicEl>
                                              <a:dgm id="{1B9E21BF-4B18-4EC8-A4BB-531CDF01EF85}"/>
                                            </p:graphicEl>
                                          </p:spTgt>
                                        </p:tgtEl>
                                        <p:attrNameLst>
                                          <p:attrName>style.visibility</p:attrName>
                                        </p:attrNameLst>
                                      </p:cBhvr>
                                      <p:to>
                                        <p:strVal val="visible"/>
                                      </p:to>
                                    </p:set>
                                    <p:animEffect transition="in" filter="fade">
                                      <p:cBhvr>
                                        <p:cTn id="18" dur="500"/>
                                        <p:tgtEl>
                                          <p:spTgt spid="18">
                                            <p:graphicEl>
                                              <a:dgm id="{1B9E21BF-4B18-4EC8-A4BB-531CDF01EF85}"/>
                                            </p:graphic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graphicEl>
                                              <a:dgm id="{DDBCCA77-F142-4179-A043-42B76C7141A1}"/>
                                            </p:graphicEl>
                                          </p:spTgt>
                                        </p:tgtEl>
                                        <p:attrNameLst>
                                          <p:attrName>style.visibility</p:attrName>
                                        </p:attrNameLst>
                                      </p:cBhvr>
                                      <p:to>
                                        <p:strVal val="visible"/>
                                      </p:to>
                                    </p:set>
                                    <p:animEffect transition="in" filter="fade">
                                      <p:cBhvr>
                                        <p:cTn id="21" dur="500"/>
                                        <p:tgtEl>
                                          <p:spTgt spid="18">
                                            <p:graphicEl>
                                              <a:dgm id="{DDBCCA77-F142-4179-A043-42B76C7141A1}"/>
                                            </p:graphic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8">
                                            <p:graphicEl>
                                              <a:dgm id="{ED820AFA-F953-4F32-92AE-6F1AE3271067}"/>
                                            </p:graphicEl>
                                          </p:spTgt>
                                        </p:tgtEl>
                                        <p:attrNameLst>
                                          <p:attrName>style.visibility</p:attrName>
                                        </p:attrNameLst>
                                      </p:cBhvr>
                                      <p:to>
                                        <p:strVal val="visible"/>
                                      </p:to>
                                    </p:set>
                                    <p:animEffect transition="in" filter="fade">
                                      <p:cBhvr>
                                        <p:cTn id="24" dur="500"/>
                                        <p:tgtEl>
                                          <p:spTgt spid="18">
                                            <p:graphicEl>
                                              <a:dgm id="{ED820AFA-F953-4F32-92AE-6F1AE3271067}"/>
                                            </p:graphic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8">
                                            <p:graphicEl>
                                              <a:dgm id="{FF60C364-73B0-4D2C-9E71-7094EC37EA00}"/>
                                            </p:graphicEl>
                                          </p:spTgt>
                                        </p:tgtEl>
                                        <p:attrNameLst>
                                          <p:attrName>style.visibility</p:attrName>
                                        </p:attrNameLst>
                                      </p:cBhvr>
                                      <p:to>
                                        <p:strVal val="visible"/>
                                      </p:to>
                                    </p:set>
                                    <p:animEffect transition="in" filter="fade">
                                      <p:cBhvr>
                                        <p:cTn id="29" dur="500"/>
                                        <p:tgtEl>
                                          <p:spTgt spid="18">
                                            <p:graphicEl>
                                              <a:dgm id="{FF60C364-73B0-4D2C-9E71-7094EC37EA00}"/>
                                            </p:graphic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8">
                                            <p:graphicEl>
                                              <a:dgm id="{5C02D7A1-EA4F-4FE5-8B99-AEDFE5D66129}"/>
                                            </p:graphicEl>
                                          </p:spTgt>
                                        </p:tgtEl>
                                        <p:attrNameLst>
                                          <p:attrName>style.visibility</p:attrName>
                                        </p:attrNameLst>
                                      </p:cBhvr>
                                      <p:to>
                                        <p:strVal val="visible"/>
                                      </p:to>
                                    </p:set>
                                    <p:animEffect transition="in" filter="fade">
                                      <p:cBhvr>
                                        <p:cTn id="32" dur="500"/>
                                        <p:tgtEl>
                                          <p:spTgt spid="18">
                                            <p:graphicEl>
                                              <a:dgm id="{5C02D7A1-EA4F-4FE5-8B99-AEDFE5D66129}"/>
                                            </p:graphic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8">
                                            <p:graphicEl>
                                              <a:dgm id="{F7399725-CC4D-4116-93B0-CF3639A459D7}"/>
                                            </p:graphicEl>
                                          </p:spTgt>
                                        </p:tgtEl>
                                        <p:attrNameLst>
                                          <p:attrName>style.visibility</p:attrName>
                                        </p:attrNameLst>
                                      </p:cBhvr>
                                      <p:to>
                                        <p:strVal val="visible"/>
                                      </p:to>
                                    </p:set>
                                    <p:animEffect transition="in" filter="fade">
                                      <p:cBhvr>
                                        <p:cTn id="35" dur="500"/>
                                        <p:tgtEl>
                                          <p:spTgt spid="18">
                                            <p:graphicEl>
                                              <a:dgm id="{F7399725-CC4D-4116-93B0-CF3639A459D7}"/>
                                            </p:graphic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8">
                                            <p:graphicEl>
                                              <a:dgm id="{958A2A79-2022-4210-A0DC-47B4AECBB925}"/>
                                            </p:graphicEl>
                                          </p:spTgt>
                                        </p:tgtEl>
                                        <p:attrNameLst>
                                          <p:attrName>style.visibility</p:attrName>
                                        </p:attrNameLst>
                                      </p:cBhvr>
                                      <p:to>
                                        <p:strVal val="visible"/>
                                      </p:to>
                                    </p:set>
                                    <p:animEffect transition="in" filter="fade">
                                      <p:cBhvr>
                                        <p:cTn id="40" dur="500"/>
                                        <p:tgtEl>
                                          <p:spTgt spid="18">
                                            <p:graphicEl>
                                              <a:dgm id="{958A2A79-2022-4210-A0DC-47B4AECBB925}"/>
                                            </p:graphic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8">
                                            <p:graphicEl>
                                              <a:dgm id="{0E3BE26B-8ED4-4CF3-A75F-EF21C482AD8D}"/>
                                            </p:graphicEl>
                                          </p:spTgt>
                                        </p:tgtEl>
                                        <p:attrNameLst>
                                          <p:attrName>style.visibility</p:attrName>
                                        </p:attrNameLst>
                                      </p:cBhvr>
                                      <p:to>
                                        <p:strVal val="visible"/>
                                      </p:to>
                                    </p:set>
                                    <p:animEffect transition="in" filter="fade">
                                      <p:cBhvr>
                                        <p:cTn id="43" dur="500"/>
                                        <p:tgtEl>
                                          <p:spTgt spid="18">
                                            <p:graphicEl>
                                              <a:dgm id="{0E3BE26B-8ED4-4CF3-A75F-EF21C482AD8D}"/>
                                            </p:graphic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8">
                                            <p:graphicEl>
                                              <a:dgm id="{FBD7C14A-6AEF-4CE4-B4AF-3F043E28C12E}"/>
                                            </p:graphicEl>
                                          </p:spTgt>
                                        </p:tgtEl>
                                        <p:attrNameLst>
                                          <p:attrName>style.visibility</p:attrName>
                                        </p:attrNameLst>
                                      </p:cBhvr>
                                      <p:to>
                                        <p:strVal val="visible"/>
                                      </p:to>
                                    </p:set>
                                    <p:animEffect transition="in" filter="fade">
                                      <p:cBhvr>
                                        <p:cTn id="46" dur="500"/>
                                        <p:tgtEl>
                                          <p:spTgt spid="18">
                                            <p:graphicEl>
                                              <a:dgm id="{FBD7C14A-6AEF-4CE4-B4AF-3F043E28C12E}"/>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8" grpId="0">
        <p:bldSub>
          <a:bldDgm bld="one"/>
        </p:bldSub>
      </p:bldGraphic>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039E0C9-EBFB-08BA-BFAE-55C7F8552D36}"/>
              </a:ext>
            </a:extLst>
          </p:cNvPr>
          <p:cNvSpPr>
            <a:spLocks noGrp="1"/>
          </p:cNvSpPr>
          <p:nvPr>
            <p:ph type="title"/>
          </p:nvPr>
        </p:nvSpPr>
        <p:spPr>
          <a:xfrm>
            <a:off x="699713" y="248038"/>
            <a:ext cx="11251282"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Evidence </a:t>
            </a:r>
          </a:p>
        </p:txBody>
      </p:sp>
      <p:pic>
        <p:nvPicPr>
          <p:cNvPr id="4" name="Content Placeholder 3">
            <a:extLst>
              <a:ext uri="{FF2B5EF4-FFF2-40B4-BE49-F238E27FC236}">
                <a16:creationId xmlns:a16="http://schemas.microsoft.com/office/drawing/2014/main" id="{C05FE505-A3BB-405E-355A-7927621C4DB2}"/>
              </a:ext>
            </a:extLst>
          </p:cNvPr>
          <p:cNvPicPr>
            <a:picLocks noGrp="1" noChangeAspect="1"/>
          </p:cNvPicPr>
          <p:nvPr>
            <p:ph idx="1"/>
          </p:nvPr>
        </p:nvPicPr>
        <p:blipFill>
          <a:blip r:embed="rId2"/>
          <a:stretch>
            <a:fillRect/>
          </a:stretch>
        </p:blipFill>
        <p:spPr>
          <a:xfrm>
            <a:off x="1409516" y="1966293"/>
            <a:ext cx="9372966" cy="4452160"/>
          </a:xfrm>
          <a:prstGeom prst="rect">
            <a:avLst/>
          </a:prstGeom>
        </p:spPr>
      </p:pic>
    </p:spTree>
    <p:extLst>
      <p:ext uri="{BB962C8B-B14F-4D97-AF65-F5344CB8AC3E}">
        <p14:creationId xmlns:p14="http://schemas.microsoft.com/office/powerpoint/2010/main" val="1907630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F02E2CD-04A0-8158-F43F-7F6D4810FFB0}"/>
              </a:ext>
            </a:extLst>
          </p:cNvPr>
          <p:cNvSpPr>
            <a:spLocks noGrp="1"/>
          </p:cNvSpPr>
          <p:nvPr>
            <p:ph type="title"/>
          </p:nvPr>
        </p:nvSpPr>
        <p:spPr>
          <a:xfrm>
            <a:off x="1371599" y="294538"/>
            <a:ext cx="9895951" cy="1033669"/>
          </a:xfrm>
        </p:spPr>
        <p:txBody>
          <a:bodyPr vert="horz" lIns="91440" tIns="45720" rIns="91440" bIns="45720" rtlCol="0">
            <a:normAutofit/>
          </a:bodyPr>
          <a:lstStyle/>
          <a:p>
            <a:r>
              <a:rPr lang="en-US" sz="4000" kern="1200">
                <a:solidFill>
                  <a:srgbClr val="FFFFFF"/>
                </a:solidFill>
                <a:latin typeface="+mj-lt"/>
                <a:ea typeface="+mj-ea"/>
                <a:cs typeface="+mj-cs"/>
              </a:rPr>
              <a:t>Gantt Chart (Third Week)</a:t>
            </a:r>
          </a:p>
        </p:txBody>
      </p:sp>
      <p:pic>
        <p:nvPicPr>
          <p:cNvPr id="7" name="Content Placeholder 3">
            <a:extLst>
              <a:ext uri="{FF2B5EF4-FFF2-40B4-BE49-F238E27FC236}">
                <a16:creationId xmlns:a16="http://schemas.microsoft.com/office/drawing/2014/main" id="{BA779F00-F8DA-23BB-FE6C-C91343256C9A}"/>
              </a:ext>
            </a:extLst>
          </p:cNvPr>
          <p:cNvPicPr>
            <a:picLocks noGrp="1" noChangeAspect="1"/>
          </p:cNvPicPr>
          <p:nvPr>
            <p:ph idx="1"/>
          </p:nvPr>
        </p:nvPicPr>
        <p:blipFill>
          <a:blip r:embed="rId2"/>
          <a:stretch>
            <a:fillRect/>
          </a:stretch>
        </p:blipFill>
        <p:spPr>
          <a:xfrm>
            <a:off x="2074079" y="2317750"/>
            <a:ext cx="8318480" cy="3684588"/>
          </a:xfrm>
          <a:prstGeom prst="rect">
            <a:avLst/>
          </a:prstGeom>
        </p:spPr>
      </p:pic>
    </p:spTree>
    <p:extLst>
      <p:ext uri="{BB962C8B-B14F-4D97-AF65-F5344CB8AC3E}">
        <p14:creationId xmlns:p14="http://schemas.microsoft.com/office/powerpoint/2010/main" val="1203752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499670-CC3B-BB3E-C84A-8E6B780C4CF0}"/>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A08F542-7879-B37F-2D03-1C69CD76615A}"/>
              </a:ext>
            </a:extLst>
          </p:cNvPr>
          <p:cNvSpPr>
            <a:spLocks noGrp="1"/>
          </p:cNvSpPr>
          <p:nvPr>
            <p:ph type="title"/>
          </p:nvPr>
        </p:nvSpPr>
        <p:spPr>
          <a:xfrm>
            <a:off x="1371597" y="348865"/>
            <a:ext cx="10044023" cy="877729"/>
          </a:xfrm>
        </p:spPr>
        <p:txBody>
          <a:bodyPr anchor="ctr">
            <a:normAutofit/>
          </a:bodyPr>
          <a:lstStyle/>
          <a:p>
            <a:r>
              <a:rPr lang="en-GB" sz="3400">
                <a:solidFill>
                  <a:srgbClr val="FFFFFF"/>
                </a:solidFill>
              </a:rPr>
              <a:t>Solution Development and Testing – 16</a:t>
            </a:r>
            <a:r>
              <a:rPr lang="en-GB" sz="3400" baseline="30000">
                <a:solidFill>
                  <a:srgbClr val="FFFFFF"/>
                </a:solidFill>
              </a:rPr>
              <a:t>th</a:t>
            </a:r>
            <a:r>
              <a:rPr lang="en-GB" sz="3400">
                <a:solidFill>
                  <a:srgbClr val="FFFFFF"/>
                </a:solidFill>
              </a:rPr>
              <a:t> – 20</a:t>
            </a:r>
            <a:r>
              <a:rPr lang="en-GB" sz="3400" baseline="30000">
                <a:solidFill>
                  <a:srgbClr val="FFFFFF"/>
                </a:solidFill>
              </a:rPr>
              <a:t>th</a:t>
            </a:r>
            <a:r>
              <a:rPr lang="en-GB" sz="3400">
                <a:solidFill>
                  <a:srgbClr val="FFFFFF"/>
                </a:solidFill>
              </a:rPr>
              <a:t> March</a:t>
            </a:r>
          </a:p>
        </p:txBody>
      </p:sp>
      <p:graphicFrame>
        <p:nvGraphicFramePr>
          <p:cNvPr id="18" name="Content Placeholder 2">
            <a:extLst>
              <a:ext uri="{FF2B5EF4-FFF2-40B4-BE49-F238E27FC236}">
                <a16:creationId xmlns:a16="http://schemas.microsoft.com/office/drawing/2014/main" id="{14970827-1E86-A5AD-2B40-D910BDC93F3D}"/>
              </a:ext>
            </a:extLst>
          </p:cNvPr>
          <p:cNvGraphicFramePr>
            <a:graphicFrameLocks noGrp="1"/>
          </p:cNvGraphicFramePr>
          <p:nvPr>
            <p:ph idx="1"/>
            <p:extLst>
              <p:ext uri="{D42A27DB-BD31-4B8C-83A1-F6EECF244321}">
                <p14:modId xmlns:p14="http://schemas.microsoft.com/office/powerpoint/2010/main" val="3126165400"/>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1198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graphicEl>
                                              <a:dgm id="{FCE73DA7-13AC-48F1-A27D-9B232EC2A917}"/>
                                            </p:graphicEl>
                                          </p:spTgt>
                                        </p:tgtEl>
                                        <p:attrNameLst>
                                          <p:attrName>style.visibility</p:attrName>
                                        </p:attrNameLst>
                                      </p:cBhvr>
                                      <p:to>
                                        <p:strVal val="visible"/>
                                      </p:to>
                                    </p:set>
                                    <p:animEffect transition="in" filter="fade">
                                      <p:cBhvr>
                                        <p:cTn id="7" dur="500"/>
                                        <p:tgtEl>
                                          <p:spTgt spid="18">
                                            <p:graphicEl>
                                              <a:dgm id="{FCE73DA7-13AC-48F1-A27D-9B232EC2A917}"/>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8">
                                            <p:graphicEl>
                                              <a:dgm id="{36B518BC-9C3E-4898-A66E-1B265D63F890}"/>
                                            </p:graphicEl>
                                          </p:spTgt>
                                        </p:tgtEl>
                                        <p:attrNameLst>
                                          <p:attrName>style.visibility</p:attrName>
                                        </p:attrNameLst>
                                      </p:cBhvr>
                                      <p:to>
                                        <p:strVal val="visible"/>
                                      </p:to>
                                    </p:set>
                                    <p:animEffect transition="in" filter="fade">
                                      <p:cBhvr>
                                        <p:cTn id="12" dur="500"/>
                                        <p:tgtEl>
                                          <p:spTgt spid="18">
                                            <p:graphicEl>
                                              <a:dgm id="{36B518BC-9C3E-4898-A66E-1B265D63F890}"/>
                                            </p:graphic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8">
                                            <p:graphicEl>
                                              <a:dgm id="{A1E723CF-BF0A-4A13-9494-830563ACCF02}"/>
                                            </p:graphicEl>
                                          </p:spTgt>
                                        </p:tgtEl>
                                        <p:attrNameLst>
                                          <p:attrName>style.visibility</p:attrName>
                                        </p:attrNameLst>
                                      </p:cBhvr>
                                      <p:to>
                                        <p:strVal val="visible"/>
                                      </p:to>
                                    </p:set>
                                    <p:animEffect transition="in" filter="fade">
                                      <p:cBhvr>
                                        <p:cTn id="15" dur="500"/>
                                        <p:tgtEl>
                                          <p:spTgt spid="18">
                                            <p:graphicEl>
                                              <a:dgm id="{A1E723CF-BF0A-4A13-9494-830563ACCF02}"/>
                                            </p:graphic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8">
                                            <p:graphicEl>
                                              <a:dgm id="{EFDD6D4B-8129-43BA-8CB2-48EC5C17F97C}"/>
                                            </p:graphicEl>
                                          </p:spTgt>
                                        </p:tgtEl>
                                        <p:attrNameLst>
                                          <p:attrName>style.visibility</p:attrName>
                                        </p:attrNameLst>
                                      </p:cBhvr>
                                      <p:to>
                                        <p:strVal val="visible"/>
                                      </p:to>
                                    </p:set>
                                    <p:animEffect transition="in" filter="fade">
                                      <p:cBhvr>
                                        <p:cTn id="20" dur="500"/>
                                        <p:tgtEl>
                                          <p:spTgt spid="18">
                                            <p:graphicEl>
                                              <a:dgm id="{EFDD6D4B-8129-43BA-8CB2-48EC5C17F97C}"/>
                                            </p:graphic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8">
                                            <p:graphicEl>
                                              <a:dgm id="{16A08D63-BB93-478E-A0C3-7D7F3088B30C}"/>
                                            </p:graphicEl>
                                          </p:spTgt>
                                        </p:tgtEl>
                                        <p:attrNameLst>
                                          <p:attrName>style.visibility</p:attrName>
                                        </p:attrNameLst>
                                      </p:cBhvr>
                                      <p:to>
                                        <p:strVal val="visible"/>
                                      </p:to>
                                    </p:set>
                                    <p:animEffect transition="in" filter="fade">
                                      <p:cBhvr>
                                        <p:cTn id="23" dur="500"/>
                                        <p:tgtEl>
                                          <p:spTgt spid="18">
                                            <p:graphicEl>
                                              <a:dgm id="{16A08D63-BB93-478E-A0C3-7D7F3088B30C}"/>
                                            </p:graphic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8">
                                            <p:graphicEl>
                                              <a:dgm id="{01B64DBE-DE84-4F17-B39C-8D9C03D85C9F}"/>
                                            </p:graphicEl>
                                          </p:spTgt>
                                        </p:tgtEl>
                                        <p:attrNameLst>
                                          <p:attrName>style.visibility</p:attrName>
                                        </p:attrNameLst>
                                      </p:cBhvr>
                                      <p:to>
                                        <p:strVal val="visible"/>
                                      </p:to>
                                    </p:set>
                                    <p:animEffect transition="in" filter="fade">
                                      <p:cBhvr>
                                        <p:cTn id="28" dur="500"/>
                                        <p:tgtEl>
                                          <p:spTgt spid="18">
                                            <p:graphicEl>
                                              <a:dgm id="{01B64DBE-DE84-4F17-B39C-8D9C03D85C9F}"/>
                                            </p:graphic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8">
                                            <p:graphicEl>
                                              <a:dgm id="{FD55A707-15E7-4668-ACDA-3AF0EC796DDE}"/>
                                            </p:graphicEl>
                                          </p:spTgt>
                                        </p:tgtEl>
                                        <p:attrNameLst>
                                          <p:attrName>style.visibility</p:attrName>
                                        </p:attrNameLst>
                                      </p:cBhvr>
                                      <p:to>
                                        <p:strVal val="visible"/>
                                      </p:to>
                                    </p:set>
                                    <p:animEffect transition="in" filter="fade">
                                      <p:cBhvr>
                                        <p:cTn id="31" dur="500"/>
                                        <p:tgtEl>
                                          <p:spTgt spid="18">
                                            <p:graphicEl>
                                              <a:dgm id="{FD55A707-15E7-4668-ACDA-3AF0EC796DDE}"/>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8" grpId="0">
        <p:bldSub>
          <a:bldDgm bld="one"/>
        </p:bldSub>
      </p:bldGraphic>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2AB3FE6-920F-9231-5A44-A2684EED864F}"/>
              </a:ext>
            </a:extLst>
          </p:cNvPr>
          <p:cNvSpPr>
            <a:spLocks noGrp="1"/>
          </p:cNvSpPr>
          <p:nvPr>
            <p:ph type="title"/>
          </p:nvPr>
        </p:nvSpPr>
        <p:spPr>
          <a:xfrm>
            <a:off x="826396" y="586855"/>
            <a:ext cx="4230100" cy="3387497"/>
          </a:xfrm>
        </p:spPr>
        <p:txBody>
          <a:bodyPr anchor="b">
            <a:normAutofit/>
          </a:bodyPr>
          <a:lstStyle/>
          <a:p>
            <a:pPr algn="r"/>
            <a:r>
              <a:rPr lang="en-GB" sz="4000" dirty="0">
                <a:solidFill>
                  <a:srgbClr val="FFFFFF"/>
                </a:solidFill>
              </a:rPr>
              <a:t>Evidence</a:t>
            </a:r>
          </a:p>
        </p:txBody>
      </p:sp>
      <p:pic>
        <p:nvPicPr>
          <p:cNvPr id="5" name="Content Placeholder 4">
            <a:extLst>
              <a:ext uri="{FF2B5EF4-FFF2-40B4-BE49-F238E27FC236}">
                <a16:creationId xmlns:a16="http://schemas.microsoft.com/office/drawing/2014/main" id="{7102D35B-3B10-D4AE-B48F-FA26DEF24BA5}"/>
              </a:ext>
            </a:extLst>
          </p:cNvPr>
          <p:cNvPicPr>
            <a:picLocks noGrp="1" noChangeAspect="1"/>
          </p:cNvPicPr>
          <p:nvPr>
            <p:ph idx="1"/>
          </p:nvPr>
        </p:nvPicPr>
        <p:blipFill>
          <a:blip r:embed="rId3"/>
          <a:stretch>
            <a:fillRect/>
          </a:stretch>
        </p:blipFill>
        <p:spPr>
          <a:xfrm>
            <a:off x="6502400" y="2946765"/>
            <a:ext cx="4862513" cy="951770"/>
          </a:xfrm>
          <a:prstGeom prst="rect">
            <a:avLst/>
          </a:prstGeom>
        </p:spPr>
      </p:pic>
    </p:spTree>
    <p:extLst>
      <p:ext uri="{BB962C8B-B14F-4D97-AF65-F5344CB8AC3E}">
        <p14:creationId xmlns:p14="http://schemas.microsoft.com/office/powerpoint/2010/main" val="692917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D1D347-313A-3B00-5039-6ED30716D3A9}"/>
              </a:ext>
            </a:extLst>
          </p:cNvPr>
          <p:cNvSpPr>
            <a:spLocks noGrp="1"/>
          </p:cNvSpPr>
          <p:nvPr>
            <p:ph type="title"/>
          </p:nvPr>
        </p:nvSpPr>
        <p:spPr>
          <a:xfrm>
            <a:off x="1371599" y="294538"/>
            <a:ext cx="9895951" cy="1033669"/>
          </a:xfrm>
        </p:spPr>
        <p:txBody>
          <a:bodyPr>
            <a:normAutofit/>
          </a:bodyPr>
          <a:lstStyle/>
          <a:p>
            <a:r>
              <a:rPr lang="en-GB" sz="4000" dirty="0">
                <a:solidFill>
                  <a:srgbClr val="FFFFFF"/>
                </a:solidFill>
              </a:rPr>
              <a:t>Evidence</a:t>
            </a:r>
          </a:p>
        </p:txBody>
      </p:sp>
      <p:pic>
        <p:nvPicPr>
          <p:cNvPr id="4" name="Content Placeholder 3">
            <a:extLst>
              <a:ext uri="{FF2B5EF4-FFF2-40B4-BE49-F238E27FC236}">
                <a16:creationId xmlns:a16="http://schemas.microsoft.com/office/drawing/2014/main" id="{20E6B036-E9E3-CB3A-06EB-B0E2EE8943CE}"/>
              </a:ext>
            </a:extLst>
          </p:cNvPr>
          <p:cNvPicPr>
            <a:picLocks noGrp="1" noChangeAspect="1"/>
          </p:cNvPicPr>
          <p:nvPr>
            <p:ph idx="1"/>
          </p:nvPr>
        </p:nvPicPr>
        <p:blipFill>
          <a:blip r:embed="rId2"/>
          <a:stretch>
            <a:fillRect/>
          </a:stretch>
        </p:blipFill>
        <p:spPr>
          <a:xfrm>
            <a:off x="1653971" y="2317750"/>
            <a:ext cx="9158696" cy="3684588"/>
          </a:xfrm>
          <a:prstGeom prst="rect">
            <a:avLst/>
          </a:prstGeom>
        </p:spPr>
      </p:pic>
    </p:spTree>
    <p:extLst>
      <p:ext uri="{BB962C8B-B14F-4D97-AF65-F5344CB8AC3E}">
        <p14:creationId xmlns:p14="http://schemas.microsoft.com/office/powerpoint/2010/main" val="834392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8607544-D7E6-302D-389D-58DE68D75F13}"/>
              </a:ext>
            </a:extLst>
          </p:cNvPr>
          <p:cNvSpPr>
            <a:spLocks noGrp="1"/>
          </p:cNvSpPr>
          <p:nvPr>
            <p:ph type="title"/>
          </p:nvPr>
        </p:nvSpPr>
        <p:spPr>
          <a:xfrm>
            <a:off x="1371599" y="294538"/>
            <a:ext cx="9895951" cy="1033669"/>
          </a:xfrm>
        </p:spPr>
        <p:txBody>
          <a:bodyPr>
            <a:normAutofit/>
          </a:bodyPr>
          <a:lstStyle/>
          <a:p>
            <a:r>
              <a:rPr lang="en-GB" sz="4000" dirty="0">
                <a:solidFill>
                  <a:srgbClr val="FFFFFF"/>
                </a:solidFill>
              </a:rPr>
              <a:t>Evidence</a:t>
            </a:r>
          </a:p>
        </p:txBody>
      </p:sp>
      <p:pic>
        <p:nvPicPr>
          <p:cNvPr id="4" name="Content Placeholder 3">
            <a:extLst>
              <a:ext uri="{FF2B5EF4-FFF2-40B4-BE49-F238E27FC236}">
                <a16:creationId xmlns:a16="http://schemas.microsoft.com/office/drawing/2014/main" id="{072E8AA0-0549-0D14-E78F-0850F4995C6F}"/>
              </a:ext>
            </a:extLst>
          </p:cNvPr>
          <p:cNvPicPr>
            <a:picLocks noGrp="1" noChangeAspect="1"/>
          </p:cNvPicPr>
          <p:nvPr>
            <p:ph idx="1"/>
          </p:nvPr>
        </p:nvPicPr>
        <p:blipFill>
          <a:blip r:embed="rId2"/>
          <a:stretch>
            <a:fillRect/>
          </a:stretch>
        </p:blipFill>
        <p:spPr>
          <a:xfrm>
            <a:off x="4077789" y="2317750"/>
            <a:ext cx="4311060" cy="3684588"/>
          </a:xfrm>
          <a:prstGeom prst="rect">
            <a:avLst/>
          </a:prstGeom>
        </p:spPr>
      </p:pic>
    </p:spTree>
    <p:extLst>
      <p:ext uri="{BB962C8B-B14F-4D97-AF65-F5344CB8AC3E}">
        <p14:creationId xmlns:p14="http://schemas.microsoft.com/office/powerpoint/2010/main" val="2744316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9332397-A8A0-3E89-325C-36F10EED860F}"/>
              </a:ext>
            </a:extLst>
          </p:cNvPr>
          <p:cNvSpPr>
            <a:spLocks noGrp="1"/>
          </p:cNvSpPr>
          <p:nvPr>
            <p:ph type="title"/>
          </p:nvPr>
        </p:nvSpPr>
        <p:spPr>
          <a:xfrm>
            <a:off x="1371599" y="294538"/>
            <a:ext cx="9895951" cy="1033669"/>
          </a:xfrm>
        </p:spPr>
        <p:txBody>
          <a:bodyPr vert="horz" lIns="91440" tIns="45720" rIns="91440" bIns="45720" rtlCol="0">
            <a:normAutofit/>
          </a:bodyPr>
          <a:lstStyle/>
          <a:p>
            <a:r>
              <a:rPr lang="en-US" sz="4000" kern="1200">
                <a:solidFill>
                  <a:srgbClr val="FFFFFF"/>
                </a:solidFill>
                <a:latin typeface="+mj-lt"/>
                <a:ea typeface="+mj-ea"/>
                <a:cs typeface="+mj-cs"/>
              </a:rPr>
              <a:t>Gantt Chart (Fourth Week)</a:t>
            </a:r>
          </a:p>
        </p:txBody>
      </p:sp>
      <p:pic>
        <p:nvPicPr>
          <p:cNvPr id="7" name="Content Placeholder 3">
            <a:extLst>
              <a:ext uri="{FF2B5EF4-FFF2-40B4-BE49-F238E27FC236}">
                <a16:creationId xmlns:a16="http://schemas.microsoft.com/office/drawing/2014/main" id="{3539EAC9-9641-97F5-5F1A-1655A4FB7A1F}"/>
              </a:ext>
            </a:extLst>
          </p:cNvPr>
          <p:cNvPicPr>
            <a:picLocks noGrp="1" noChangeAspect="1"/>
          </p:cNvPicPr>
          <p:nvPr>
            <p:ph idx="1"/>
          </p:nvPr>
        </p:nvPicPr>
        <p:blipFill>
          <a:blip r:embed="rId2"/>
          <a:stretch>
            <a:fillRect/>
          </a:stretch>
        </p:blipFill>
        <p:spPr>
          <a:xfrm>
            <a:off x="2052625" y="2317750"/>
            <a:ext cx="8361387" cy="3684588"/>
          </a:xfrm>
          <a:prstGeom prst="rect">
            <a:avLst/>
          </a:prstGeom>
        </p:spPr>
      </p:pic>
    </p:spTree>
    <p:extLst>
      <p:ext uri="{BB962C8B-B14F-4D97-AF65-F5344CB8AC3E}">
        <p14:creationId xmlns:p14="http://schemas.microsoft.com/office/powerpoint/2010/main" val="1966636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2E661F4-C251-F60D-1475-478E8A918949}"/>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16A4745-B647-F4C1-3B07-2EC0B4BB380D}"/>
              </a:ext>
            </a:extLst>
          </p:cNvPr>
          <p:cNvSpPr>
            <a:spLocks noGrp="1"/>
          </p:cNvSpPr>
          <p:nvPr>
            <p:ph type="title"/>
          </p:nvPr>
        </p:nvSpPr>
        <p:spPr>
          <a:xfrm>
            <a:off x="1371597" y="348865"/>
            <a:ext cx="10044023" cy="877729"/>
          </a:xfrm>
        </p:spPr>
        <p:txBody>
          <a:bodyPr anchor="ctr">
            <a:normAutofit/>
          </a:bodyPr>
          <a:lstStyle/>
          <a:p>
            <a:r>
              <a:rPr lang="en-GB" sz="3400">
                <a:solidFill>
                  <a:srgbClr val="FFFFFF"/>
                </a:solidFill>
              </a:rPr>
              <a:t>Solution Development and Testing – 23</a:t>
            </a:r>
            <a:r>
              <a:rPr lang="en-GB" sz="3400" baseline="30000">
                <a:solidFill>
                  <a:srgbClr val="FFFFFF"/>
                </a:solidFill>
              </a:rPr>
              <a:t>rd</a:t>
            </a:r>
            <a:r>
              <a:rPr lang="en-GB" sz="3400">
                <a:solidFill>
                  <a:srgbClr val="FFFFFF"/>
                </a:solidFill>
              </a:rPr>
              <a:t> – 25</a:t>
            </a:r>
            <a:r>
              <a:rPr lang="en-GB" sz="3400" baseline="30000">
                <a:solidFill>
                  <a:srgbClr val="FFFFFF"/>
                </a:solidFill>
              </a:rPr>
              <a:t>th</a:t>
            </a:r>
            <a:r>
              <a:rPr lang="en-GB" sz="3400">
                <a:solidFill>
                  <a:srgbClr val="FFFFFF"/>
                </a:solidFill>
              </a:rPr>
              <a:t> March</a:t>
            </a:r>
          </a:p>
        </p:txBody>
      </p:sp>
      <p:graphicFrame>
        <p:nvGraphicFramePr>
          <p:cNvPr id="18" name="Content Placeholder 2">
            <a:extLst>
              <a:ext uri="{FF2B5EF4-FFF2-40B4-BE49-F238E27FC236}">
                <a16:creationId xmlns:a16="http://schemas.microsoft.com/office/drawing/2014/main" id="{A87EAD1D-4171-ACC1-5D15-02202DD3B5AC}"/>
              </a:ext>
            </a:extLst>
          </p:cNvPr>
          <p:cNvGraphicFramePr>
            <a:graphicFrameLocks noGrp="1"/>
          </p:cNvGraphicFramePr>
          <p:nvPr>
            <p:ph idx="1"/>
            <p:extLst>
              <p:ext uri="{D42A27DB-BD31-4B8C-83A1-F6EECF244321}">
                <p14:modId xmlns:p14="http://schemas.microsoft.com/office/powerpoint/2010/main" val="3415869252"/>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528235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graphicEl>
                                              <a:dgm id="{E3C5BF14-456C-47DD-9DB1-7C8E7A06ABD4}"/>
                                            </p:graphicEl>
                                          </p:spTgt>
                                        </p:tgtEl>
                                        <p:attrNameLst>
                                          <p:attrName>style.visibility</p:attrName>
                                        </p:attrNameLst>
                                      </p:cBhvr>
                                      <p:to>
                                        <p:strVal val="visible"/>
                                      </p:to>
                                    </p:set>
                                    <p:animEffect transition="in" filter="fade">
                                      <p:cBhvr>
                                        <p:cTn id="7" dur="500"/>
                                        <p:tgtEl>
                                          <p:spTgt spid="18">
                                            <p:graphicEl>
                                              <a:dgm id="{E3C5BF14-456C-47DD-9DB1-7C8E7A06ABD4}"/>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8">
                                            <p:graphicEl>
                                              <a:dgm id="{D30130B0-A682-4D1A-A77A-D51808409A98}"/>
                                            </p:graphicEl>
                                          </p:spTgt>
                                        </p:tgtEl>
                                        <p:attrNameLst>
                                          <p:attrName>style.visibility</p:attrName>
                                        </p:attrNameLst>
                                      </p:cBhvr>
                                      <p:to>
                                        <p:strVal val="visible"/>
                                      </p:to>
                                    </p:set>
                                    <p:animEffect transition="in" filter="fade">
                                      <p:cBhvr>
                                        <p:cTn id="12" dur="500"/>
                                        <p:tgtEl>
                                          <p:spTgt spid="18">
                                            <p:graphicEl>
                                              <a:dgm id="{D30130B0-A682-4D1A-A77A-D51808409A98}"/>
                                            </p:graphic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8">
                                            <p:graphicEl>
                                              <a:dgm id="{AF20D197-3330-4FA2-B7B5-8F2985D1DC73}"/>
                                            </p:graphicEl>
                                          </p:spTgt>
                                        </p:tgtEl>
                                        <p:attrNameLst>
                                          <p:attrName>style.visibility</p:attrName>
                                        </p:attrNameLst>
                                      </p:cBhvr>
                                      <p:to>
                                        <p:strVal val="visible"/>
                                      </p:to>
                                    </p:set>
                                    <p:animEffect transition="in" filter="fade">
                                      <p:cBhvr>
                                        <p:cTn id="15" dur="500"/>
                                        <p:tgtEl>
                                          <p:spTgt spid="18">
                                            <p:graphicEl>
                                              <a:dgm id="{AF20D197-3330-4FA2-B7B5-8F2985D1DC73}"/>
                                            </p:graphic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8">
                                            <p:graphicEl>
                                              <a:dgm id="{2C6C080E-F955-4FCC-9267-C3C28CE9889B}"/>
                                            </p:graphicEl>
                                          </p:spTgt>
                                        </p:tgtEl>
                                        <p:attrNameLst>
                                          <p:attrName>style.visibility</p:attrName>
                                        </p:attrNameLst>
                                      </p:cBhvr>
                                      <p:to>
                                        <p:strVal val="visible"/>
                                      </p:to>
                                    </p:set>
                                    <p:animEffect transition="in" filter="fade">
                                      <p:cBhvr>
                                        <p:cTn id="20" dur="500"/>
                                        <p:tgtEl>
                                          <p:spTgt spid="18">
                                            <p:graphicEl>
                                              <a:dgm id="{2C6C080E-F955-4FCC-9267-C3C28CE9889B}"/>
                                            </p:graphic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8">
                                            <p:graphicEl>
                                              <a:dgm id="{46544C17-FAF7-4487-99F1-D9F34F5FB11D}"/>
                                            </p:graphicEl>
                                          </p:spTgt>
                                        </p:tgtEl>
                                        <p:attrNameLst>
                                          <p:attrName>style.visibility</p:attrName>
                                        </p:attrNameLst>
                                      </p:cBhvr>
                                      <p:to>
                                        <p:strVal val="visible"/>
                                      </p:to>
                                    </p:set>
                                    <p:animEffect transition="in" filter="fade">
                                      <p:cBhvr>
                                        <p:cTn id="23" dur="500"/>
                                        <p:tgtEl>
                                          <p:spTgt spid="18">
                                            <p:graphicEl>
                                              <a:dgm id="{46544C17-FAF7-4487-99F1-D9F34F5FB11D}"/>
                                            </p:graphic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8">
                                            <p:graphicEl>
                                              <a:dgm id="{561AE0C4-8213-4EA0-ACB7-F0661602C178}"/>
                                            </p:graphicEl>
                                          </p:spTgt>
                                        </p:tgtEl>
                                        <p:attrNameLst>
                                          <p:attrName>style.visibility</p:attrName>
                                        </p:attrNameLst>
                                      </p:cBhvr>
                                      <p:to>
                                        <p:strVal val="visible"/>
                                      </p:to>
                                    </p:set>
                                    <p:animEffect transition="in" filter="fade">
                                      <p:cBhvr>
                                        <p:cTn id="28" dur="500"/>
                                        <p:tgtEl>
                                          <p:spTgt spid="18">
                                            <p:graphicEl>
                                              <a:dgm id="{561AE0C4-8213-4EA0-ACB7-F0661602C178}"/>
                                            </p:graphic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8">
                                            <p:graphicEl>
                                              <a:dgm id="{A2C65FCE-E8FA-4015-97C8-91EB60FCF489}"/>
                                            </p:graphicEl>
                                          </p:spTgt>
                                        </p:tgtEl>
                                        <p:attrNameLst>
                                          <p:attrName>style.visibility</p:attrName>
                                        </p:attrNameLst>
                                      </p:cBhvr>
                                      <p:to>
                                        <p:strVal val="visible"/>
                                      </p:to>
                                    </p:set>
                                    <p:animEffect transition="in" filter="fade">
                                      <p:cBhvr>
                                        <p:cTn id="31" dur="500"/>
                                        <p:tgtEl>
                                          <p:spTgt spid="18">
                                            <p:graphicEl>
                                              <a:dgm id="{A2C65FCE-E8FA-4015-97C8-91EB60FCF489}"/>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8" grpId="0">
        <p:bldSub>
          <a:bldDgm bld="one"/>
        </p:bldSub>
      </p:bldGraphic>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10048F5-42EB-ED50-F809-69F2E5FA9582}"/>
              </a:ext>
            </a:extLst>
          </p:cNvPr>
          <p:cNvSpPr>
            <a:spLocks noGrp="1"/>
          </p:cNvSpPr>
          <p:nvPr>
            <p:ph type="title"/>
          </p:nvPr>
        </p:nvSpPr>
        <p:spPr>
          <a:xfrm>
            <a:off x="1371599" y="294538"/>
            <a:ext cx="9895951" cy="1033669"/>
          </a:xfrm>
        </p:spPr>
        <p:txBody>
          <a:bodyPr>
            <a:normAutofit/>
          </a:bodyPr>
          <a:lstStyle/>
          <a:p>
            <a:r>
              <a:rPr lang="en-GB" sz="4000" dirty="0">
                <a:solidFill>
                  <a:srgbClr val="FFFFFF"/>
                </a:solidFill>
              </a:rPr>
              <a:t>Pull Request Advice</a:t>
            </a:r>
          </a:p>
        </p:txBody>
      </p:sp>
      <p:pic>
        <p:nvPicPr>
          <p:cNvPr id="4" name="Content Placeholder 3">
            <a:extLst>
              <a:ext uri="{FF2B5EF4-FFF2-40B4-BE49-F238E27FC236}">
                <a16:creationId xmlns:a16="http://schemas.microsoft.com/office/drawing/2014/main" id="{C60DBD16-9DFC-F74C-8437-A05E9A1D3FF2}"/>
              </a:ext>
            </a:extLst>
          </p:cNvPr>
          <p:cNvPicPr>
            <a:picLocks noGrp="1" noChangeAspect="1"/>
          </p:cNvPicPr>
          <p:nvPr>
            <p:ph idx="1"/>
          </p:nvPr>
        </p:nvPicPr>
        <p:blipFill>
          <a:blip r:embed="rId2"/>
          <a:stretch>
            <a:fillRect/>
          </a:stretch>
        </p:blipFill>
        <p:spPr>
          <a:xfrm>
            <a:off x="1882842" y="2317750"/>
            <a:ext cx="8700954" cy="3684588"/>
          </a:xfrm>
          <a:prstGeom prst="rect">
            <a:avLst/>
          </a:prstGeom>
        </p:spPr>
      </p:pic>
    </p:spTree>
    <p:extLst>
      <p:ext uri="{BB962C8B-B14F-4D97-AF65-F5344CB8AC3E}">
        <p14:creationId xmlns:p14="http://schemas.microsoft.com/office/powerpoint/2010/main" val="2134717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9450FBF-DA5D-9AE4-8ED5-905A48A8C078}"/>
              </a:ext>
            </a:extLst>
          </p:cNvPr>
          <p:cNvSpPr>
            <a:spLocks noGrp="1"/>
          </p:cNvSpPr>
          <p:nvPr>
            <p:ph type="title"/>
          </p:nvPr>
        </p:nvSpPr>
        <p:spPr>
          <a:xfrm>
            <a:off x="1371599" y="294538"/>
            <a:ext cx="9895951" cy="1033669"/>
          </a:xfrm>
        </p:spPr>
        <p:txBody>
          <a:bodyPr vert="horz" lIns="91440" tIns="45720" rIns="91440" bIns="45720" rtlCol="0">
            <a:normAutofit/>
          </a:bodyPr>
          <a:lstStyle/>
          <a:p>
            <a:r>
              <a:rPr lang="en-US" sz="4000" kern="1200">
                <a:solidFill>
                  <a:srgbClr val="FFFFFF"/>
                </a:solidFill>
                <a:latin typeface="+mj-lt"/>
                <a:ea typeface="+mj-ea"/>
                <a:cs typeface="+mj-cs"/>
              </a:rPr>
              <a:t>Final Gantt Chart</a:t>
            </a:r>
          </a:p>
        </p:txBody>
      </p:sp>
      <p:pic>
        <p:nvPicPr>
          <p:cNvPr id="7" name="Content Placeholder 3">
            <a:extLst>
              <a:ext uri="{FF2B5EF4-FFF2-40B4-BE49-F238E27FC236}">
                <a16:creationId xmlns:a16="http://schemas.microsoft.com/office/drawing/2014/main" id="{F502B018-15D4-CCD4-E005-09E038254B68}"/>
              </a:ext>
            </a:extLst>
          </p:cNvPr>
          <p:cNvPicPr>
            <a:picLocks noGrp="1" noChangeAspect="1"/>
          </p:cNvPicPr>
          <p:nvPr>
            <p:ph idx="1"/>
          </p:nvPr>
        </p:nvPicPr>
        <p:blipFill>
          <a:blip r:embed="rId2"/>
          <a:stretch>
            <a:fillRect/>
          </a:stretch>
        </p:blipFill>
        <p:spPr>
          <a:xfrm>
            <a:off x="2056025" y="2317750"/>
            <a:ext cx="8354588" cy="3684588"/>
          </a:xfrm>
          <a:prstGeom prst="rect">
            <a:avLst/>
          </a:prstGeom>
        </p:spPr>
      </p:pic>
    </p:spTree>
    <p:extLst>
      <p:ext uri="{BB962C8B-B14F-4D97-AF65-F5344CB8AC3E}">
        <p14:creationId xmlns:p14="http://schemas.microsoft.com/office/powerpoint/2010/main" val="62330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FAD4719-2E2E-B43F-996E-BE649C8E0710}"/>
              </a:ext>
            </a:extLst>
          </p:cNvPr>
          <p:cNvSpPr>
            <a:spLocks noGrp="1"/>
          </p:cNvSpPr>
          <p:nvPr>
            <p:ph type="title"/>
          </p:nvPr>
        </p:nvSpPr>
        <p:spPr>
          <a:xfrm>
            <a:off x="1371597" y="348865"/>
            <a:ext cx="10044023" cy="877729"/>
          </a:xfrm>
        </p:spPr>
        <p:txBody>
          <a:bodyPr anchor="ctr">
            <a:normAutofit/>
          </a:bodyPr>
          <a:lstStyle/>
          <a:p>
            <a:r>
              <a:rPr lang="en-GB" sz="4000" dirty="0">
                <a:solidFill>
                  <a:srgbClr val="FFFFFF"/>
                </a:solidFill>
              </a:rPr>
              <a:t>Evaluation of Success</a:t>
            </a:r>
          </a:p>
        </p:txBody>
      </p:sp>
      <p:graphicFrame>
        <p:nvGraphicFramePr>
          <p:cNvPr id="18" name="Content Placeholder 2">
            <a:extLst>
              <a:ext uri="{FF2B5EF4-FFF2-40B4-BE49-F238E27FC236}">
                <a16:creationId xmlns:a16="http://schemas.microsoft.com/office/drawing/2014/main" id="{2C5AAAE9-5E2F-EA1D-A409-85112FA56B0D}"/>
              </a:ext>
            </a:extLst>
          </p:cNvPr>
          <p:cNvGraphicFramePr>
            <a:graphicFrameLocks noGrp="1"/>
          </p:cNvGraphicFramePr>
          <p:nvPr>
            <p:ph idx="1"/>
            <p:extLst>
              <p:ext uri="{D42A27DB-BD31-4B8C-83A1-F6EECF244321}">
                <p14:modId xmlns:p14="http://schemas.microsoft.com/office/powerpoint/2010/main" val="594726001"/>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7060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graphicEl>
                                              <a:dgm id="{A5208897-F703-426B-A64B-1DF680E03617}"/>
                                            </p:graphicEl>
                                          </p:spTgt>
                                        </p:tgtEl>
                                        <p:attrNameLst>
                                          <p:attrName>style.visibility</p:attrName>
                                        </p:attrNameLst>
                                      </p:cBhvr>
                                      <p:to>
                                        <p:strVal val="visible"/>
                                      </p:to>
                                    </p:set>
                                    <p:animEffect transition="in" filter="fade">
                                      <p:cBhvr>
                                        <p:cTn id="7" dur="500"/>
                                        <p:tgtEl>
                                          <p:spTgt spid="18">
                                            <p:graphicEl>
                                              <a:dgm id="{A5208897-F703-426B-A64B-1DF680E03617}"/>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8">
                                            <p:graphicEl>
                                              <a:dgm id="{F2AE3F6D-3AA4-447F-9FDB-D94D6E1F87DA}"/>
                                            </p:graphicEl>
                                          </p:spTgt>
                                        </p:tgtEl>
                                        <p:attrNameLst>
                                          <p:attrName>style.visibility</p:attrName>
                                        </p:attrNameLst>
                                      </p:cBhvr>
                                      <p:to>
                                        <p:strVal val="visible"/>
                                      </p:to>
                                    </p:set>
                                    <p:animEffect transition="in" filter="fade">
                                      <p:cBhvr>
                                        <p:cTn id="12" dur="500"/>
                                        <p:tgtEl>
                                          <p:spTgt spid="18">
                                            <p:graphicEl>
                                              <a:dgm id="{F2AE3F6D-3AA4-447F-9FDB-D94D6E1F87DA}"/>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8">
                                            <p:graphicEl>
                                              <a:dgm id="{54425E5F-B741-4F9B-8648-E871FD58D0B1}"/>
                                            </p:graphicEl>
                                          </p:spTgt>
                                        </p:tgtEl>
                                        <p:attrNameLst>
                                          <p:attrName>style.visibility</p:attrName>
                                        </p:attrNameLst>
                                      </p:cBhvr>
                                      <p:to>
                                        <p:strVal val="visible"/>
                                      </p:to>
                                    </p:set>
                                    <p:animEffect transition="in" filter="fade">
                                      <p:cBhvr>
                                        <p:cTn id="17" dur="500"/>
                                        <p:tgtEl>
                                          <p:spTgt spid="18">
                                            <p:graphicEl>
                                              <a:dgm id="{54425E5F-B741-4F9B-8648-E871FD58D0B1}"/>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8">
                                            <p:graphicEl>
                                              <a:dgm id="{1CE97EDE-493E-482C-8347-8F1E46BBFDD5}"/>
                                            </p:graphicEl>
                                          </p:spTgt>
                                        </p:tgtEl>
                                        <p:attrNameLst>
                                          <p:attrName>style.visibility</p:attrName>
                                        </p:attrNameLst>
                                      </p:cBhvr>
                                      <p:to>
                                        <p:strVal val="visible"/>
                                      </p:to>
                                    </p:set>
                                    <p:animEffect transition="in" filter="fade">
                                      <p:cBhvr>
                                        <p:cTn id="22" dur="500"/>
                                        <p:tgtEl>
                                          <p:spTgt spid="18">
                                            <p:graphicEl>
                                              <a:dgm id="{1CE97EDE-493E-482C-8347-8F1E46BBFDD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8">
                                            <p:graphicEl>
                                              <a:dgm id="{384493FA-60F1-4457-89B4-442715E67576}"/>
                                            </p:graphicEl>
                                          </p:spTgt>
                                        </p:tgtEl>
                                        <p:attrNameLst>
                                          <p:attrName>style.visibility</p:attrName>
                                        </p:attrNameLst>
                                      </p:cBhvr>
                                      <p:to>
                                        <p:strVal val="visible"/>
                                      </p:to>
                                    </p:set>
                                    <p:animEffect transition="in" filter="fade">
                                      <p:cBhvr>
                                        <p:cTn id="27" dur="500"/>
                                        <p:tgtEl>
                                          <p:spTgt spid="18">
                                            <p:graphicEl>
                                              <a:dgm id="{384493FA-60F1-4457-89B4-442715E67576}"/>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8" grpId="0">
        <p:bldSub>
          <a:bldDgm bld="one"/>
        </p:bldSub>
      </p:bldGraphic>
    </p:bldLst>
  </p:timing>
</p:sld>
</file>

<file path=ppt/theme/theme1.xml><?xml version="1.0" encoding="utf-8"?>
<a:theme xmlns:a="http://schemas.openxmlformats.org/drawingml/2006/main" name="Office Theme">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10307</TotalTime>
  <Words>7862</Words>
  <Application>Microsoft Office PowerPoint</Application>
  <PresentationFormat>Widescreen</PresentationFormat>
  <Paragraphs>280</Paragraphs>
  <Slides>41</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41</vt:i4>
      </vt:variant>
    </vt:vector>
  </HeadingPairs>
  <TitlesOfParts>
    <vt:vector size="45" baseType="lpstr">
      <vt:lpstr>Aptos</vt:lpstr>
      <vt:lpstr>Aptos Display</vt:lpstr>
      <vt:lpstr>Arial</vt:lpstr>
      <vt:lpstr>Office Theme</vt:lpstr>
      <vt:lpstr>Database Seeding Script for Development Environment Deployments</vt:lpstr>
      <vt:lpstr>Organisation Background</vt:lpstr>
      <vt:lpstr>ACES and the Problem </vt:lpstr>
      <vt:lpstr>New Approach to Azure</vt:lpstr>
      <vt:lpstr>Work Already Completed</vt:lpstr>
      <vt:lpstr>Project Outline and Justification</vt:lpstr>
      <vt:lpstr>Functional Requirements</vt:lpstr>
      <vt:lpstr>Non-Functional Requirements</vt:lpstr>
      <vt:lpstr>Security Requirements</vt:lpstr>
      <vt:lpstr>Constraints</vt:lpstr>
      <vt:lpstr>Human Constraints</vt:lpstr>
      <vt:lpstr>Technological Constraints</vt:lpstr>
      <vt:lpstr>Financial Constraints – Part 1</vt:lpstr>
      <vt:lpstr>Financial Constraints – Part 2</vt:lpstr>
      <vt:lpstr>Time and Scope Constraints</vt:lpstr>
      <vt:lpstr>Solution</vt:lpstr>
      <vt:lpstr>Metrics and Success Criteria</vt:lpstr>
      <vt:lpstr>Project Management Approach – Part 1</vt:lpstr>
      <vt:lpstr>Project Management Approach – Part 2</vt:lpstr>
      <vt:lpstr>Project Management Approach – Part 3</vt:lpstr>
      <vt:lpstr>Initial Risk Assessment</vt:lpstr>
      <vt:lpstr>Risk Matrix</vt:lpstr>
      <vt:lpstr>Risk Register</vt:lpstr>
      <vt:lpstr>Risk Mitigation Proposals</vt:lpstr>
      <vt:lpstr>Initial Gantt Chart</vt:lpstr>
      <vt:lpstr>Initial Work Breakdown Structure</vt:lpstr>
      <vt:lpstr>Solution Development and Testing – 4th-6th March</vt:lpstr>
      <vt:lpstr>Gantt Chart (Second Week with Revisions)</vt:lpstr>
      <vt:lpstr>Final Work Breakdown Structure</vt:lpstr>
      <vt:lpstr>Solution Development and Testing – 9th – 13th March</vt:lpstr>
      <vt:lpstr>Evidence </vt:lpstr>
      <vt:lpstr>Gantt Chart (Third Week)</vt:lpstr>
      <vt:lpstr>Solution Development and Testing – 16th – 20th March</vt:lpstr>
      <vt:lpstr>Evidence</vt:lpstr>
      <vt:lpstr>Evidence</vt:lpstr>
      <vt:lpstr>Evidence</vt:lpstr>
      <vt:lpstr>Gantt Chart (Fourth Week)</vt:lpstr>
      <vt:lpstr>Solution Development and Testing – 23rd – 25th March</vt:lpstr>
      <vt:lpstr>Pull Request Advice</vt:lpstr>
      <vt:lpstr>Final Gantt Chart</vt:lpstr>
      <vt:lpstr>Evaluation of Success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Carl Gardiner</dc:creator>
  <cp:lastModifiedBy>Carl Gardiner</cp:lastModifiedBy>
  <cp:revision>114</cp:revision>
  <dcterms:created xsi:type="dcterms:W3CDTF">2026-03-25T10:05:05Z</dcterms:created>
  <dcterms:modified xsi:type="dcterms:W3CDTF">2026-07-06T10:10:28Z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3cde893e-0867-4da1-b808-8ec67389fdff_Enabled">
    <vt:lpwstr>true</vt:lpwstr>
  </property>
  <property fmtid="{D5CDD505-2E9C-101B-9397-08002B2CF9AE}" pid="3" name="MSIP_Label_3cde893e-0867-4da1-b808-8ec67389fdff_SetDate">
    <vt:lpwstr>2026-03-25T10:05:13Z</vt:lpwstr>
  </property>
  <property fmtid="{D5CDD505-2E9C-101B-9397-08002B2CF9AE}" pid="4" name="MSIP_Label_3cde893e-0867-4da1-b808-8ec67389fdff_Method">
    <vt:lpwstr>Privileged</vt:lpwstr>
  </property>
  <property fmtid="{D5CDD505-2E9C-101B-9397-08002B2CF9AE}" pid="5" name="MSIP_Label_3cde893e-0867-4da1-b808-8ec67389fdff_Name">
    <vt:lpwstr>NON-OS</vt:lpwstr>
  </property>
  <property fmtid="{D5CDD505-2E9C-101B-9397-08002B2CF9AE}" pid="6" name="MSIP_Label_3cde893e-0867-4da1-b808-8ec67389fdff_SiteId">
    <vt:lpwstr>7988742d-c543-4b9a-87a9-10a7b354d289</vt:lpwstr>
  </property>
  <property fmtid="{D5CDD505-2E9C-101B-9397-08002B2CF9AE}" pid="7" name="MSIP_Label_3cde893e-0867-4da1-b808-8ec67389fdff_ActionId">
    <vt:lpwstr>ef345492-e9b4-42e0-85a2-b7dba295a2de</vt:lpwstr>
  </property>
  <property fmtid="{D5CDD505-2E9C-101B-9397-08002B2CF9AE}" pid="8" name="MSIP_Label_3cde893e-0867-4da1-b808-8ec67389fdff_ContentBits">
    <vt:lpwstr>0</vt:lpwstr>
  </property>
  <property fmtid="{D5CDD505-2E9C-101B-9397-08002B2CF9AE}" pid="9" name="MSIP_Label_3cde893e-0867-4da1-b808-8ec67389fdff_Tag">
    <vt:lpwstr>10, 0, 1, 1</vt:lpwstr>
  </property>
</Properties>
</file>