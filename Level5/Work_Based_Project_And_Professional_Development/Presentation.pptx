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393C-91B0-4447-501A-963765629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758EB-DDEE-5C2D-54CE-E294F687CB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A14B9-AF49-816F-D118-E7BC4A3B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4086D-7345-4C0E-9B9C-47D41761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047FB-D927-8749-A1AA-B9575072D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08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800E-2AD8-1B42-0571-5965DE6B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2624-2141-7B94-3D27-DC58E58EC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8A49-D464-49DE-0154-D93AA22C5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7F594-DF4C-8590-C9FA-CC46BDF9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B2F40-84E0-17E5-5F54-9DCE09D2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81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F48A-D0BF-CDBD-AC11-A1F8DB741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30C29-2EEE-7E7A-81C5-CCB292FAD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63C4C-FE60-9394-3461-D69AEA51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54934-841D-CEAF-60A6-E5E34FC6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53796-A011-B881-679F-6C25B0D1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61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A517D-F4D9-EF97-04D2-2BD7B507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2C7D7-8EC3-CE0D-F486-6364D3557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C1389-644B-D805-FCBB-63D2FBE14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EAA53-7835-CE82-8682-D5DCAC28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E0826-18E1-2A06-1F57-D9B8B031A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623B9-5485-CEB3-6855-65BA0347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36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87C4-1DBC-0A6B-9DCF-B266E8075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85671-D9B7-5234-0B08-16CC2BF86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4DE3A7-7C07-63AD-7BAD-F8698D451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763AF-B3B3-C461-2E08-83D73616E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433E9-B950-C6C3-237A-24453EAD8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080C6-1094-46E3-0D0B-B780E876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A72B85-64C0-4F75-7336-B1433E16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55FED7-D701-3B24-94F8-CCD9BE9D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14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E6F9C-A1C5-5F6C-6365-CD2FAC234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4072FD-84C5-180B-DD0D-3B40F237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4A429-9C95-213F-8277-853457FC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ABF2D4-6FEE-DBB6-DA8D-A0BB4200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83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C247D-3500-BF8C-B207-E12B97B65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CB766-56FA-70BA-0004-753D9C05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125AE-6828-82E6-335B-50AB9423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34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17DF6-6B24-9DB5-078D-4BD85AD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B0DCE-2E4C-6D1D-DBDC-C2988A5AC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20EA0-E9C1-11F9-52AA-7372292ED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C8CF7-C159-9519-E224-B7F978A0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BE5D2-79BD-E0DF-C246-461EB9C4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F28A7-72D5-7198-8D9B-CFCF23B8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372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441D-7222-0340-8E2B-A22285E9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2BC97-7757-80F2-8146-CBDF98553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129B5-2A03-3EEB-A0F8-BAFD68055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5F87D-FCEE-AC27-0CE0-C2F45BD5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8E1EA-887F-26A3-526B-C8485A55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19F3B-0828-C61A-BC45-C9F986D4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633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047A7-294A-F8C1-1403-788A5FCC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D2FC9-E2F0-88DD-0986-71CD8B0A1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26513-BE01-6F68-5979-9B2F8864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AFA2-EE46-F809-A1F8-58267239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D823D-0E68-FA79-628F-E74C6D535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71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68E14D-AD84-C5BA-ACB8-B28A7DBD4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63742-E14D-AF99-FF05-3780D794C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8FD08-2718-CE79-300F-9B9FE31D0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CCE08-77B7-4BEC-ADAC-F4918ADE70D2}" type="datetimeFigureOut">
              <a:rPr lang="en-GB" smtClean="0"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96A7-7238-F568-914D-1916C630B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D2A1C-B3D7-1ED6-3007-2178BD49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327C8-4667-4335-8F50-141AAFA089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74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/>
            </a:gs>
            <a:gs pos="0">
              <a:srgbClr val="7030A0"/>
            </a:gs>
            <a:gs pos="0">
              <a:srgbClr val="7030A0"/>
            </a:gs>
            <a:gs pos="4000">
              <a:schemeClr val="accent6"/>
            </a:gs>
            <a:gs pos="62000">
              <a:schemeClr val="bg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9BFDA-65E6-ED5A-CFA5-FE6FEECD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1763E-11FF-84E9-08CE-142ED45CE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4C5E1-7441-AF58-D4AE-7A44B0361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4CCE08-77B7-4BEC-ADAC-F4918ADE70D2}" type="datetimeFigureOut">
              <a:rPr lang="en-GB" smtClean="0"/>
              <a:pPr/>
              <a:t>04/04/2026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2F4A9-6C13-5F1B-DB63-50FB30767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6321C-1BD6-9527-6A07-374D1221F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6A327C8-4667-4335-8F50-141AAFA0897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010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6078-E78C-F9E5-D171-344E41ADC5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Database Seeding Script for Development Environment Deployments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0B9E3-A569-BA80-E1AD-529082ACA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205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195C-3A96-151D-992E-6876A566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Problems </a:t>
            </a:r>
            <a:r>
              <a:rPr lang="en-GB"/>
              <a:t>and Requirements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B80DF-FF54-3F45-ED43-765CC8917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989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553C2-DA85-C146-F3BD-7BD8328B2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Problems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70FD-FF0B-1D41-E36B-9BD8855BB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48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95AF-6165-707C-8BD4-79EDB4C8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Aims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F81F-31FC-A2D0-60E8-489D9945C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68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0641-8FC8-63C3-D9FE-8A74670BC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Scopes and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CC361-3815-9FD5-BAE6-65658B606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C389-C596-280E-CC7E-72EFF2E7C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55AF1-BD75-EDE3-79AF-A16B50358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888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EB2C1-C1CE-7961-45A9-811F3825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Explanation of Solution and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46C42-7E1F-49A4-8EF6-24E6A14B5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599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D88B-3E2D-8219-124B-3A4622465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Metrics and 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BF09A-F857-8EB7-9586-AB528F699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82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0DD4-80BC-4A99-363F-3B5141FF7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B1B5-A027-2137-517A-85C1D297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972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9346-FDA0-EE8D-9D16-5A604D81B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Project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7B10A-D4AF-E0BB-D541-11804FE0B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55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825C-5E7F-843E-A514-ED685EE4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9932D-4A31-3B17-E7E8-E16000E30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03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16B-BBFE-C802-6144-54C85629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59F3-1D85-0743-F83D-A27DD3851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2200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5577-C015-A5D8-C361-33FEDF543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Project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D66E-EDBC-9EFC-2575-97181560A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539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057B-D82A-FE51-70A6-B9D3569D6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Solution Development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F0964-61D8-785E-6108-0C11A17FE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193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CCF9-B2CE-B195-57EB-50C6CE12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Evaluation </a:t>
            </a:r>
            <a:r>
              <a:rPr lang="en-GB"/>
              <a:t>of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A379-434D-4DC8-2F42-4908C886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395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44</Words>
  <Application>Microsoft Office PowerPoint</Application>
  <PresentationFormat>Widescreen</PresentationFormat>
  <Paragraphs>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 Display</vt:lpstr>
      <vt:lpstr>Arial</vt:lpstr>
      <vt:lpstr>Office Theme</vt:lpstr>
      <vt:lpstr>Database Seeding Script for Development Environment Deployments</vt:lpstr>
      <vt:lpstr>Problems and Requirements</vt:lpstr>
      <vt:lpstr>Problems and Requirements</vt:lpstr>
      <vt:lpstr>Aims and Objectives</vt:lpstr>
      <vt:lpstr>Scopes and Constraints</vt:lpstr>
      <vt:lpstr>Solution</vt:lpstr>
      <vt:lpstr>Explanation of Solution and Deliverables</vt:lpstr>
      <vt:lpstr>Metrics and Success Criteria</vt:lpstr>
      <vt:lpstr>Costing</vt:lpstr>
      <vt:lpstr>Project Management</vt:lpstr>
      <vt:lpstr>Approach</vt:lpstr>
      <vt:lpstr>Risk Management</vt:lpstr>
      <vt:lpstr>Project Plan</vt:lpstr>
      <vt:lpstr>Solution Development and Testing</vt:lpstr>
      <vt:lpstr>Evaluation of Success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Gardiner</dc:creator>
  <cp:lastModifiedBy>Carl Gardiner</cp:lastModifiedBy>
  <cp:revision>19</cp:revision>
  <dcterms:created xsi:type="dcterms:W3CDTF">2026-03-25T10:05:05Z</dcterms:created>
  <dcterms:modified xsi:type="dcterms:W3CDTF">2026-04-04T17:44:44Z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de893e-0867-4da1-b808-8ec67389fdff_Enabled">
    <vt:lpwstr>true</vt:lpwstr>
  </property>
  <property fmtid="{D5CDD505-2E9C-101B-9397-08002B2CF9AE}" pid="3" name="MSIP_Label_3cde893e-0867-4da1-b808-8ec67389fdff_SetDate">
    <vt:lpwstr>2026-03-25T10:05:13Z</vt:lpwstr>
  </property>
  <property fmtid="{D5CDD505-2E9C-101B-9397-08002B2CF9AE}" pid="4" name="MSIP_Label_3cde893e-0867-4da1-b808-8ec67389fdff_Method">
    <vt:lpwstr>Privileged</vt:lpwstr>
  </property>
  <property fmtid="{D5CDD505-2E9C-101B-9397-08002B2CF9AE}" pid="5" name="MSIP_Label_3cde893e-0867-4da1-b808-8ec67389fdff_Name">
    <vt:lpwstr>NON-OS</vt:lpwstr>
  </property>
  <property fmtid="{D5CDD505-2E9C-101B-9397-08002B2CF9AE}" pid="6" name="MSIP_Label_3cde893e-0867-4da1-b808-8ec67389fdff_SiteId">
    <vt:lpwstr>7988742d-c543-4b9a-87a9-10a7b354d289</vt:lpwstr>
  </property>
  <property fmtid="{D5CDD505-2E9C-101B-9397-08002B2CF9AE}" pid="7" name="MSIP_Label_3cde893e-0867-4da1-b808-8ec67389fdff_ActionId">
    <vt:lpwstr>ef345492-e9b4-42e0-85a2-b7dba295a2de</vt:lpwstr>
  </property>
  <property fmtid="{D5CDD505-2E9C-101B-9397-08002B2CF9AE}" pid="8" name="MSIP_Label_3cde893e-0867-4da1-b808-8ec67389fdff_ContentBits">
    <vt:lpwstr>0</vt:lpwstr>
  </property>
  <property fmtid="{D5CDD505-2E9C-101B-9397-08002B2CF9AE}" pid="9" name="MSIP_Label_3cde893e-0867-4da1-b808-8ec67389fdff_Tag">
    <vt:lpwstr>10, 0, 1, 1</vt:lpwstr>
  </property>
</Properties>
</file>